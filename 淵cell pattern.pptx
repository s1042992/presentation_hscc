
<file path=[Content_Types].xml><?xml version="1.0" encoding="utf-8"?>
<Types xmlns="http://schemas.openxmlformats.org/package/2006/content-types">
  <Default Extension="png" ContentType="image/png"/>
  <Default Extension="tmp"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3.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4.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5.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4" r:id="rId2"/>
    <p:sldMasterId id="2147483660" r:id="rId3"/>
    <p:sldMasterId id="2147483684" r:id="rId4"/>
    <p:sldMasterId id="2147483675" r:id="rId5"/>
    <p:sldMasterId id="2147483720" r:id="rId6"/>
  </p:sldMasterIdLst>
  <p:notesMasterIdLst>
    <p:notesMasterId r:id="rId14"/>
  </p:notesMasterIdLst>
  <p:sldIdLst>
    <p:sldId id="374" r:id="rId7"/>
    <p:sldId id="375" r:id="rId8"/>
    <p:sldId id="394" r:id="rId9"/>
    <p:sldId id="377" r:id="rId10"/>
    <p:sldId id="378" r:id="rId11"/>
    <p:sldId id="379" r:id="rId12"/>
    <p:sldId id="271" r:id="rId13"/>
  </p:sldIdLst>
  <p:sldSz cx="18291175" cy="10287000"/>
  <p:notesSz cx="6858000" cy="9144000"/>
  <p:defaultTextStyle>
    <a:defPPr>
      <a:defRPr lang="ja-JP"/>
    </a:defPPr>
    <a:lvl1pPr marL="0" algn="l" defTabSz="1633027" rtl="0" eaLnBrk="1" latinLnBrk="0" hangingPunct="1">
      <a:defRPr kumimoji="1" sz="3200" kern="1200">
        <a:solidFill>
          <a:schemeClr val="tx1"/>
        </a:solidFill>
        <a:latin typeface="+mn-lt"/>
        <a:ea typeface="+mn-ea"/>
        <a:cs typeface="+mn-cs"/>
      </a:defRPr>
    </a:lvl1pPr>
    <a:lvl2pPr marL="816513" algn="l" defTabSz="1633027" rtl="0" eaLnBrk="1" latinLnBrk="0" hangingPunct="1">
      <a:defRPr kumimoji="1" sz="3200" kern="1200">
        <a:solidFill>
          <a:schemeClr val="tx1"/>
        </a:solidFill>
        <a:latin typeface="+mn-lt"/>
        <a:ea typeface="+mn-ea"/>
        <a:cs typeface="+mn-cs"/>
      </a:defRPr>
    </a:lvl2pPr>
    <a:lvl3pPr marL="1633027" algn="l" defTabSz="1633027" rtl="0" eaLnBrk="1" latinLnBrk="0" hangingPunct="1">
      <a:defRPr kumimoji="1" sz="3200" kern="1200">
        <a:solidFill>
          <a:schemeClr val="tx1"/>
        </a:solidFill>
        <a:latin typeface="+mn-lt"/>
        <a:ea typeface="+mn-ea"/>
        <a:cs typeface="+mn-cs"/>
      </a:defRPr>
    </a:lvl3pPr>
    <a:lvl4pPr marL="2449540" algn="l" defTabSz="1633027" rtl="0" eaLnBrk="1" latinLnBrk="0" hangingPunct="1">
      <a:defRPr kumimoji="1" sz="3200" kern="1200">
        <a:solidFill>
          <a:schemeClr val="tx1"/>
        </a:solidFill>
        <a:latin typeface="+mn-lt"/>
        <a:ea typeface="+mn-ea"/>
        <a:cs typeface="+mn-cs"/>
      </a:defRPr>
    </a:lvl4pPr>
    <a:lvl5pPr marL="3266054" algn="l" defTabSz="1633027" rtl="0" eaLnBrk="1" latinLnBrk="0" hangingPunct="1">
      <a:defRPr kumimoji="1" sz="3200" kern="1200">
        <a:solidFill>
          <a:schemeClr val="tx1"/>
        </a:solidFill>
        <a:latin typeface="+mn-lt"/>
        <a:ea typeface="+mn-ea"/>
        <a:cs typeface="+mn-cs"/>
      </a:defRPr>
    </a:lvl5pPr>
    <a:lvl6pPr marL="4082567" algn="l" defTabSz="1633027" rtl="0" eaLnBrk="1" latinLnBrk="0" hangingPunct="1">
      <a:defRPr kumimoji="1" sz="3200" kern="1200">
        <a:solidFill>
          <a:schemeClr val="tx1"/>
        </a:solidFill>
        <a:latin typeface="+mn-lt"/>
        <a:ea typeface="+mn-ea"/>
        <a:cs typeface="+mn-cs"/>
      </a:defRPr>
    </a:lvl6pPr>
    <a:lvl7pPr marL="4899081" algn="l" defTabSz="1633027" rtl="0" eaLnBrk="1" latinLnBrk="0" hangingPunct="1">
      <a:defRPr kumimoji="1" sz="3200" kern="1200">
        <a:solidFill>
          <a:schemeClr val="tx1"/>
        </a:solidFill>
        <a:latin typeface="+mn-lt"/>
        <a:ea typeface="+mn-ea"/>
        <a:cs typeface="+mn-cs"/>
      </a:defRPr>
    </a:lvl7pPr>
    <a:lvl8pPr marL="5715594" algn="l" defTabSz="1633027" rtl="0" eaLnBrk="1" latinLnBrk="0" hangingPunct="1">
      <a:defRPr kumimoji="1" sz="3200" kern="1200">
        <a:solidFill>
          <a:schemeClr val="tx1"/>
        </a:solidFill>
        <a:latin typeface="+mn-lt"/>
        <a:ea typeface="+mn-ea"/>
        <a:cs typeface="+mn-cs"/>
      </a:defRPr>
    </a:lvl8pPr>
    <a:lvl9pPr marL="6532108" algn="l" defTabSz="1633027" rtl="0" eaLnBrk="1" latinLnBrk="0" hangingPunct="1">
      <a:defRPr kumimoji="1" sz="3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39">
          <p15:clr>
            <a:srgbClr val="A4A3A4"/>
          </p15:clr>
        </p15:guide>
        <p15:guide id="2" pos="5761">
          <p15:clr>
            <a:srgbClr val="A4A3A4"/>
          </p15:clr>
        </p15:guide>
        <p15:guide id="3" orient="horz" pos="326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50" autoAdjust="0"/>
    <p:restoredTop sz="84125" autoAdjust="0"/>
  </p:normalViewPr>
  <p:slideViewPr>
    <p:cSldViewPr snapToGrid="0" snapToObjects="1">
      <p:cViewPr varScale="1">
        <p:scale>
          <a:sx n="65" d="100"/>
          <a:sy n="65" d="100"/>
        </p:scale>
        <p:origin x="1206" y="60"/>
      </p:cViewPr>
      <p:guideLst>
        <p:guide orient="horz" pos="3239"/>
        <p:guide pos="5761"/>
        <p:guide orient="horz" pos="3263"/>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presProps" Target="presProps.xml"/><Relationship Id="rId10" Type="http://schemas.openxmlformats.org/officeDocument/2006/relationships/slide" Target="slides/slide4.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945BBA6-DFA5-451E-B519-44DEBE313D5D}" type="datetimeFigureOut">
              <a:rPr kumimoji="1" lang="ja-JP" altLang="en-US" smtClean="0"/>
              <a:t>2020/1/21</a:t>
            </a:fld>
            <a:endParaRPr kumimoji="1" lang="ja-JP" altLang="en-US"/>
          </a:p>
        </p:txBody>
      </p:sp>
      <p:sp>
        <p:nvSpPr>
          <p:cNvPr id="4" name="スライド イメージ プレースホルダー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FBA0B38-C884-4DEB-A441-B3DDB1C4F916}" type="slidenum">
              <a:rPr kumimoji="1" lang="ja-JP" altLang="en-US" smtClean="0"/>
              <a:t>‹#›</a:t>
            </a:fld>
            <a:endParaRPr kumimoji="1" lang="ja-JP" altLang="en-US"/>
          </a:p>
        </p:txBody>
      </p:sp>
    </p:spTree>
    <p:extLst>
      <p:ext uri="{BB962C8B-B14F-4D97-AF65-F5344CB8AC3E}">
        <p14:creationId xmlns:p14="http://schemas.microsoft.com/office/powerpoint/2010/main" val="3698114920"/>
      </p:ext>
    </p:extLst>
  </p:cSld>
  <p:clrMap bg1="lt1" tx1="dk1" bg2="lt2" tx2="dk2" accent1="accent1" accent2="accent2" accent3="accent3" accent4="accent4" accent5="accent5" accent6="accent6" hlink="hlink" folHlink="folHlink"/>
  <p:notesStyle>
    <a:lvl1pPr marL="0" algn="l" defTabSz="1633027" rtl="0" eaLnBrk="1" latinLnBrk="0" hangingPunct="1">
      <a:defRPr kumimoji="1" sz="2100" kern="1200">
        <a:solidFill>
          <a:schemeClr val="tx1"/>
        </a:solidFill>
        <a:latin typeface="+mn-lt"/>
        <a:ea typeface="+mn-ea"/>
        <a:cs typeface="+mn-cs"/>
      </a:defRPr>
    </a:lvl1pPr>
    <a:lvl2pPr marL="816513" algn="l" defTabSz="1633027" rtl="0" eaLnBrk="1" latinLnBrk="0" hangingPunct="1">
      <a:defRPr kumimoji="1" sz="2100" kern="1200">
        <a:solidFill>
          <a:schemeClr val="tx1"/>
        </a:solidFill>
        <a:latin typeface="+mn-lt"/>
        <a:ea typeface="+mn-ea"/>
        <a:cs typeface="+mn-cs"/>
      </a:defRPr>
    </a:lvl2pPr>
    <a:lvl3pPr marL="1633027" algn="l" defTabSz="1633027" rtl="0" eaLnBrk="1" latinLnBrk="0" hangingPunct="1">
      <a:defRPr kumimoji="1" sz="2100" kern="1200">
        <a:solidFill>
          <a:schemeClr val="tx1"/>
        </a:solidFill>
        <a:latin typeface="+mn-lt"/>
        <a:ea typeface="+mn-ea"/>
        <a:cs typeface="+mn-cs"/>
      </a:defRPr>
    </a:lvl3pPr>
    <a:lvl4pPr marL="2449540" algn="l" defTabSz="1633027" rtl="0" eaLnBrk="1" latinLnBrk="0" hangingPunct="1">
      <a:defRPr kumimoji="1" sz="2100" kern="1200">
        <a:solidFill>
          <a:schemeClr val="tx1"/>
        </a:solidFill>
        <a:latin typeface="+mn-lt"/>
        <a:ea typeface="+mn-ea"/>
        <a:cs typeface="+mn-cs"/>
      </a:defRPr>
    </a:lvl4pPr>
    <a:lvl5pPr marL="3266054" algn="l" defTabSz="1633027" rtl="0" eaLnBrk="1" latinLnBrk="0" hangingPunct="1">
      <a:defRPr kumimoji="1" sz="2100" kern="1200">
        <a:solidFill>
          <a:schemeClr val="tx1"/>
        </a:solidFill>
        <a:latin typeface="+mn-lt"/>
        <a:ea typeface="+mn-ea"/>
        <a:cs typeface="+mn-cs"/>
      </a:defRPr>
    </a:lvl5pPr>
    <a:lvl6pPr marL="4082567" algn="l" defTabSz="1633027" rtl="0" eaLnBrk="1" latinLnBrk="0" hangingPunct="1">
      <a:defRPr kumimoji="1" sz="2100" kern="1200">
        <a:solidFill>
          <a:schemeClr val="tx1"/>
        </a:solidFill>
        <a:latin typeface="+mn-lt"/>
        <a:ea typeface="+mn-ea"/>
        <a:cs typeface="+mn-cs"/>
      </a:defRPr>
    </a:lvl6pPr>
    <a:lvl7pPr marL="4899081" algn="l" defTabSz="1633027" rtl="0" eaLnBrk="1" latinLnBrk="0" hangingPunct="1">
      <a:defRPr kumimoji="1" sz="2100" kern="1200">
        <a:solidFill>
          <a:schemeClr val="tx1"/>
        </a:solidFill>
        <a:latin typeface="+mn-lt"/>
        <a:ea typeface="+mn-ea"/>
        <a:cs typeface="+mn-cs"/>
      </a:defRPr>
    </a:lvl7pPr>
    <a:lvl8pPr marL="5715594" algn="l" defTabSz="1633027" rtl="0" eaLnBrk="1" latinLnBrk="0" hangingPunct="1">
      <a:defRPr kumimoji="1" sz="2100" kern="1200">
        <a:solidFill>
          <a:schemeClr val="tx1"/>
        </a:solidFill>
        <a:latin typeface="+mn-lt"/>
        <a:ea typeface="+mn-ea"/>
        <a:cs typeface="+mn-cs"/>
      </a:defRPr>
    </a:lvl8pPr>
    <a:lvl9pPr marL="6532108" algn="l" defTabSz="1633027" rtl="0" eaLnBrk="1" latinLnBrk="0" hangingPunct="1">
      <a:defRPr kumimoji="1" sz="2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effectLst/>
              </a:rPr>
              <a:t>跟</a:t>
            </a:r>
            <a:r>
              <a:rPr lang="en-US" altLang="zh-TW" dirty="0">
                <a:effectLst/>
              </a:rPr>
              <a:t>cellular network</a:t>
            </a:r>
            <a:r>
              <a:rPr lang="zh-TW" altLang="en-US" dirty="0">
                <a:effectLst/>
              </a:rPr>
              <a:t>相比，</a:t>
            </a:r>
            <a:r>
              <a:rPr lang="en-US" altLang="zh-TW" dirty="0">
                <a:effectLst/>
              </a:rPr>
              <a:t>Space &amp; HAPS</a:t>
            </a:r>
            <a:r>
              <a:rPr lang="zh-TW" altLang="en-US" dirty="0">
                <a:effectLst/>
              </a:rPr>
              <a:t>系統的</a:t>
            </a:r>
            <a:r>
              <a:rPr lang="en-US" altLang="zh-TW" dirty="0">
                <a:effectLst/>
              </a:rPr>
              <a:t>cells</a:t>
            </a:r>
            <a:r>
              <a:rPr lang="zh-TW" altLang="en-US" dirty="0">
                <a:effectLst/>
              </a:rPr>
              <a:t>比較大並且會移動。</a:t>
            </a:r>
          </a:p>
          <a:p>
            <a:br>
              <a:rPr lang="zh-TW" altLang="en-US" dirty="0"/>
            </a:br>
            <a:endParaRPr lang="zh-TW" altLang="en-US" dirty="0"/>
          </a:p>
        </p:txBody>
      </p:sp>
      <p:sp>
        <p:nvSpPr>
          <p:cNvPr id="4" name="投影片編號版面配置區 3"/>
          <p:cNvSpPr>
            <a:spLocks noGrp="1"/>
          </p:cNvSpPr>
          <p:nvPr>
            <p:ph type="sldNum" sz="quarter" idx="10"/>
          </p:nvPr>
        </p:nvSpPr>
        <p:spPr/>
        <p:txBody>
          <a:bodyPr/>
          <a:lstStyle/>
          <a:p>
            <a:fld id="{CFBA0B38-C884-4DEB-A441-B3DDB1C4F916}" type="slidenum">
              <a:rPr kumimoji="1" lang="ja-JP" altLang="en-US" smtClean="0"/>
              <a:t>2</a:t>
            </a:fld>
            <a:endParaRPr kumimoji="1" lang="ja-JP" altLang="en-US"/>
          </a:p>
        </p:txBody>
      </p:sp>
    </p:spTree>
    <p:extLst>
      <p:ext uri="{BB962C8B-B14F-4D97-AF65-F5344CB8AC3E}">
        <p14:creationId xmlns:p14="http://schemas.microsoft.com/office/powerpoint/2010/main" val="2609551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2100" b="0" i="0" kern="1200" dirty="0">
                <a:solidFill>
                  <a:schemeClr val="tx1"/>
                </a:solidFill>
                <a:effectLst/>
                <a:latin typeface="+mn-lt"/>
                <a:ea typeface="+mn-ea"/>
                <a:cs typeface="+mn-cs"/>
              </a:rPr>
              <a:t>Cell</a:t>
            </a:r>
            <a:r>
              <a:rPr kumimoji="1" lang="zh-TW" altLang="en-US" sz="2100" b="0" i="0" kern="1200" dirty="0">
                <a:solidFill>
                  <a:schemeClr val="tx1"/>
                </a:solidFill>
                <a:effectLst/>
                <a:latin typeface="+mn-lt"/>
                <a:ea typeface="+mn-ea"/>
                <a:cs typeface="+mn-cs"/>
              </a:rPr>
              <a:t>的中心</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與邊緣</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的</a:t>
            </a:r>
            <a:r>
              <a:rPr kumimoji="1" lang="en-US" altLang="zh-TW" sz="2100" b="0" i="0" kern="1200" dirty="0">
                <a:solidFill>
                  <a:schemeClr val="tx1"/>
                </a:solidFill>
                <a:effectLst/>
                <a:latin typeface="+mn-lt"/>
                <a:ea typeface="+mn-ea"/>
                <a:cs typeface="+mn-cs"/>
              </a:rPr>
              <a:t>propagation delay</a:t>
            </a:r>
            <a:r>
              <a:rPr kumimoji="1" lang="zh-TW" altLang="en-US" sz="2100" b="0" i="0" kern="1200" dirty="0">
                <a:solidFill>
                  <a:schemeClr val="tx1"/>
                </a:solidFill>
                <a:effectLst/>
                <a:latin typeface="+mn-lt"/>
                <a:ea typeface="+mn-ea"/>
                <a:cs typeface="+mn-cs"/>
              </a:rPr>
              <a:t>差異明顯</a:t>
            </a:r>
            <a:r>
              <a:rPr kumimoji="1" lang="en-US" altLang="zh-TW" sz="2100" b="0" i="0" kern="1200" dirty="0">
                <a:solidFill>
                  <a:schemeClr val="tx1"/>
                </a:solidFill>
                <a:effectLst/>
                <a:latin typeface="+mn-lt"/>
                <a:ea typeface="+mn-ea"/>
                <a:cs typeface="+mn-cs"/>
              </a:rPr>
              <a:t>(</a:t>
            </a:r>
            <a:r>
              <a:rPr kumimoji="1" lang="zh-TW" altLang="en-US" sz="2100" b="0" i="0" kern="1200" dirty="0">
                <a:solidFill>
                  <a:schemeClr val="tx1"/>
                </a:solidFill>
                <a:effectLst/>
                <a:latin typeface="+mn-lt"/>
                <a:ea typeface="+mn-ea"/>
                <a:cs typeface="+mn-cs"/>
              </a:rPr>
              <a:t>特別在低仰角時</a:t>
            </a:r>
            <a:r>
              <a:rPr kumimoji="1" lang="en-US" altLang="zh-TW" sz="2100" b="0" i="0" kern="1200" dirty="0">
                <a:solidFill>
                  <a:schemeClr val="tx1"/>
                </a:solidFill>
                <a:effectLst/>
                <a:latin typeface="+mn-lt"/>
                <a:ea typeface="+mn-ea"/>
                <a:cs typeface="+mn-cs"/>
              </a:rPr>
              <a:t>)</a:t>
            </a:r>
            <a:r>
              <a:rPr kumimoji="1" lang="zh-TW" altLang="en-US" sz="2100" b="0" i="0" kern="1200" dirty="0">
                <a:solidFill>
                  <a:schemeClr val="tx1"/>
                </a:solidFill>
                <a:effectLst/>
                <a:latin typeface="+mn-lt"/>
                <a:ea typeface="+mn-ea"/>
                <a:cs typeface="+mn-cs"/>
              </a:rPr>
              <a:t>，</a:t>
            </a:r>
            <a:br>
              <a:rPr lang="zh-TW" altLang="en-US" dirty="0"/>
            </a:br>
            <a:r>
              <a:rPr kumimoji="1" lang="zh-TW" altLang="en-US" sz="2100" b="0" i="0" kern="1200" dirty="0">
                <a:solidFill>
                  <a:schemeClr val="tx1"/>
                </a:solidFill>
                <a:effectLst/>
                <a:latin typeface="+mn-lt"/>
                <a:ea typeface="+mn-ea"/>
                <a:cs typeface="+mn-cs"/>
              </a:rPr>
              <a:t>並且其差比隨衛星與</a:t>
            </a:r>
            <a:r>
              <a:rPr kumimoji="1" lang="en-US" altLang="zh-TW" sz="2100" b="0" i="0" kern="1200" dirty="0">
                <a:solidFill>
                  <a:schemeClr val="tx1"/>
                </a:solidFill>
                <a:effectLst/>
                <a:latin typeface="+mn-lt"/>
                <a:ea typeface="+mn-ea"/>
                <a:cs typeface="+mn-cs"/>
              </a:rPr>
              <a:t>HAPS</a:t>
            </a:r>
            <a:r>
              <a:rPr kumimoji="1" lang="zh-TW" altLang="en-US" sz="2100" b="0" i="0" kern="1200" dirty="0">
                <a:solidFill>
                  <a:schemeClr val="tx1"/>
                </a:solidFill>
                <a:effectLst/>
                <a:latin typeface="+mn-lt"/>
                <a:ea typeface="+mn-ea"/>
                <a:cs typeface="+mn-cs"/>
              </a:rPr>
              <a:t>的高度增加</a:t>
            </a:r>
            <a:endParaRPr lang="zh-TW" altLang="en-US" dirty="0"/>
          </a:p>
        </p:txBody>
      </p:sp>
      <p:sp>
        <p:nvSpPr>
          <p:cNvPr id="4" name="投影片編號版面配置區 3"/>
          <p:cNvSpPr>
            <a:spLocks noGrp="1"/>
          </p:cNvSpPr>
          <p:nvPr>
            <p:ph type="sldNum" sz="quarter" idx="5"/>
          </p:nvPr>
        </p:nvSpPr>
        <p:spPr/>
        <p:txBody>
          <a:bodyPr/>
          <a:lstStyle/>
          <a:p>
            <a:fld id="{CFBA0B38-C884-4DEB-A441-B3DDB1C4F916}" type="slidenum">
              <a:rPr kumimoji="1" lang="ja-JP" altLang="en-US" smtClean="0"/>
              <a:t>3</a:t>
            </a:fld>
            <a:endParaRPr kumimoji="1" lang="ja-JP" altLang="en-US"/>
          </a:p>
        </p:txBody>
      </p:sp>
    </p:spTree>
    <p:extLst>
      <p:ext uri="{BB962C8B-B14F-4D97-AF65-F5344CB8AC3E}">
        <p14:creationId xmlns:p14="http://schemas.microsoft.com/office/powerpoint/2010/main" val="3884834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sz="2100" b="0" i="0" kern="1200" dirty="0">
                <a:solidFill>
                  <a:schemeClr val="tx1"/>
                </a:solidFill>
                <a:effectLst/>
                <a:latin typeface="+mn-lt"/>
                <a:ea typeface="+mn-ea"/>
                <a:cs typeface="+mn-cs"/>
              </a:rPr>
              <a:t>在</a:t>
            </a:r>
            <a:r>
              <a:rPr kumimoji="1" lang="en-US" altLang="zh-TW" sz="2100" b="0" i="0" kern="1200" dirty="0">
                <a:solidFill>
                  <a:schemeClr val="tx1"/>
                </a:solidFill>
                <a:effectLst/>
                <a:latin typeface="+mn-lt"/>
                <a:ea typeface="+mn-ea"/>
                <a:cs typeface="+mn-cs"/>
              </a:rPr>
              <a:t>UEs</a:t>
            </a:r>
            <a:r>
              <a:rPr kumimoji="1" lang="zh-TW" altLang="en-US" sz="2100" b="0" i="0" kern="1200" dirty="0">
                <a:solidFill>
                  <a:schemeClr val="tx1"/>
                </a:solidFill>
                <a:effectLst/>
                <a:latin typeface="+mn-lt"/>
                <a:ea typeface="+mn-ea"/>
                <a:cs typeface="+mn-cs"/>
              </a:rPr>
              <a:t>的位置不知道的時候，在大的</a:t>
            </a:r>
            <a:r>
              <a:rPr kumimoji="1" lang="en-US" altLang="zh-TW" sz="2100" b="0" i="0" kern="1200" dirty="0">
                <a:solidFill>
                  <a:schemeClr val="tx1"/>
                </a:solidFill>
                <a:effectLst/>
                <a:latin typeface="+mn-lt"/>
                <a:ea typeface="+mn-ea"/>
                <a:cs typeface="+mn-cs"/>
              </a:rPr>
              <a:t>cell</a:t>
            </a:r>
            <a:r>
              <a:rPr kumimoji="1" lang="zh-TW" altLang="en-US" sz="2100" b="0" i="0" kern="1200" dirty="0">
                <a:solidFill>
                  <a:schemeClr val="tx1"/>
                </a:solidFill>
                <a:effectLst/>
                <a:latin typeface="+mn-lt"/>
                <a:ea typeface="+mn-ea"/>
                <a:cs typeface="+mn-cs"/>
              </a:rPr>
              <a:t>裡，</a:t>
            </a:r>
            <a:r>
              <a:rPr kumimoji="1" lang="en-US" altLang="zh-TW" sz="2100" b="0" i="0" kern="1200" dirty="0">
                <a:solidFill>
                  <a:schemeClr val="tx1"/>
                </a:solidFill>
                <a:effectLst/>
                <a:latin typeface="+mn-lt"/>
                <a:ea typeface="+mn-ea"/>
                <a:cs typeface="+mn-cs"/>
              </a:rPr>
              <a:t>UEs</a:t>
            </a:r>
            <a:r>
              <a:rPr kumimoji="1" lang="zh-TW" altLang="en-US" sz="2100" b="0" i="0" kern="1200" dirty="0">
                <a:solidFill>
                  <a:schemeClr val="tx1"/>
                </a:solidFill>
                <a:effectLst/>
                <a:latin typeface="+mn-lt"/>
                <a:ea typeface="+mn-ea"/>
                <a:cs typeface="+mn-cs"/>
              </a:rPr>
              <a:t>在進行</a:t>
            </a:r>
            <a:r>
              <a:rPr kumimoji="1" lang="en-US" altLang="zh-TW" sz="2100" b="0" i="0" kern="1200" dirty="0">
                <a:solidFill>
                  <a:schemeClr val="tx1"/>
                </a:solidFill>
                <a:effectLst/>
                <a:latin typeface="+mn-lt"/>
                <a:ea typeface="+mn-ea"/>
                <a:cs typeface="+mn-cs"/>
              </a:rPr>
              <a:t>initial access procedure</a:t>
            </a:r>
            <a:r>
              <a:rPr kumimoji="1" lang="zh-TW" altLang="en-US" sz="2100" b="0" i="0" kern="1200" dirty="0">
                <a:solidFill>
                  <a:schemeClr val="tx1"/>
                </a:solidFill>
                <a:effectLst/>
                <a:latin typeface="+mn-lt"/>
                <a:ea typeface="+mn-ea"/>
                <a:cs typeface="+mn-cs"/>
              </a:rPr>
              <a:t>時會引發</a:t>
            </a:r>
            <a:r>
              <a:rPr kumimoji="1" lang="en-US" altLang="zh-TW" sz="2100" b="0" i="0" kern="1200" dirty="0">
                <a:solidFill>
                  <a:schemeClr val="tx1"/>
                </a:solidFill>
                <a:effectLst/>
                <a:latin typeface="+mn-lt"/>
                <a:ea typeface="+mn-ea"/>
                <a:cs typeface="+mn-cs"/>
              </a:rPr>
              <a:t>near-far effect</a:t>
            </a:r>
            <a:r>
              <a:rPr kumimoji="1" lang="zh-TW" altLang="en-US" sz="2100" b="0" i="0" kern="1200" dirty="0">
                <a:solidFill>
                  <a:schemeClr val="tx1"/>
                </a:solidFill>
                <a:effectLst/>
                <a:latin typeface="+mn-lt"/>
                <a:ea typeface="+mn-ea"/>
                <a:cs typeface="+mn-cs"/>
              </a:rPr>
              <a:t>，</a:t>
            </a:r>
            <a:endParaRPr kumimoji="1" lang="en-US" altLang="zh-TW" sz="2100" b="0" i="0" kern="1200" dirty="0">
              <a:solidFill>
                <a:schemeClr val="tx1"/>
              </a:solidFill>
              <a:effectLst/>
              <a:latin typeface="+mn-lt"/>
              <a:ea typeface="+mn-ea"/>
              <a:cs typeface="+mn-cs"/>
            </a:endParaRPr>
          </a:p>
          <a:p>
            <a:r>
              <a:rPr kumimoji="1" lang="zh-TW" altLang="en-US" sz="2100" b="0" i="0" kern="1200" dirty="0">
                <a:solidFill>
                  <a:schemeClr val="tx1"/>
                </a:solidFill>
                <a:effectLst/>
                <a:latin typeface="+mn-lt"/>
                <a:ea typeface="+mn-ea"/>
                <a:cs typeface="+mn-cs"/>
              </a:rPr>
              <a:t>在</a:t>
            </a:r>
            <a:r>
              <a:rPr kumimoji="1" lang="en-US" altLang="zh-TW" sz="2100" b="0" i="0" kern="1200" dirty="0">
                <a:solidFill>
                  <a:schemeClr val="tx1"/>
                </a:solidFill>
                <a:effectLst/>
                <a:latin typeface="+mn-lt"/>
                <a:ea typeface="+mn-ea"/>
                <a:cs typeface="+mn-cs"/>
              </a:rPr>
              <a:t>CDMA</a:t>
            </a:r>
            <a:r>
              <a:rPr kumimoji="1" lang="zh-TW" altLang="en-US" sz="2100" b="0" i="0" kern="1200" dirty="0">
                <a:solidFill>
                  <a:schemeClr val="tx1"/>
                </a:solidFill>
                <a:effectLst/>
                <a:latin typeface="+mn-lt"/>
                <a:ea typeface="+mn-ea"/>
                <a:cs typeface="+mn-cs"/>
              </a:rPr>
              <a:t>系統下，有兩個</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 ，一近一遠，若兩個</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以同樣功率進行傳輸，基地台收到近</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的功率必大於遠</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的功率，這時對於近</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來說遠</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的信號就是噪聲，遠</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的信造比遠小於近</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，代表遠</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的通訊就會很困難，這時若遠</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想跟基地台保持通信，必須加大發射功率，這時近</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的信噪比就會下降，但為了能通訊，近</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又會加大發射功率，那互相較勁的結果就是最後只有近</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能夠與基地台通訊，那根據維基百科寫的，他說簡而言之，</a:t>
            </a:r>
            <a:r>
              <a:rPr kumimoji="1" lang="en-US" altLang="zh-TW" sz="2100" b="0" i="0" kern="1200" dirty="0">
                <a:solidFill>
                  <a:schemeClr val="tx1"/>
                </a:solidFill>
                <a:effectLst/>
                <a:latin typeface="+mn-lt"/>
                <a:ea typeface="+mn-ea"/>
                <a:cs typeface="+mn-cs"/>
              </a:rPr>
              <a:t>near-far effect</a:t>
            </a:r>
            <a:r>
              <a:rPr kumimoji="1" lang="zh-TW" altLang="en-US" sz="2100" b="0" i="0" kern="1200" dirty="0">
                <a:solidFill>
                  <a:schemeClr val="tx1"/>
                </a:solidFill>
                <a:effectLst/>
                <a:latin typeface="+mn-lt"/>
                <a:ea typeface="+mn-ea"/>
                <a:cs typeface="+mn-cs"/>
              </a:rPr>
              <a:t>就是過濾掉若信號質量通信的過程。</a:t>
            </a:r>
            <a:endParaRPr kumimoji="1" lang="en-US" altLang="zh-TW" sz="2100" b="0" i="0" kern="1200" dirty="0">
              <a:solidFill>
                <a:schemeClr val="tx1"/>
              </a:solidFill>
              <a:effectLst/>
              <a:latin typeface="+mn-lt"/>
              <a:ea typeface="+mn-ea"/>
              <a:cs typeface="+mn-cs"/>
            </a:endParaRPr>
          </a:p>
          <a:p>
            <a:r>
              <a:rPr kumimoji="1" lang="zh-TW" altLang="en-US" sz="2100" b="0" i="0" kern="1200" dirty="0">
                <a:solidFill>
                  <a:schemeClr val="tx1"/>
                </a:solidFill>
                <a:effectLst/>
                <a:latin typeface="+mn-lt"/>
                <a:ea typeface="+mn-ea"/>
                <a:cs typeface="+mn-cs"/>
              </a:rPr>
              <a:t>那一班來說要解決</a:t>
            </a:r>
            <a:r>
              <a:rPr kumimoji="1" lang="en-US" altLang="zh-TW" sz="2100" b="0" i="0" kern="1200" dirty="0">
                <a:solidFill>
                  <a:schemeClr val="tx1"/>
                </a:solidFill>
                <a:effectLst/>
                <a:latin typeface="+mn-lt"/>
                <a:ea typeface="+mn-ea"/>
                <a:cs typeface="+mn-cs"/>
              </a:rPr>
              <a:t>near-far effect</a:t>
            </a:r>
            <a:r>
              <a:rPr kumimoji="1" lang="zh-TW" altLang="en-US" sz="2100" b="0" i="0" kern="1200" dirty="0">
                <a:solidFill>
                  <a:schemeClr val="tx1"/>
                </a:solidFill>
                <a:effectLst/>
                <a:latin typeface="+mn-lt"/>
                <a:ea typeface="+mn-ea"/>
                <a:cs typeface="+mn-cs"/>
              </a:rPr>
              <a:t>就是近的</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用低發射功率，讓大家的信噪比相差不多，但是當近</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加大功率時，代表其他遠</a:t>
            </a:r>
            <a:r>
              <a:rPr kumimoji="1" lang="en-US" altLang="zh-TW" sz="2100" b="0" i="0" kern="1200" dirty="0">
                <a:solidFill>
                  <a:schemeClr val="tx1"/>
                </a:solidFill>
                <a:effectLst/>
                <a:latin typeface="+mn-lt"/>
                <a:ea typeface="+mn-ea"/>
                <a:cs typeface="+mn-cs"/>
              </a:rPr>
              <a:t>UE</a:t>
            </a:r>
            <a:r>
              <a:rPr kumimoji="1" lang="zh-TW" altLang="en-US" sz="2100" b="0" i="0" kern="1200" dirty="0">
                <a:solidFill>
                  <a:schemeClr val="tx1"/>
                </a:solidFill>
                <a:effectLst/>
                <a:latin typeface="+mn-lt"/>
                <a:ea typeface="+mn-ea"/>
                <a:cs typeface="+mn-cs"/>
              </a:rPr>
              <a:t>也都要加大功率。</a:t>
            </a:r>
            <a:endParaRPr kumimoji="1" lang="en-US" altLang="zh-TW" sz="2100" b="0" i="0" kern="1200" dirty="0">
              <a:solidFill>
                <a:schemeClr val="tx1"/>
              </a:solidFill>
              <a:effectLst/>
              <a:latin typeface="+mn-lt"/>
              <a:ea typeface="+mn-ea"/>
              <a:cs typeface="+mn-cs"/>
            </a:endParaRPr>
          </a:p>
          <a:p>
            <a:endParaRPr kumimoji="1" lang="en-US" altLang="zh-TW" sz="2100" b="0" i="0" kern="1200" dirty="0">
              <a:solidFill>
                <a:schemeClr val="tx1"/>
              </a:solidFill>
              <a:effectLst/>
              <a:latin typeface="+mn-lt"/>
              <a:ea typeface="+mn-ea"/>
              <a:cs typeface="+mn-cs"/>
            </a:endParaRPr>
          </a:p>
          <a:p>
            <a:endParaRPr kumimoji="1" lang="en-US" altLang="zh-TW" sz="2100" b="0" i="0" kern="1200" dirty="0">
              <a:solidFill>
                <a:schemeClr val="tx1"/>
              </a:solidFill>
              <a:effectLst/>
              <a:latin typeface="+mn-lt"/>
              <a:ea typeface="+mn-ea"/>
              <a:cs typeface="+mn-cs"/>
            </a:endParaRPr>
          </a:p>
          <a:p>
            <a:endParaRPr kumimoji="1" lang="en-US" altLang="zh-TW" sz="2100" b="0" i="0" kern="1200" dirty="0">
              <a:solidFill>
                <a:schemeClr val="tx1"/>
              </a:solidFill>
              <a:effectLst/>
              <a:latin typeface="+mn-lt"/>
              <a:ea typeface="+mn-ea"/>
              <a:cs typeface="+mn-cs"/>
            </a:endParaRPr>
          </a:p>
          <a:p>
            <a:r>
              <a:rPr kumimoji="1" lang="zh-TW" altLang="en-US" sz="2100" b="1" i="0" kern="1200" dirty="0">
                <a:solidFill>
                  <a:schemeClr val="tx1"/>
                </a:solidFill>
                <a:effectLst/>
                <a:latin typeface="+mn-lt"/>
                <a:ea typeface="+mn-ea"/>
                <a:cs typeface="+mn-cs"/>
              </a:rPr>
              <a:t>這可能需要擴展的採集窗口以提高性能</a:t>
            </a:r>
            <a:r>
              <a:rPr kumimoji="1" lang="zh-TW" altLang="en-US" sz="2100" b="0" i="0" kern="1200" dirty="0">
                <a:solidFill>
                  <a:schemeClr val="tx1"/>
                </a:solidFill>
                <a:effectLst/>
                <a:latin typeface="+mn-lt"/>
                <a:ea typeface="+mn-ea"/>
                <a:cs typeface="+mn-cs"/>
              </a:rPr>
              <a:t>。</a:t>
            </a:r>
            <a:r>
              <a:rPr kumimoji="1" lang="en-US" altLang="zh-TW" sz="2100" b="0" i="0" kern="1200" dirty="0">
                <a:solidFill>
                  <a:schemeClr val="tx1"/>
                </a:solidFill>
                <a:effectLst/>
                <a:latin typeface="+mn-lt"/>
                <a:ea typeface="+mn-ea"/>
                <a:cs typeface="+mn-cs"/>
              </a:rPr>
              <a:t>??</a:t>
            </a:r>
            <a:endParaRPr lang="zh-TW" altLang="en-US" dirty="0"/>
          </a:p>
        </p:txBody>
      </p:sp>
      <p:sp>
        <p:nvSpPr>
          <p:cNvPr id="4" name="投影片編號版面配置區 3"/>
          <p:cNvSpPr>
            <a:spLocks noGrp="1"/>
          </p:cNvSpPr>
          <p:nvPr>
            <p:ph type="sldNum" sz="quarter" idx="10"/>
          </p:nvPr>
        </p:nvSpPr>
        <p:spPr/>
        <p:txBody>
          <a:bodyPr/>
          <a:lstStyle/>
          <a:p>
            <a:fld id="{CFBA0B38-C884-4DEB-A441-B3DDB1C4F916}" type="slidenum">
              <a:rPr kumimoji="1" lang="ja-JP" altLang="en-US" smtClean="0"/>
              <a:t>4</a:t>
            </a:fld>
            <a:endParaRPr kumimoji="1" lang="ja-JP" altLang="en-US"/>
          </a:p>
        </p:txBody>
      </p:sp>
    </p:spTree>
    <p:extLst>
      <p:ext uri="{BB962C8B-B14F-4D97-AF65-F5344CB8AC3E}">
        <p14:creationId xmlns:p14="http://schemas.microsoft.com/office/powerpoint/2010/main" val="1082737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2100" b="0" i="0" kern="1200" dirty="0">
                <a:solidFill>
                  <a:schemeClr val="tx1"/>
                </a:solidFill>
                <a:effectLst/>
                <a:latin typeface="+mn-lt"/>
                <a:ea typeface="+mn-ea"/>
                <a:cs typeface="+mn-cs"/>
              </a:rPr>
              <a:t>Mobility management</a:t>
            </a:r>
            <a:r>
              <a:rPr kumimoji="1" lang="zh-TW" altLang="en-US" sz="2100" b="0" i="0" kern="1200" dirty="0">
                <a:solidFill>
                  <a:schemeClr val="tx1"/>
                </a:solidFill>
                <a:effectLst/>
                <a:latin typeface="+mn-lt"/>
                <a:ea typeface="+mn-ea"/>
                <a:cs typeface="+mn-cs"/>
              </a:rPr>
              <a:t>應要能容納</a:t>
            </a:r>
            <a:r>
              <a:rPr kumimoji="1" lang="en-US" altLang="zh-TW" sz="2100" b="0" i="0" kern="1200" dirty="0">
                <a:solidFill>
                  <a:schemeClr val="tx1"/>
                </a:solidFill>
                <a:effectLst/>
                <a:latin typeface="+mn-lt"/>
                <a:ea typeface="+mn-ea"/>
                <a:cs typeface="+mn-cs"/>
              </a:rPr>
              <a:t>NTN</a:t>
            </a:r>
            <a:r>
              <a:rPr kumimoji="1" lang="zh-TW" altLang="en-US" sz="2100" b="0" i="0" kern="1200" dirty="0">
                <a:solidFill>
                  <a:schemeClr val="tx1"/>
                </a:solidFill>
                <a:effectLst/>
                <a:latin typeface="+mn-lt"/>
                <a:ea typeface="+mn-ea"/>
                <a:cs typeface="+mn-cs"/>
              </a:rPr>
              <a:t>網路中的</a:t>
            </a:r>
            <a:r>
              <a:rPr kumimoji="1" lang="en-US" altLang="zh-TW" sz="2100" b="0" i="0" kern="1200" dirty="0">
                <a:solidFill>
                  <a:schemeClr val="tx1"/>
                </a:solidFill>
                <a:effectLst/>
                <a:latin typeface="+mn-lt"/>
                <a:ea typeface="+mn-ea"/>
                <a:cs typeface="+mn-cs"/>
              </a:rPr>
              <a:t>cell patterns(</a:t>
            </a:r>
            <a:r>
              <a:rPr kumimoji="1" lang="zh-TW" altLang="en-US" sz="2100" b="0" i="0" kern="1200" dirty="0">
                <a:solidFill>
                  <a:schemeClr val="tx1"/>
                </a:solidFill>
                <a:effectLst/>
                <a:latin typeface="+mn-lt"/>
                <a:ea typeface="+mn-ea"/>
                <a:cs typeface="+mn-cs"/>
              </a:rPr>
              <a:t>因為有不同大小且會移動的</a:t>
            </a:r>
            <a:r>
              <a:rPr kumimoji="1" lang="en-US" altLang="zh-TW" sz="2100" b="0" i="0" kern="1200" dirty="0">
                <a:solidFill>
                  <a:schemeClr val="tx1"/>
                </a:solidFill>
                <a:effectLst/>
                <a:latin typeface="+mn-lt"/>
                <a:ea typeface="+mn-ea"/>
                <a:cs typeface="+mn-cs"/>
              </a:rPr>
              <a:t>cells) </a:t>
            </a:r>
            <a:r>
              <a:rPr kumimoji="1" lang="zh-TW" altLang="en-US" sz="2100" b="0" i="0" kern="1200" dirty="0">
                <a:solidFill>
                  <a:schemeClr val="tx1"/>
                </a:solidFill>
                <a:effectLst/>
                <a:latin typeface="+mn-lt"/>
                <a:ea typeface="+mn-ea"/>
                <a:cs typeface="+mn-cs"/>
              </a:rPr>
              <a:t>另外要注意</a:t>
            </a:r>
            <a:r>
              <a:rPr kumimoji="1" lang="en-US" altLang="zh-TW" sz="2100" b="0" i="0" kern="1200" dirty="0">
                <a:solidFill>
                  <a:schemeClr val="tx1"/>
                </a:solidFill>
                <a:effectLst/>
                <a:latin typeface="+mn-lt"/>
                <a:ea typeface="+mn-ea"/>
                <a:cs typeface="+mn-cs"/>
              </a:rPr>
              <a:t>cell</a:t>
            </a:r>
            <a:r>
              <a:rPr kumimoji="1" lang="zh-TW" altLang="en-US" sz="2100" b="0" i="0" kern="1200" dirty="0">
                <a:solidFill>
                  <a:schemeClr val="tx1"/>
                </a:solidFill>
                <a:effectLst/>
                <a:latin typeface="+mn-lt"/>
                <a:ea typeface="+mn-ea"/>
                <a:cs typeface="+mn-cs"/>
              </a:rPr>
              <a:t>可能會跨國界</a:t>
            </a:r>
            <a:endParaRPr kumimoji="1" lang="en-US" altLang="zh-TW" sz="2100" b="0" i="0" kern="1200" dirty="0">
              <a:solidFill>
                <a:schemeClr val="tx1"/>
              </a:solidFill>
              <a:effectLst/>
              <a:latin typeface="+mn-lt"/>
              <a:ea typeface="+mn-ea"/>
              <a:cs typeface="+mn-cs"/>
            </a:endParaRPr>
          </a:p>
          <a:p>
            <a:r>
              <a:rPr kumimoji="1" lang="zh-TW" altLang="en-US" sz="2100" b="0" i="0" kern="1200" dirty="0">
                <a:solidFill>
                  <a:schemeClr val="tx1"/>
                </a:solidFill>
                <a:effectLst/>
                <a:latin typeface="+mn-lt"/>
                <a:ea typeface="+mn-ea"/>
                <a:cs typeface="+mn-cs"/>
              </a:rPr>
              <a:t>那因為有這些特性所以要考慮的有</a:t>
            </a:r>
            <a:r>
              <a:rPr kumimoji="1" lang="en-US" altLang="zh-TW" sz="2100" b="0" i="0" kern="1200" dirty="0">
                <a:solidFill>
                  <a:schemeClr val="tx1"/>
                </a:solidFill>
                <a:effectLst/>
                <a:latin typeface="+mn-lt"/>
                <a:ea typeface="+mn-ea"/>
                <a:cs typeface="+mn-cs"/>
              </a:rPr>
              <a:t>:</a:t>
            </a:r>
            <a:endParaRPr lang="zh-TW" altLang="en-US" dirty="0"/>
          </a:p>
        </p:txBody>
      </p:sp>
      <p:sp>
        <p:nvSpPr>
          <p:cNvPr id="4" name="投影片編號版面配置區 3"/>
          <p:cNvSpPr>
            <a:spLocks noGrp="1"/>
          </p:cNvSpPr>
          <p:nvPr>
            <p:ph type="sldNum" sz="quarter" idx="10"/>
          </p:nvPr>
        </p:nvSpPr>
        <p:spPr/>
        <p:txBody>
          <a:bodyPr/>
          <a:lstStyle/>
          <a:p>
            <a:fld id="{CFBA0B38-C884-4DEB-A441-B3DDB1C4F916}" type="slidenum">
              <a:rPr kumimoji="1" lang="ja-JP" altLang="en-US" smtClean="0"/>
              <a:t>5</a:t>
            </a:fld>
            <a:endParaRPr kumimoji="1" lang="ja-JP" altLang="en-US"/>
          </a:p>
        </p:txBody>
      </p:sp>
    </p:spTree>
    <p:extLst>
      <p:ext uri="{BB962C8B-B14F-4D97-AF65-F5344CB8AC3E}">
        <p14:creationId xmlns:p14="http://schemas.microsoft.com/office/powerpoint/2010/main" val="867321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sz="2100" b="0" i="0" kern="1200" dirty="0">
                <a:solidFill>
                  <a:schemeClr val="tx1"/>
                </a:solidFill>
                <a:effectLst/>
                <a:latin typeface="+mn-lt"/>
                <a:ea typeface="+mn-ea"/>
                <a:cs typeface="+mn-cs"/>
              </a:rPr>
              <a:t>因為</a:t>
            </a:r>
            <a:r>
              <a:rPr kumimoji="1" lang="en-US" altLang="zh-TW" sz="2100" b="0" i="0" kern="1200" dirty="0">
                <a:solidFill>
                  <a:schemeClr val="tx1"/>
                </a:solidFill>
                <a:effectLst/>
                <a:latin typeface="+mn-lt"/>
                <a:ea typeface="+mn-ea"/>
                <a:cs typeface="+mn-cs"/>
              </a:rPr>
              <a:t>NGSO</a:t>
            </a:r>
            <a:r>
              <a:rPr kumimoji="1" lang="zh-TW" altLang="en-US" sz="2100" b="0" i="0" kern="1200" dirty="0">
                <a:solidFill>
                  <a:schemeClr val="tx1"/>
                </a:solidFill>
                <a:effectLst/>
                <a:latin typeface="+mn-lt"/>
                <a:ea typeface="+mn-ea"/>
                <a:cs typeface="+mn-cs"/>
              </a:rPr>
              <a:t>與</a:t>
            </a:r>
            <a:r>
              <a:rPr kumimoji="1" lang="en-US" altLang="zh-TW" sz="2100" b="0" i="0" kern="1200" dirty="0">
                <a:solidFill>
                  <a:schemeClr val="tx1"/>
                </a:solidFill>
                <a:effectLst/>
                <a:latin typeface="+mn-lt"/>
                <a:ea typeface="+mn-ea"/>
                <a:cs typeface="+mn-cs"/>
              </a:rPr>
              <a:t>HAPS</a:t>
            </a:r>
            <a:r>
              <a:rPr kumimoji="1" lang="zh-TW" altLang="en-US" sz="2100" b="0" i="0" kern="1200" dirty="0">
                <a:solidFill>
                  <a:schemeClr val="tx1"/>
                </a:solidFill>
                <a:effectLst/>
                <a:latin typeface="+mn-lt"/>
                <a:ea typeface="+mn-ea"/>
                <a:cs typeface="+mn-cs"/>
              </a:rPr>
              <a:t>產生的</a:t>
            </a:r>
            <a:r>
              <a:rPr kumimoji="1" lang="en-US" altLang="zh-TW" sz="2100" b="0" i="0" kern="1200" dirty="0">
                <a:solidFill>
                  <a:schemeClr val="tx1"/>
                </a:solidFill>
                <a:effectLst/>
                <a:latin typeface="+mn-lt"/>
                <a:ea typeface="+mn-ea"/>
                <a:cs typeface="+mn-cs"/>
              </a:rPr>
              <a:t>cell</a:t>
            </a:r>
            <a:r>
              <a:rPr kumimoji="1" lang="zh-TW" altLang="en-US" sz="2100" b="0" i="0" kern="1200" dirty="0">
                <a:solidFill>
                  <a:schemeClr val="tx1"/>
                </a:solidFill>
                <a:effectLst/>
                <a:latin typeface="+mn-lt"/>
                <a:ea typeface="+mn-ea"/>
                <a:cs typeface="+mn-cs"/>
              </a:rPr>
              <a:t>會移動，因此在</a:t>
            </a:r>
            <a:r>
              <a:rPr kumimoji="1" lang="en-US" altLang="zh-TW" sz="2100" b="0" i="0" kern="1200" dirty="0">
                <a:solidFill>
                  <a:schemeClr val="tx1"/>
                </a:solidFill>
                <a:effectLst/>
                <a:latin typeface="+mn-lt"/>
                <a:ea typeface="+mn-ea"/>
                <a:cs typeface="+mn-cs"/>
              </a:rPr>
              <a:t>hand-over</a:t>
            </a:r>
            <a:r>
              <a:rPr kumimoji="1" lang="zh-TW" altLang="en-US" sz="2100" b="0" i="0" kern="1200" dirty="0">
                <a:solidFill>
                  <a:schemeClr val="tx1"/>
                </a:solidFill>
                <a:effectLst/>
                <a:latin typeface="+mn-lt"/>
                <a:ea typeface="+mn-ea"/>
                <a:cs typeface="+mn-cs"/>
              </a:rPr>
              <a:t>上不僅僅考慮移動的</a:t>
            </a:r>
            <a:r>
              <a:rPr kumimoji="1" lang="en-US" altLang="zh-TW" sz="2100" b="0" i="0" kern="1200" dirty="0">
                <a:solidFill>
                  <a:schemeClr val="tx1"/>
                </a:solidFill>
                <a:effectLst/>
                <a:latin typeface="+mn-lt"/>
                <a:ea typeface="+mn-ea"/>
                <a:cs typeface="+mn-cs"/>
              </a:rPr>
              <a:t>UEs</a:t>
            </a:r>
            <a:r>
              <a:rPr kumimoji="1" lang="zh-TW" altLang="en-US" sz="2100" b="0" i="0" kern="1200" dirty="0">
                <a:solidFill>
                  <a:schemeClr val="tx1"/>
                </a:solidFill>
                <a:effectLst/>
                <a:latin typeface="+mn-lt"/>
                <a:ea typeface="+mn-ea"/>
                <a:cs typeface="+mn-cs"/>
              </a:rPr>
              <a:t>，連固定位置的</a:t>
            </a:r>
            <a:r>
              <a:rPr kumimoji="1" lang="en-US" altLang="zh-TW" sz="2100" b="0" i="0" kern="1200" dirty="0">
                <a:solidFill>
                  <a:schemeClr val="tx1"/>
                </a:solidFill>
                <a:effectLst/>
                <a:latin typeface="+mn-lt"/>
                <a:ea typeface="+mn-ea"/>
                <a:cs typeface="+mn-cs"/>
              </a:rPr>
              <a:t>UEs</a:t>
            </a:r>
            <a:r>
              <a:rPr kumimoji="1" lang="zh-TW" altLang="en-US" sz="2100" b="0" i="0" kern="1200" dirty="0">
                <a:solidFill>
                  <a:schemeClr val="tx1"/>
                </a:solidFill>
                <a:effectLst/>
                <a:latin typeface="+mn-lt"/>
                <a:ea typeface="+mn-ea"/>
                <a:cs typeface="+mn-cs"/>
              </a:rPr>
              <a:t>都必須考慮會有</a:t>
            </a:r>
            <a:r>
              <a:rPr kumimoji="1" lang="en-US" altLang="zh-TW" sz="2100" b="0" i="0" kern="1200" dirty="0">
                <a:solidFill>
                  <a:schemeClr val="tx1"/>
                </a:solidFill>
                <a:effectLst/>
                <a:latin typeface="+mn-lt"/>
                <a:ea typeface="+mn-ea"/>
                <a:cs typeface="+mn-cs"/>
              </a:rPr>
              <a:t>hand-over</a:t>
            </a:r>
            <a:r>
              <a:rPr kumimoji="1" lang="zh-TW" altLang="en-US" sz="2100" b="0" i="0" kern="1200" dirty="0">
                <a:solidFill>
                  <a:schemeClr val="tx1"/>
                </a:solidFill>
                <a:effectLst/>
                <a:latin typeface="+mn-lt"/>
                <a:ea typeface="+mn-ea"/>
                <a:cs typeface="+mn-cs"/>
              </a:rPr>
              <a:t>的問題。</a:t>
            </a:r>
            <a:endParaRPr kumimoji="1" lang="en-US" altLang="zh-TW" sz="2100" b="0" i="0" kern="1200" dirty="0">
              <a:solidFill>
                <a:schemeClr val="tx1"/>
              </a:solidFill>
              <a:effectLst/>
              <a:latin typeface="+mn-lt"/>
              <a:ea typeface="+mn-ea"/>
              <a:cs typeface="+mn-cs"/>
            </a:endParaRPr>
          </a:p>
          <a:p>
            <a:r>
              <a:rPr kumimoji="1" lang="en-US" altLang="zh-TW" sz="2100" b="0" i="0" kern="1200" dirty="0">
                <a:solidFill>
                  <a:schemeClr val="tx1"/>
                </a:solidFill>
                <a:effectLst/>
                <a:latin typeface="+mn-lt"/>
                <a:ea typeface="+mn-ea"/>
                <a:cs typeface="+mn-cs"/>
              </a:rPr>
              <a:t>paging</a:t>
            </a:r>
            <a:r>
              <a:rPr kumimoji="1" lang="zh-TW" altLang="en-US" sz="2100" b="0" i="0" kern="1200" dirty="0">
                <a:solidFill>
                  <a:schemeClr val="tx1"/>
                </a:solidFill>
                <a:effectLst/>
                <a:latin typeface="+mn-lt"/>
                <a:ea typeface="+mn-ea"/>
                <a:cs typeface="+mn-cs"/>
              </a:rPr>
              <a:t>和</a:t>
            </a:r>
            <a:r>
              <a:rPr kumimoji="1" lang="en-US" altLang="zh-TW" sz="2100" b="0" i="0" kern="1200" dirty="0">
                <a:solidFill>
                  <a:schemeClr val="tx1"/>
                </a:solidFill>
                <a:effectLst/>
                <a:latin typeface="+mn-lt"/>
                <a:ea typeface="+mn-ea"/>
                <a:cs typeface="+mn-cs"/>
              </a:rPr>
              <a:t>hand-over</a:t>
            </a:r>
            <a:r>
              <a:rPr kumimoji="1" lang="zh-TW" altLang="en-US" sz="2100" b="0" i="0" kern="1200" dirty="0">
                <a:solidFill>
                  <a:schemeClr val="tx1"/>
                </a:solidFill>
                <a:effectLst/>
                <a:latin typeface="+mn-lt"/>
                <a:ea typeface="+mn-ea"/>
                <a:cs typeface="+mn-cs"/>
              </a:rPr>
              <a:t>應考慮到</a:t>
            </a:r>
            <a:r>
              <a:rPr kumimoji="1" lang="en-US" altLang="zh-TW" sz="2100" b="0" i="0" kern="1200" dirty="0">
                <a:solidFill>
                  <a:schemeClr val="tx1"/>
                </a:solidFill>
                <a:effectLst/>
                <a:latin typeface="+mn-lt"/>
                <a:ea typeface="+mn-ea"/>
                <a:cs typeface="+mn-cs"/>
              </a:rPr>
              <a:t>cell pattern</a:t>
            </a:r>
            <a:r>
              <a:rPr kumimoji="1" lang="zh-TW" altLang="en-US" sz="2100" b="0" i="0" kern="1200" dirty="0">
                <a:solidFill>
                  <a:schemeClr val="tx1"/>
                </a:solidFill>
                <a:effectLst/>
                <a:latin typeface="+mn-lt"/>
                <a:ea typeface="+mn-ea"/>
                <a:cs typeface="+mn-cs"/>
              </a:rPr>
              <a:t>相對於</a:t>
            </a:r>
            <a:r>
              <a:rPr kumimoji="1" lang="en-US" altLang="zh-TW" sz="2100" b="0" i="0" kern="1200" dirty="0">
                <a:solidFill>
                  <a:schemeClr val="tx1"/>
                </a:solidFill>
                <a:effectLst/>
                <a:latin typeface="+mn-lt"/>
                <a:ea typeface="+mn-ea"/>
                <a:cs typeface="+mn-cs"/>
              </a:rPr>
              <a:t>tracking area</a:t>
            </a:r>
            <a:r>
              <a:rPr kumimoji="1" lang="zh-TW" altLang="en-US" sz="2100" b="0" i="0" kern="1200" dirty="0">
                <a:solidFill>
                  <a:schemeClr val="tx1"/>
                </a:solidFill>
                <a:effectLst/>
                <a:latin typeface="+mn-lt"/>
                <a:ea typeface="+mn-ea"/>
                <a:cs typeface="+mn-cs"/>
              </a:rPr>
              <a:t>的運動。 可能需要對</a:t>
            </a:r>
            <a:r>
              <a:rPr kumimoji="1" lang="en-US" altLang="zh-TW" sz="2100" b="0" i="0" kern="1200" dirty="0">
                <a:solidFill>
                  <a:schemeClr val="tx1"/>
                </a:solidFill>
                <a:effectLst/>
                <a:latin typeface="+mn-lt"/>
                <a:ea typeface="+mn-ea"/>
                <a:cs typeface="+mn-cs"/>
              </a:rPr>
              <a:t>tracking area</a:t>
            </a:r>
            <a:r>
              <a:rPr kumimoji="1" lang="zh-TW" altLang="en-US" sz="2100" b="0" i="0" kern="1200" dirty="0">
                <a:solidFill>
                  <a:schemeClr val="tx1"/>
                </a:solidFill>
                <a:effectLst/>
                <a:latin typeface="+mn-lt"/>
                <a:ea typeface="+mn-ea"/>
                <a:cs typeface="+mn-cs"/>
              </a:rPr>
              <a:t>設計進行進一步分析</a:t>
            </a:r>
            <a:endParaRPr lang="zh-TW" altLang="en-US" dirty="0"/>
          </a:p>
        </p:txBody>
      </p:sp>
      <p:sp>
        <p:nvSpPr>
          <p:cNvPr id="4" name="投影片編號版面配置區 3"/>
          <p:cNvSpPr>
            <a:spLocks noGrp="1"/>
          </p:cNvSpPr>
          <p:nvPr>
            <p:ph type="sldNum" sz="quarter" idx="10"/>
          </p:nvPr>
        </p:nvSpPr>
        <p:spPr/>
        <p:txBody>
          <a:bodyPr/>
          <a:lstStyle/>
          <a:p>
            <a:fld id="{CFBA0B38-C884-4DEB-A441-B3DDB1C4F916}" type="slidenum">
              <a:rPr kumimoji="1" lang="ja-JP" altLang="en-US" smtClean="0"/>
              <a:t>6</a:t>
            </a:fld>
            <a:endParaRPr kumimoji="1" lang="ja-JP" altLang="en-US"/>
          </a:p>
        </p:txBody>
      </p:sp>
    </p:spTree>
    <p:extLst>
      <p:ext uri="{BB962C8B-B14F-4D97-AF65-F5344CB8AC3E}">
        <p14:creationId xmlns:p14="http://schemas.microsoft.com/office/powerpoint/2010/main" val="3093746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g"/><Relationship Id="rId1" Type="http://schemas.openxmlformats.org/officeDocument/2006/relationships/slideMaster" Target="../slideMasters/slideMaster1.xml"/><Relationship Id="rId5" Type="http://schemas.openxmlformats.org/officeDocument/2006/relationships/image" Target="../media/image2.jpg"/><Relationship Id="rId4" Type="http://schemas.openxmlformats.org/officeDocument/2006/relationships/image" Target="../media/image6.jp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7.jpg"/></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2.jpg"/><Relationship Id="rId4" Type="http://schemas.openxmlformats.org/officeDocument/2006/relationships/image" Target="../media/image11.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7.jp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2.jp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7.jp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2.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5.png"/><Relationship Id="rId4" Type="http://schemas.openxmlformats.org/officeDocument/2006/relationships/image" Target="../media/image13.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g"/><Relationship Id="rId1" Type="http://schemas.openxmlformats.org/officeDocument/2006/relationships/slideMaster" Target="../slideMasters/slideMaster2.xml"/><Relationship Id="rId5" Type="http://schemas.openxmlformats.org/officeDocument/2006/relationships/image" Target="../media/image14.png"/><Relationship Id="rId4" Type="http://schemas.openxmlformats.org/officeDocument/2006/relationships/image" Target="../media/image4.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jpg"/><Relationship Id="rId1" Type="http://schemas.openxmlformats.org/officeDocument/2006/relationships/slideMaster" Target="../slideMasters/slideMaster2.xml"/><Relationship Id="rId5" Type="http://schemas.openxmlformats.org/officeDocument/2006/relationships/image" Target="../media/image2.jpg"/><Relationship Id="rId4" Type="http://schemas.openxmlformats.org/officeDocument/2006/relationships/image" Target="../media/image5.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jpg"/><Relationship Id="rId1" Type="http://schemas.openxmlformats.org/officeDocument/2006/relationships/slideMaster" Target="../slideMasters/slideMaster4.xml"/><Relationship Id="rId5" Type="http://schemas.openxmlformats.org/officeDocument/2006/relationships/image" Target="../media/image2.jpg"/><Relationship Id="rId4" Type="http://schemas.openxmlformats.org/officeDocument/2006/relationships/image" Target="../media/image18.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jpg"/><Relationship Id="rId1" Type="http://schemas.openxmlformats.org/officeDocument/2006/relationships/slideMaster" Target="../slideMasters/slideMaster4.xml"/><Relationship Id="rId5" Type="http://schemas.openxmlformats.org/officeDocument/2006/relationships/image" Target="../media/image2.jpg"/><Relationship Id="rId4" Type="http://schemas.openxmlformats.org/officeDocument/2006/relationships/image" Target="../media/image18.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5.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image" Target="../media/image2.jp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jpg"/><Relationship Id="rId1" Type="http://schemas.openxmlformats.org/officeDocument/2006/relationships/slideMaster" Target="../slideMasters/slideMaster4.xml"/><Relationship Id="rId4" Type="http://schemas.openxmlformats.org/officeDocument/2006/relationships/image" Target="../media/image19.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1.png"/><Relationship Id="rId1" Type="http://schemas.openxmlformats.org/officeDocument/2006/relationships/slideMaster" Target="../slideMasters/slideMaster5.xml"/><Relationship Id="rId5" Type="http://schemas.openxmlformats.org/officeDocument/2006/relationships/image" Target="../media/image20.png"/><Relationship Id="rId4" Type="http://schemas.openxmlformats.org/officeDocument/2006/relationships/image" Target="../media/image2.jp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Master" Target="../slideMasters/slideMaster5.xml"/><Relationship Id="rId4" Type="http://schemas.openxmlformats.org/officeDocument/2006/relationships/image" Target="../media/image7.jp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7.jpg"/><Relationship Id="rId1" Type="http://schemas.openxmlformats.org/officeDocument/2006/relationships/slideMaster" Target="../slideMasters/slideMaster6.xml"/><Relationship Id="rId5" Type="http://schemas.openxmlformats.org/officeDocument/2006/relationships/image" Target="../media/image2.jp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o Conten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1518657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Just Tex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6988268" y="647706"/>
            <a:ext cx="759574" cy="547688"/>
          </a:xfrm>
        </p:spPr>
        <p:txBody>
          <a:bodyPr/>
          <a:lstStyle/>
          <a:p>
            <a:fld id="{FADD65F2-3061-4838-8922-F719F7BAC906}" type="slidenum">
              <a:rPr lang="ja-JP" altLang="en-US" smtClean="0"/>
              <a:pPr/>
              <a:t>‹#›</a:t>
            </a:fld>
            <a:endParaRPr lang="ja-JP" altLang="en-US" dirty="0"/>
          </a:p>
        </p:txBody>
      </p:sp>
      <p:sp>
        <p:nvSpPr>
          <p:cNvPr id="6" name="テキスト プレースホルダー 5"/>
          <p:cNvSpPr>
            <a:spLocks noGrp="1"/>
          </p:cNvSpPr>
          <p:nvPr>
            <p:ph type="body" sz="quarter" idx="12" hasCustomPrompt="1"/>
          </p:nvPr>
        </p:nvSpPr>
        <p:spPr>
          <a:xfrm>
            <a:off x="1137443" y="2757492"/>
            <a:ext cx="16016288" cy="5214937"/>
          </a:xfrm>
        </p:spPr>
        <p:txBody>
          <a:bodyPr anchor="ctr">
            <a:normAutofit/>
          </a:bodyPr>
          <a:lstStyle>
            <a:lvl1pPr algn="ctr">
              <a:defRPr sz="2400" baseline="0">
                <a:solidFill>
                  <a:schemeClr val="tx2"/>
                </a:solidFill>
              </a:defRPr>
            </a:lvl1pPr>
          </a:lstStyle>
          <a:p>
            <a:pPr lvl="0"/>
            <a:r>
              <a:rPr kumimoji="1" lang="en-US" altLang="ja-JP" dirty="0"/>
              <a:t>Text Here</a:t>
            </a:r>
            <a:endParaRPr kumimoji="1" lang="ja-JP" altLang="en-US" dirty="0"/>
          </a:p>
        </p:txBody>
      </p:sp>
      <p:sp>
        <p:nvSpPr>
          <p:cNvPr id="7"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1400621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7" grpId="0" build="p">
        <p:tmplLst>
          <p:tmpl lvl="1">
            <p:tnLst>
              <p:par>
                <p:cTn presetID="2" presetClass="entr" presetSubtype="1" decel="10000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6" name="二等辺三角形 10"/>
          <p:cNvSpPr/>
          <p:nvPr/>
        </p:nvSpPr>
        <p:spPr>
          <a:xfrm rot="5400000">
            <a:off x="4653045" y="-67652"/>
            <a:ext cx="899888" cy="6981537"/>
          </a:xfrm>
          <a:custGeom>
            <a:avLst/>
            <a:gdLst/>
            <a:ahLst/>
            <a:cxnLst/>
            <a:rect l="l" t="t" r="r" b="b"/>
            <a:pathLst>
              <a:path w="899888" h="6981537">
                <a:moveTo>
                  <a:pt x="0" y="6981537"/>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6981537"/>
                </a:lnTo>
                <a:close/>
              </a:path>
            </a:pathLst>
          </a:cu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0" name="グループ化 29"/>
          <p:cNvGrpSpPr/>
          <p:nvPr userDrawn="1"/>
        </p:nvGrpSpPr>
        <p:grpSpPr>
          <a:xfrm>
            <a:off x="1726747" y="3083390"/>
            <a:ext cx="6655890" cy="663576"/>
            <a:chOff x="1012371" y="3126253"/>
            <a:chExt cx="6655890" cy="663576"/>
          </a:xfrm>
        </p:grpSpPr>
        <p:cxnSp>
          <p:nvCxnSpPr>
            <p:cNvPr id="7" name="直線コネクタ 6"/>
            <p:cNvCxnSpPr/>
            <p:nvPr/>
          </p:nvCxnSpPr>
          <p:spPr>
            <a:xfrm>
              <a:off x="1012371" y="3126253"/>
              <a:ext cx="6309180"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flipV="1">
              <a:off x="1012371" y="3789828"/>
              <a:ext cx="6309180"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11" name="図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8412" y="2561783"/>
            <a:ext cx="482540" cy="1722666"/>
          </a:xfrm>
          <a:prstGeom prst="rect">
            <a:avLst/>
          </a:prstGeom>
        </p:spPr>
      </p:pic>
      <p:sp>
        <p:nvSpPr>
          <p:cNvPr id="29"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31" name="テキスト プレースホルダー 5"/>
          <p:cNvSpPr>
            <a:spLocks noGrp="1"/>
          </p:cNvSpPr>
          <p:nvPr>
            <p:ph type="body" sz="quarter" idx="15" hasCustomPrompt="1"/>
          </p:nvPr>
        </p:nvSpPr>
        <p:spPr>
          <a:xfrm>
            <a:off x="1726747" y="3083390"/>
            <a:ext cx="630918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2" name="テキスト プレースホルダー 5"/>
          <p:cNvSpPr>
            <a:spLocks noGrp="1"/>
          </p:cNvSpPr>
          <p:nvPr>
            <p:ph type="body" sz="quarter" idx="12" hasCustomPrompt="1"/>
          </p:nvPr>
        </p:nvSpPr>
        <p:spPr>
          <a:xfrm>
            <a:off x="1726747" y="3915925"/>
            <a:ext cx="6309180" cy="4470839"/>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3" name="二等辺三角形 10"/>
          <p:cNvSpPr/>
          <p:nvPr userDrawn="1"/>
        </p:nvSpPr>
        <p:spPr>
          <a:xfrm rot="5400000">
            <a:off x="12992855" y="-67647"/>
            <a:ext cx="899888" cy="6981537"/>
          </a:xfrm>
          <a:custGeom>
            <a:avLst/>
            <a:gdLst/>
            <a:ahLst/>
            <a:cxnLst/>
            <a:rect l="l" t="t" r="r" b="b"/>
            <a:pathLst>
              <a:path w="899888" h="6981537">
                <a:moveTo>
                  <a:pt x="0" y="6981537"/>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6981537"/>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4" name="グループ化 33"/>
          <p:cNvGrpSpPr/>
          <p:nvPr userDrawn="1"/>
        </p:nvGrpSpPr>
        <p:grpSpPr>
          <a:xfrm>
            <a:off x="10066557" y="3083395"/>
            <a:ext cx="6655890" cy="663576"/>
            <a:chOff x="1012371" y="3126253"/>
            <a:chExt cx="6655890" cy="663576"/>
          </a:xfrm>
        </p:grpSpPr>
        <p:cxnSp>
          <p:nvCxnSpPr>
            <p:cNvPr id="35" name="直線コネクタ 34"/>
            <p:cNvCxnSpPr/>
            <p:nvPr/>
          </p:nvCxnSpPr>
          <p:spPr>
            <a:xfrm>
              <a:off x="1012371" y="3126253"/>
              <a:ext cx="6309180"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flipV="1">
              <a:off x="1012371" y="3789828"/>
              <a:ext cx="6309180"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39" name="図 3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74890" y="2561788"/>
            <a:ext cx="482540" cy="1722666"/>
          </a:xfrm>
          <a:prstGeom prst="rect">
            <a:avLst/>
          </a:prstGeom>
        </p:spPr>
      </p:pic>
      <p:sp>
        <p:nvSpPr>
          <p:cNvPr id="40" name="テキスト プレースホルダー 5"/>
          <p:cNvSpPr>
            <a:spLocks noGrp="1"/>
          </p:cNvSpPr>
          <p:nvPr>
            <p:ph type="body" sz="quarter" idx="16" hasCustomPrompt="1"/>
          </p:nvPr>
        </p:nvSpPr>
        <p:spPr>
          <a:xfrm>
            <a:off x="10066557" y="3083395"/>
            <a:ext cx="630918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41" name="テキスト プレースホルダー 5"/>
          <p:cNvSpPr>
            <a:spLocks noGrp="1"/>
          </p:cNvSpPr>
          <p:nvPr>
            <p:ph type="body" sz="quarter" idx="17" hasCustomPrompt="1"/>
          </p:nvPr>
        </p:nvSpPr>
        <p:spPr>
          <a:xfrm>
            <a:off x="10066557" y="3915930"/>
            <a:ext cx="6309180" cy="4470839"/>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3538154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 calcmode="lin" valueType="num">
                                      <p:cBhvr additive="base">
                                        <p:cTn id="7"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250"/>
                                        <p:tgtEl>
                                          <p:spTgt spid="11"/>
                                        </p:tgtEl>
                                      </p:cBhvr>
                                    </p:animEffect>
                                  </p:childTnLst>
                                </p:cTn>
                              </p:par>
                              <p:par>
                                <p:cTn id="13" presetID="22" presetClass="entr" presetSubtype="8" fill="hold" grpId="0" nodeType="withEffect">
                                  <p:stCondLst>
                                    <p:cond delay="25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nodeType="withEffect">
                                  <p:stCondLst>
                                    <p:cond delay="500"/>
                                  </p:stCondLst>
                                  <p:childTnLst>
                                    <p:set>
                                      <p:cBhvr>
                                        <p:cTn id="17" dur="1" fill="hold">
                                          <p:stCondLst>
                                            <p:cond delay="0"/>
                                          </p:stCondLst>
                                        </p:cTn>
                                        <p:tgtEl>
                                          <p:spTgt spid="30"/>
                                        </p:tgtEl>
                                        <p:attrNameLst>
                                          <p:attrName>style.visibility</p:attrName>
                                        </p:attrNameLst>
                                      </p:cBhvr>
                                      <p:to>
                                        <p:strVal val="visible"/>
                                      </p:to>
                                    </p:set>
                                    <p:animEffect transition="in" filter="wipe(left)">
                                      <p:cBhvr>
                                        <p:cTn id="18" dur="500"/>
                                        <p:tgtEl>
                                          <p:spTgt spid="30"/>
                                        </p:tgtEl>
                                      </p:cBhvr>
                                    </p:animEffect>
                                  </p:childTnLst>
                                </p:cTn>
                              </p:par>
                              <p:par>
                                <p:cTn id="19" presetID="2" presetClass="entr" presetSubtype="2" decel="100000" fill="hold" grpId="0" nodeType="withEffect">
                                  <p:stCondLst>
                                    <p:cond delay="500"/>
                                  </p:stCondLst>
                                  <p:childTnLst>
                                    <p:set>
                                      <p:cBhvr>
                                        <p:cTn id="20" dur="1" fill="hold">
                                          <p:stCondLst>
                                            <p:cond delay="0"/>
                                          </p:stCondLst>
                                        </p:cTn>
                                        <p:tgtEl>
                                          <p:spTgt spid="31">
                                            <p:txEl>
                                              <p:pRg st="0" end="0"/>
                                            </p:txEl>
                                          </p:spTgt>
                                        </p:tgtEl>
                                        <p:attrNameLst>
                                          <p:attrName>style.visibility</p:attrName>
                                        </p:attrNameLst>
                                      </p:cBhvr>
                                      <p:to>
                                        <p:strVal val="visible"/>
                                      </p:to>
                                    </p:set>
                                    <p:anim calcmode="lin" valueType="num">
                                      <p:cBhvr additive="base">
                                        <p:cTn id="21" dur="1000" fill="hold"/>
                                        <p:tgtEl>
                                          <p:spTgt spid="31">
                                            <p:txEl>
                                              <p:pRg st="0" end="0"/>
                                            </p:txEl>
                                          </p:spTgt>
                                        </p:tgtEl>
                                        <p:attrNameLst>
                                          <p:attrName>ppt_x</p:attrName>
                                        </p:attrNameLst>
                                      </p:cBhvr>
                                      <p:tavLst>
                                        <p:tav tm="0">
                                          <p:val>
                                            <p:strVal val="1+#ppt_w/2"/>
                                          </p:val>
                                        </p:tav>
                                        <p:tav tm="100000">
                                          <p:val>
                                            <p:strVal val="#ppt_x"/>
                                          </p:val>
                                        </p:tav>
                                      </p:tavLst>
                                    </p:anim>
                                    <p:anim calcmode="lin" valueType="num">
                                      <p:cBhvr additive="base">
                                        <p:cTn id="22" dur="1000" fill="hold"/>
                                        <p:tgtEl>
                                          <p:spTgt spid="31">
                                            <p:txEl>
                                              <p:pRg st="0" end="0"/>
                                            </p:txEl>
                                          </p:spTgt>
                                        </p:tgtEl>
                                        <p:attrNameLst>
                                          <p:attrName>ppt_y</p:attrName>
                                        </p:attrNameLst>
                                      </p:cBhvr>
                                      <p:tavLst>
                                        <p:tav tm="0">
                                          <p:val>
                                            <p:strVal val="#ppt_y"/>
                                          </p:val>
                                        </p:tav>
                                        <p:tav tm="100000">
                                          <p:val>
                                            <p:strVal val="#ppt_y"/>
                                          </p:val>
                                        </p:tav>
                                      </p:tavLst>
                                    </p:anim>
                                  </p:childTnLst>
                                </p:cTn>
                              </p:par>
                              <p:par>
                                <p:cTn id="23" presetID="10" presetClass="entr" presetSubtype="0" fill="hold" grpId="1" nodeType="withEffect">
                                  <p:stCondLst>
                                    <p:cond delay="1000"/>
                                  </p:stCondLst>
                                  <p:childTnLst>
                                    <p:set>
                                      <p:cBhvr>
                                        <p:cTn id="24" dur="1" fill="hold">
                                          <p:stCondLst>
                                            <p:cond delay="0"/>
                                          </p:stCondLst>
                                        </p:cTn>
                                        <p:tgtEl>
                                          <p:spTgt spid="31">
                                            <p:txEl>
                                              <p:pRg st="0" end="0"/>
                                            </p:txEl>
                                          </p:spTgt>
                                        </p:tgtEl>
                                        <p:attrNameLst>
                                          <p:attrName>style.visibility</p:attrName>
                                        </p:attrNameLst>
                                      </p:cBhvr>
                                      <p:to>
                                        <p:strVal val="visible"/>
                                      </p:to>
                                    </p:set>
                                    <p:animEffect transition="in" filter="fade">
                                      <p:cBhvr>
                                        <p:cTn id="25" dur="500"/>
                                        <p:tgtEl>
                                          <p:spTgt spid="31">
                                            <p:txEl>
                                              <p:pRg st="0" end="0"/>
                                            </p:txEl>
                                          </p:spTgt>
                                        </p:tgtEl>
                                      </p:cBhvr>
                                    </p:animEffect>
                                  </p:childTnLst>
                                </p:cTn>
                              </p:par>
                              <p:par>
                                <p:cTn id="26" presetID="1" presetClass="exit" presetSubtype="0" fill="hold" grpId="2" nodeType="withEffect">
                                  <p:stCondLst>
                                    <p:cond delay="500"/>
                                  </p:stCondLst>
                                  <p:childTnLst>
                                    <p:set>
                                      <p:cBhvr>
                                        <p:cTn id="27" dur="1" fill="hold">
                                          <p:stCondLst>
                                            <p:cond delay="0"/>
                                          </p:stCondLst>
                                        </p:cTn>
                                        <p:tgtEl>
                                          <p:spTgt spid="31">
                                            <p:txEl>
                                              <p:pRg st="0" end="0"/>
                                            </p:txEl>
                                          </p:spTgt>
                                        </p:tgtEl>
                                        <p:attrNameLst>
                                          <p:attrName>style.visibility</p:attrName>
                                        </p:attrNameLst>
                                      </p:cBhvr>
                                      <p:to>
                                        <p:strVal val="hidden"/>
                                      </p:to>
                                    </p:se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32">
                                            <p:txEl>
                                              <p:pRg st="0" end="0"/>
                                            </p:txEl>
                                          </p:spTgt>
                                        </p:tgtEl>
                                        <p:attrNameLst>
                                          <p:attrName>style.visibility</p:attrName>
                                        </p:attrNameLst>
                                      </p:cBhvr>
                                      <p:to>
                                        <p:strVal val="visible"/>
                                      </p:to>
                                    </p:set>
                                    <p:animEffect transition="in" filter="fade">
                                      <p:cBhvr>
                                        <p:cTn id="31" dur="500"/>
                                        <p:tgtEl>
                                          <p:spTgt spid="32">
                                            <p:txEl>
                                              <p:pRg st="0" end="0"/>
                                            </p:txEl>
                                          </p:spTgt>
                                        </p:tgtEl>
                                      </p:cBhvr>
                                    </p:animEffect>
                                  </p:childTnLst>
                                </p:cTn>
                              </p:par>
                            </p:childTnLst>
                          </p:cTn>
                        </p:par>
                        <p:par>
                          <p:cTn id="32" fill="hold">
                            <p:stCondLst>
                              <p:cond delay="2500"/>
                            </p:stCondLst>
                            <p:childTnLst>
                              <p:par>
                                <p:cTn id="33" presetID="22" presetClass="entr" presetSubtype="1"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up)">
                                      <p:cBhvr>
                                        <p:cTn id="35" dur="250"/>
                                        <p:tgtEl>
                                          <p:spTgt spid="39"/>
                                        </p:tgtEl>
                                      </p:cBhvr>
                                    </p:animEffect>
                                  </p:childTnLst>
                                </p:cTn>
                              </p:par>
                              <p:par>
                                <p:cTn id="36" presetID="22" presetClass="entr" presetSubtype="8" fill="hold" grpId="0" nodeType="withEffect">
                                  <p:stCondLst>
                                    <p:cond delay="250"/>
                                  </p:stCondLst>
                                  <p:childTnLst>
                                    <p:set>
                                      <p:cBhvr>
                                        <p:cTn id="37" dur="1" fill="hold">
                                          <p:stCondLst>
                                            <p:cond delay="0"/>
                                          </p:stCondLst>
                                        </p:cTn>
                                        <p:tgtEl>
                                          <p:spTgt spid="33"/>
                                        </p:tgtEl>
                                        <p:attrNameLst>
                                          <p:attrName>style.visibility</p:attrName>
                                        </p:attrNameLst>
                                      </p:cBhvr>
                                      <p:to>
                                        <p:strVal val="visible"/>
                                      </p:to>
                                    </p:set>
                                    <p:animEffect transition="in" filter="wipe(left)">
                                      <p:cBhvr>
                                        <p:cTn id="38" dur="500"/>
                                        <p:tgtEl>
                                          <p:spTgt spid="33"/>
                                        </p:tgtEl>
                                      </p:cBhvr>
                                    </p:animEffect>
                                  </p:childTnLst>
                                </p:cTn>
                              </p:par>
                              <p:par>
                                <p:cTn id="39" presetID="22" presetClass="entr" presetSubtype="8" fill="hold" nodeType="withEffect">
                                  <p:stCondLst>
                                    <p:cond delay="500"/>
                                  </p:stCondLst>
                                  <p:childTnLst>
                                    <p:set>
                                      <p:cBhvr>
                                        <p:cTn id="40" dur="1" fill="hold">
                                          <p:stCondLst>
                                            <p:cond delay="0"/>
                                          </p:stCondLst>
                                        </p:cTn>
                                        <p:tgtEl>
                                          <p:spTgt spid="34"/>
                                        </p:tgtEl>
                                        <p:attrNameLst>
                                          <p:attrName>style.visibility</p:attrName>
                                        </p:attrNameLst>
                                      </p:cBhvr>
                                      <p:to>
                                        <p:strVal val="visible"/>
                                      </p:to>
                                    </p:set>
                                    <p:animEffect transition="in" filter="wipe(left)">
                                      <p:cBhvr>
                                        <p:cTn id="41" dur="500"/>
                                        <p:tgtEl>
                                          <p:spTgt spid="34"/>
                                        </p:tgtEl>
                                      </p:cBhvr>
                                    </p:animEffect>
                                  </p:childTnLst>
                                </p:cTn>
                              </p:par>
                              <p:par>
                                <p:cTn id="42" presetID="2" presetClass="entr" presetSubtype="2" decel="100000" fill="hold" grpId="0" nodeType="withEffect">
                                  <p:stCondLst>
                                    <p:cond delay="500"/>
                                  </p:stCondLst>
                                  <p:childTnLst>
                                    <p:set>
                                      <p:cBhvr>
                                        <p:cTn id="43" dur="1" fill="hold">
                                          <p:stCondLst>
                                            <p:cond delay="0"/>
                                          </p:stCondLst>
                                        </p:cTn>
                                        <p:tgtEl>
                                          <p:spTgt spid="40">
                                            <p:txEl>
                                              <p:pRg st="0" end="0"/>
                                            </p:txEl>
                                          </p:spTgt>
                                        </p:tgtEl>
                                        <p:attrNameLst>
                                          <p:attrName>style.visibility</p:attrName>
                                        </p:attrNameLst>
                                      </p:cBhvr>
                                      <p:to>
                                        <p:strVal val="visible"/>
                                      </p:to>
                                    </p:set>
                                    <p:anim calcmode="lin" valueType="num">
                                      <p:cBhvr additive="base">
                                        <p:cTn id="44" dur="1000" fill="hold"/>
                                        <p:tgtEl>
                                          <p:spTgt spid="40">
                                            <p:txEl>
                                              <p:pRg st="0" end="0"/>
                                            </p:txEl>
                                          </p:spTgt>
                                        </p:tgtEl>
                                        <p:attrNameLst>
                                          <p:attrName>ppt_x</p:attrName>
                                        </p:attrNameLst>
                                      </p:cBhvr>
                                      <p:tavLst>
                                        <p:tav tm="0">
                                          <p:val>
                                            <p:strVal val="1+#ppt_w/2"/>
                                          </p:val>
                                        </p:tav>
                                        <p:tav tm="100000">
                                          <p:val>
                                            <p:strVal val="#ppt_x"/>
                                          </p:val>
                                        </p:tav>
                                      </p:tavLst>
                                    </p:anim>
                                    <p:anim calcmode="lin" valueType="num">
                                      <p:cBhvr additive="base">
                                        <p:cTn id="45" dur="1000" fill="hold"/>
                                        <p:tgtEl>
                                          <p:spTgt spid="40">
                                            <p:txEl>
                                              <p:pRg st="0" end="0"/>
                                            </p:txEl>
                                          </p:spTgt>
                                        </p:tgtEl>
                                        <p:attrNameLst>
                                          <p:attrName>ppt_y</p:attrName>
                                        </p:attrNameLst>
                                      </p:cBhvr>
                                      <p:tavLst>
                                        <p:tav tm="0">
                                          <p:val>
                                            <p:strVal val="#ppt_y"/>
                                          </p:val>
                                        </p:tav>
                                        <p:tav tm="100000">
                                          <p:val>
                                            <p:strVal val="#ppt_y"/>
                                          </p:val>
                                        </p:tav>
                                      </p:tavLst>
                                    </p:anim>
                                  </p:childTnLst>
                                </p:cTn>
                              </p:par>
                              <p:par>
                                <p:cTn id="46" presetID="10" presetClass="entr" presetSubtype="0" fill="hold" grpId="1" nodeType="withEffect">
                                  <p:stCondLst>
                                    <p:cond delay="1000"/>
                                  </p:stCondLst>
                                  <p:childTnLst>
                                    <p:set>
                                      <p:cBhvr>
                                        <p:cTn id="47" dur="1" fill="hold">
                                          <p:stCondLst>
                                            <p:cond delay="0"/>
                                          </p:stCondLst>
                                        </p:cTn>
                                        <p:tgtEl>
                                          <p:spTgt spid="40">
                                            <p:txEl>
                                              <p:pRg st="0" end="0"/>
                                            </p:txEl>
                                          </p:spTgt>
                                        </p:tgtEl>
                                        <p:attrNameLst>
                                          <p:attrName>style.visibility</p:attrName>
                                        </p:attrNameLst>
                                      </p:cBhvr>
                                      <p:to>
                                        <p:strVal val="visible"/>
                                      </p:to>
                                    </p:set>
                                    <p:animEffect transition="in" filter="fade">
                                      <p:cBhvr>
                                        <p:cTn id="48" dur="500"/>
                                        <p:tgtEl>
                                          <p:spTgt spid="40">
                                            <p:txEl>
                                              <p:pRg st="0" end="0"/>
                                            </p:txEl>
                                          </p:spTgt>
                                        </p:tgtEl>
                                      </p:cBhvr>
                                    </p:animEffect>
                                  </p:childTnLst>
                                </p:cTn>
                              </p:par>
                              <p:par>
                                <p:cTn id="49" presetID="1" presetClass="exit" presetSubtype="0" fill="hold" grpId="2" nodeType="withEffect">
                                  <p:stCondLst>
                                    <p:cond delay="500"/>
                                  </p:stCondLst>
                                  <p:childTnLst>
                                    <p:set>
                                      <p:cBhvr>
                                        <p:cTn id="50" dur="1" fill="hold">
                                          <p:stCondLst>
                                            <p:cond delay="0"/>
                                          </p:stCondLst>
                                        </p:cTn>
                                        <p:tgtEl>
                                          <p:spTgt spid="40">
                                            <p:txEl>
                                              <p:pRg st="0" end="0"/>
                                            </p:txEl>
                                          </p:spTgt>
                                        </p:tgtEl>
                                        <p:attrNameLst>
                                          <p:attrName>style.visibility</p:attrName>
                                        </p:attrNameLst>
                                      </p:cBhvr>
                                      <p:to>
                                        <p:strVal val="hidden"/>
                                      </p:to>
                                    </p:set>
                                  </p:childTnLst>
                                </p:cTn>
                              </p:par>
                            </p:childTnLst>
                          </p:cTn>
                        </p:par>
                        <p:par>
                          <p:cTn id="51" fill="hold">
                            <p:stCondLst>
                              <p:cond delay="4000"/>
                            </p:stCondLst>
                            <p:childTnLst>
                              <p:par>
                                <p:cTn id="52" presetID="10" presetClass="entr" presetSubtype="0" fill="hold" grpId="0" nodeType="afterEffect">
                                  <p:stCondLst>
                                    <p:cond delay="0"/>
                                  </p:stCondLst>
                                  <p:childTnLst>
                                    <p:set>
                                      <p:cBhvr>
                                        <p:cTn id="53" dur="1" fill="hold">
                                          <p:stCondLst>
                                            <p:cond delay="0"/>
                                          </p:stCondLst>
                                        </p:cTn>
                                        <p:tgtEl>
                                          <p:spTgt spid="41">
                                            <p:txEl>
                                              <p:pRg st="0" end="0"/>
                                            </p:txEl>
                                          </p:spTgt>
                                        </p:tgtEl>
                                        <p:attrNameLst>
                                          <p:attrName>style.visibility</p:attrName>
                                        </p:attrNameLst>
                                      </p:cBhvr>
                                      <p:to>
                                        <p:strVal val="visible"/>
                                      </p:to>
                                    </p:set>
                                    <p:animEffect transition="in" filter="fade">
                                      <p:cBhvr>
                                        <p:cTn id="54" dur="50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9" grpId="0" build="p">
        <p:tmplLst>
          <p:tmpl lvl="1">
            <p:tnLst>
              <p:par>
                <p:cTn presetID="2" presetClass="entr" presetSubtype="1"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0-#ppt_h/2"/>
                          </p:val>
                        </p:tav>
                        <p:tav tm="100000">
                          <p:val>
                            <p:strVal val="#ppt_y"/>
                          </p:val>
                        </p:tav>
                      </p:tavLst>
                    </p:anim>
                  </p:childTnLst>
                </p:cTn>
              </p:par>
            </p:tnLst>
          </p:tmpl>
        </p:tmplLst>
      </p:bldP>
      <p:bldP spid="31" grpId="0" build="p">
        <p:tmplLst>
          <p:tmpl lvl="1">
            <p:tnLst>
              <p:par>
                <p:cTn presetID="2" presetClass="entr" presetSubtype="2" decel="100000" fill="hold" nodeType="withEffect">
                  <p:stCondLst>
                    <p:cond delay="50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1000" fill="hold"/>
                        <p:tgtEl>
                          <p:spTgt spid="31"/>
                        </p:tgtEl>
                        <p:attrNameLst>
                          <p:attrName>ppt_x</p:attrName>
                        </p:attrNameLst>
                      </p:cBhvr>
                      <p:tavLst>
                        <p:tav tm="0">
                          <p:val>
                            <p:strVal val="1+#ppt_w/2"/>
                          </p:val>
                        </p:tav>
                        <p:tav tm="100000">
                          <p:val>
                            <p:strVal val="#ppt_x"/>
                          </p:val>
                        </p:tav>
                      </p:tavLst>
                    </p:anim>
                    <p:anim calcmode="lin" valueType="num">
                      <p:cBhvr additive="base">
                        <p:cTn dur="1000" fill="hold"/>
                        <p:tgtEl>
                          <p:spTgt spid="31"/>
                        </p:tgtEl>
                        <p:attrNameLst>
                          <p:attrName>ppt_y</p:attrName>
                        </p:attrNameLst>
                      </p:cBhvr>
                      <p:tavLst>
                        <p:tav tm="0">
                          <p:val>
                            <p:strVal val="#ppt_y"/>
                          </p:val>
                        </p:tav>
                        <p:tav tm="100000">
                          <p:val>
                            <p:strVal val="#ppt_y"/>
                          </p:val>
                        </p:tav>
                      </p:tavLst>
                    </p:anim>
                  </p:childTnLst>
                </p:cTn>
              </p:par>
            </p:tnLst>
          </p:tmpl>
        </p:tmplLst>
      </p:bldP>
      <p:bldP spid="31" grpId="1" build="p">
        <p:tmplLst>
          <p:tmpl lvl="1">
            <p:tnLst>
              <p:par>
                <p:cTn presetID="10" presetClass="entr" presetSubtype="0" fill="hold" nodeType="withEffect">
                  <p:stCondLst>
                    <p:cond delay="100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1" grpId="2" build="p">
        <p:tmplLst>
          <p:tmpl lvl="1">
            <p:tnLst>
              <p:par>
                <p:cTn presetID="1" presetClass="exit" presetSubtype="0" fill="hold" nodeType="withEffect">
                  <p:stCondLst>
                    <p:cond delay="500"/>
                  </p:stCondLst>
                  <p:childTnLst>
                    <p:set>
                      <p:cBhvr>
                        <p:cTn dur="1" fill="hold">
                          <p:stCondLst>
                            <p:cond delay="0"/>
                          </p:stCondLst>
                        </p:cTn>
                        <p:tgtEl>
                          <p:spTgt spid="31"/>
                        </p:tgtEl>
                        <p:attrNameLst>
                          <p:attrName>style.visibility</p:attrName>
                        </p:attrNameLst>
                      </p:cBhvr>
                      <p:to>
                        <p:strVal val="hidden"/>
                      </p:to>
                    </p:set>
                  </p:childTnLst>
                </p:cTn>
              </p:par>
            </p:tnLst>
          </p:tmpl>
        </p:tmplLst>
      </p:bldP>
      <p:bldP spid="32" grpId="0" build="p">
        <p:tmplLst>
          <p:tmpl lvl="1">
            <p:tnLst>
              <p:par>
                <p:cTn presetID="10" presetClass="entr" presetSubtype="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animBg="1"/>
      <p:bldP spid="40" grpId="0" build="p">
        <p:tmplLst>
          <p:tmpl lvl="1">
            <p:tnLst>
              <p:par>
                <p:cTn presetID="2" presetClass="entr" presetSubtype="2" decel="100000" fill="hold" nodeType="withEffect">
                  <p:stCondLst>
                    <p:cond delay="50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1000" fill="hold"/>
                        <p:tgtEl>
                          <p:spTgt spid="40"/>
                        </p:tgtEl>
                        <p:attrNameLst>
                          <p:attrName>ppt_x</p:attrName>
                        </p:attrNameLst>
                      </p:cBhvr>
                      <p:tavLst>
                        <p:tav tm="0">
                          <p:val>
                            <p:strVal val="1+#ppt_w/2"/>
                          </p:val>
                        </p:tav>
                        <p:tav tm="100000">
                          <p:val>
                            <p:strVal val="#ppt_x"/>
                          </p:val>
                        </p:tav>
                      </p:tavLst>
                    </p:anim>
                    <p:anim calcmode="lin" valueType="num">
                      <p:cBhvr additive="base">
                        <p:cTn dur="1000" fill="hold"/>
                        <p:tgtEl>
                          <p:spTgt spid="40"/>
                        </p:tgtEl>
                        <p:attrNameLst>
                          <p:attrName>ppt_y</p:attrName>
                        </p:attrNameLst>
                      </p:cBhvr>
                      <p:tavLst>
                        <p:tav tm="0">
                          <p:val>
                            <p:strVal val="#ppt_y"/>
                          </p:val>
                        </p:tav>
                        <p:tav tm="100000">
                          <p:val>
                            <p:strVal val="#ppt_y"/>
                          </p:val>
                        </p:tav>
                      </p:tavLst>
                    </p:anim>
                  </p:childTnLst>
                </p:cTn>
              </p:par>
            </p:tnLst>
          </p:tmpl>
        </p:tmplLst>
      </p:bldP>
      <p:bldP spid="40" grpId="1" build="p">
        <p:tmplLst>
          <p:tmpl lvl="1">
            <p:tnLst>
              <p:par>
                <p:cTn presetID="10" presetClass="entr" presetSubtype="0" fill="hold" nodeType="withEffect">
                  <p:stCondLst>
                    <p:cond delay="100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0" grpId="2" build="p">
        <p:tmplLst>
          <p:tmpl lvl="1">
            <p:tnLst>
              <p:par>
                <p:cTn presetID="1" presetClass="exit" presetSubtype="0" fill="hold" nodeType="withEffect">
                  <p:stCondLst>
                    <p:cond delay="500"/>
                  </p:stCondLst>
                  <p:childTnLst>
                    <p:set>
                      <p:cBhvr>
                        <p:cTn dur="1" fill="hold">
                          <p:stCondLst>
                            <p:cond delay="0"/>
                          </p:stCondLst>
                        </p:cTn>
                        <p:tgtEl>
                          <p:spTgt spid="40"/>
                        </p:tgtEl>
                        <p:attrNameLst>
                          <p:attrName>style.visibility</p:attrName>
                        </p:attrNameLst>
                      </p:cBhvr>
                      <p:to>
                        <p:strVal val="hidden"/>
                      </p:to>
                    </p:set>
                  </p:childTnLst>
                </p:cTn>
              </p:par>
            </p:tnLst>
          </p:tmpl>
        </p:tmplLst>
      </p:bldP>
      <p:bldP spid="41" grpId="0" build="p">
        <p:tmplLst>
          <p:tmpl lvl="1">
            <p:tnLst>
              <p:par>
                <p:cTn presetID="10" presetClass="entr" presetSubtype="0"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6" name="二等辺三角形 10"/>
          <p:cNvSpPr/>
          <p:nvPr/>
        </p:nvSpPr>
        <p:spPr>
          <a:xfrm rot="5400000">
            <a:off x="4653045" y="-67652"/>
            <a:ext cx="899888" cy="6981537"/>
          </a:xfrm>
          <a:custGeom>
            <a:avLst/>
            <a:gdLst/>
            <a:ahLst/>
            <a:cxnLst/>
            <a:rect l="l" t="t" r="r" b="b"/>
            <a:pathLst>
              <a:path w="899888" h="6981537">
                <a:moveTo>
                  <a:pt x="0" y="6981537"/>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6981537"/>
                </a:ln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0" name="グループ化 29"/>
          <p:cNvGrpSpPr/>
          <p:nvPr userDrawn="1"/>
        </p:nvGrpSpPr>
        <p:grpSpPr>
          <a:xfrm>
            <a:off x="1726747" y="3083390"/>
            <a:ext cx="6655890" cy="663576"/>
            <a:chOff x="1012371" y="3126253"/>
            <a:chExt cx="6655890" cy="663576"/>
          </a:xfrm>
        </p:grpSpPr>
        <p:cxnSp>
          <p:nvCxnSpPr>
            <p:cNvPr id="7" name="直線コネクタ 6"/>
            <p:cNvCxnSpPr/>
            <p:nvPr/>
          </p:nvCxnSpPr>
          <p:spPr>
            <a:xfrm>
              <a:off x="1012371" y="3126253"/>
              <a:ext cx="6309180"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flipV="1">
              <a:off x="1012371" y="3789828"/>
              <a:ext cx="6309180"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11" name="図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8412" y="2561783"/>
            <a:ext cx="482540" cy="1722666"/>
          </a:xfrm>
          <a:prstGeom prst="rect">
            <a:avLst/>
          </a:prstGeom>
        </p:spPr>
      </p:pic>
      <p:sp>
        <p:nvSpPr>
          <p:cNvPr id="29"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31" name="テキスト プレースホルダー 5"/>
          <p:cNvSpPr>
            <a:spLocks noGrp="1"/>
          </p:cNvSpPr>
          <p:nvPr>
            <p:ph type="body" sz="quarter" idx="15" hasCustomPrompt="1"/>
          </p:nvPr>
        </p:nvSpPr>
        <p:spPr>
          <a:xfrm>
            <a:off x="1726747" y="3083390"/>
            <a:ext cx="630918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2" name="テキスト プレースホルダー 5"/>
          <p:cNvSpPr>
            <a:spLocks noGrp="1"/>
          </p:cNvSpPr>
          <p:nvPr>
            <p:ph type="body" sz="quarter" idx="12" hasCustomPrompt="1"/>
          </p:nvPr>
        </p:nvSpPr>
        <p:spPr>
          <a:xfrm>
            <a:off x="1726747" y="3915925"/>
            <a:ext cx="6309180" cy="1727631"/>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33" name="二等辺三角形 10"/>
          <p:cNvSpPr/>
          <p:nvPr userDrawn="1"/>
        </p:nvSpPr>
        <p:spPr>
          <a:xfrm rot="5400000">
            <a:off x="12992855" y="-67647"/>
            <a:ext cx="899888" cy="6981537"/>
          </a:xfrm>
          <a:custGeom>
            <a:avLst/>
            <a:gdLst/>
            <a:ahLst/>
            <a:cxnLst/>
            <a:rect l="l" t="t" r="r" b="b"/>
            <a:pathLst>
              <a:path w="899888" h="6981537">
                <a:moveTo>
                  <a:pt x="0" y="6981537"/>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6981537"/>
                </a:lnTo>
                <a:close/>
              </a:path>
            </a:pathLst>
          </a:custGeom>
          <a:blipFill dpi="0" rotWithShape="1">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4" name="グループ化 33"/>
          <p:cNvGrpSpPr/>
          <p:nvPr userDrawn="1"/>
        </p:nvGrpSpPr>
        <p:grpSpPr>
          <a:xfrm>
            <a:off x="10066557" y="3083395"/>
            <a:ext cx="6655890" cy="663576"/>
            <a:chOff x="1012371" y="3126253"/>
            <a:chExt cx="6655890" cy="663576"/>
          </a:xfrm>
        </p:grpSpPr>
        <p:cxnSp>
          <p:nvCxnSpPr>
            <p:cNvPr id="35" name="直線コネクタ 34"/>
            <p:cNvCxnSpPr/>
            <p:nvPr/>
          </p:nvCxnSpPr>
          <p:spPr>
            <a:xfrm>
              <a:off x="1012371" y="3126253"/>
              <a:ext cx="6309180"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flipV="1">
              <a:off x="1012371" y="3789828"/>
              <a:ext cx="6309180"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39" name="図 3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74890" y="2561788"/>
            <a:ext cx="482540" cy="1722666"/>
          </a:xfrm>
          <a:prstGeom prst="rect">
            <a:avLst/>
          </a:prstGeom>
        </p:spPr>
      </p:pic>
      <p:sp>
        <p:nvSpPr>
          <p:cNvPr id="40" name="テキスト プレースホルダー 5"/>
          <p:cNvSpPr>
            <a:spLocks noGrp="1"/>
          </p:cNvSpPr>
          <p:nvPr>
            <p:ph type="body" sz="quarter" idx="16" hasCustomPrompt="1"/>
          </p:nvPr>
        </p:nvSpPr>
        <p:spPr>
          <a:xfrm>
            <a:off x="10066557" y="3083395"/>
            <a:ext cx="630918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41" name="テキスト プレースホルダー 5"/>
          <p:cNvSpPr>
            <a:spLocks noGrp="1"/>
          </p:cNvSpPr>
          <p:nvPr>
            <p:ph type="body" sz="quarter" idx="17" hasCustomPrompt="1"/>
          </p:nvPr>
        </p:nvSpPr>
        <p:spPr>
          <a:xfrm>
            <a:off x="10066557" y="3915930"/>
            <a:ext cx="6309180" cy="1727631"/>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24" name="二等辺三角形 10"/>
          <p:cNvSpPr/>
          <p:nvPr userDrawn="1"/>
        </p:nvSpPr>
        <p:spPr>
          <a:xfrm rot="5400000">
            <a:off x="4654948" y="3085131"/>
            <a:ext cx="899888" cy="6981537"/>
          </a:xfrm>
          <a:custGeom>
            <a:avLst/>
            <a:gdLst/>
            <a:ahLst/>
            <a:cxnLst/>
            <a:rect l="l" t="t" r="r" b="b"/>
            <a:pathLst>
              <a:path w="899888" h="6981537">
                <a:moveTo>
                  <a:pt x="0" y="6981537"/>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6981537"/>
                </a:lnTo>
                <a:close/>
              </a:path>
            </a:pathLst>
          </a:custGeom>
          <a:blipFill dpi="0" rotWithShape="1">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5" name="グループ化 24"/>
          <p:cNvGrpSpPr/>
          <p:nvPr userDrawn="1"/>
        </p:nvGrpSpPr>
        <p:grpSpPr>
          <a:xfrm>
            <a:off x="1728650" y="6236173"/>
            <a:ext cx="6655890" cy="663576"/>
            <a:chOff x="1012371" y="3126253"/>
            <a:chExt cx="6655890" cy="663576"/>
          </a:xfrm>
        </p:grpSpPr>
        <p:cxnSp>
          <p:nvCxnSpPr>
            <p:cNvPr id="26" name="直線コネクタ 25"/>
            <p:cNvCxnSpPr/>
            <p:nvPr/>
          </p:nvCxnSpPr>
          <p:spPr>
            <a:xfrm>
              <a:off x="1012371" y="3126253"/>
              <a:ext cx="6309180"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flipV="1">
              <a:off x="1012371" y="3789828"/>
              <a:ext cx="6309180"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43" name="図 4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30315" y="5714566"/>
            <a:ext cx="482540" cy="1722666"/>
          </a:xfrm>
          <a:prstGeom prst="rect">
            <a:avLst/>
          </a:prstGeom>
        </p:spPr>
      </p:pic>
      <p:sp>
        <p:nvSpPr>
          <p:cNvPr id="44" name="テキスト プレースホルダー 5"/>
          <p:cNvSpPr>
            <a:spLocks noGrp="1"/>
          </p:cNvSpPr>
          <p:nvPr>
            <p:ph type="body" sz="quarter" idx="18" hasCustomPrompt="1"/>
          </p:nvPr>
        </p:nvSpPr>
        <p:spPr>
          <a:xfrm>
            <a:off x="1728650" y="6236173"/>
            <a:ext cx="630918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45" name="テキスト プレースホルダー 5"/>
          <p:cNvSpPr>
            <a:spLocks noGrp="1"/>
          </p:cNvSpPr>
          <p:nvPr>
            <p:ph type="body" sz="quarter" idx="19" hasCustomPrompt="1"/>
          </p:nvPr>
        </p:nvSpPr>
        <p:spPr>
          <a:xfrm>
            <a:off x="1728650" y="7068708"/>
            <a:ext cx="6309180" cy="1727631"/>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46" name="二等辺三角形 10"/>
          <p:cNvSpPr/>
          <p:nvPr userDrawn="1"/>
        </p:nvSpPr>
        <p:spPr>
          <a:xfrm rot="5400000">
            <a:off x="12994758" y="3085136"/>
            <a:ext cx="899888" cy="6981537"/>
          </a:xfrm>
          <a:custGeom>
            <a:avLst/>
            <a:gdLst/>
            <a:ahLst/>
            <a:cxnLst/>
            <a:rect l="l" t="t" r="r" b="b"/>
            <a:pathLst>
              <a:path w="899888" h="6981537">
                <a:moveTo>
                  <a:pt x="0" y="6981537"/>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6981537"/>
                </a:ln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7" name="グループ化 46"/>
          <p:cNvGrpSpPr/>
          <p:nvPr userDrawn="1"/>
        </p:nvGrpSpPr>
        <p:grpSpPr>
          <a:xfrm>
            <a:off x="10068460" y="6236178"/>
            <a:ext cx="6655890" cy="663576"/>
            <a:chOff x="1012371" y="3126253"/>
            <a:chExt cx="6655890" cy="663576"/>
          </a:xfrm>
        </p:grpSpPr>
        <p:cxnSp>
          <p:nvCxnSpPr>
            <p:cNvPr id="48" name="直線コネクタ 47"/>
            <p:cNvCxnSpPr/>
            <p:nvPr/>
          </p:nvCxnSpPr>
          <p:spPr>
            <a:xfrm>
              <a:off x="1012371" y="3126253"/>
              <a:ext cx="6309180"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9" name="直線コネクタ 48"/>
            <p:cNvCxnSpPr/>
            <p:nvPr/>
          </p:nvCxnSpPr>
          <p:spPr>
            <a:xfrm flipV="1">
              <a:off x="1012371" y="3789828"/>
              <a:ext cx="6309180"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52" name="図 5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76793" y="5714571"/>
            <a:ext cx="482540" cy="1722666"/>
          </a:xfrm>
          <a:prstGeom prst="rect">
            <a:avLst/>
          </a:prstGeom>
        </p:spPr>
      </p:pic>
      <p:sp>
        <p:nvSpPr>
          <p:cNvPr id="53" name="テキスト プレースホルダー 5"/>
          <p:cNvSpPr>
            <a:spLocks noGrp="1"/>
          </p:cNvSpPr>
          <p:nvPr>
            <p:ph type="body" sz="quarter" idx="20" hasCustomPrompt="1"/>
          </p:nvPr>
        </p:nvSpPr>
        <p:spPr>
          <a:xfrm>
            <a:off x="10068460" y="6236178"/>
            <a:ext cx="630918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4" name="テキスト プレースホルダー 5"/>
          <p:cNvSpPr>
            <a:spLocks noGrp="1"/>
          </p:cNvSpPr>
          <p:nvPr>
            <p:ph type="body" sz="quarter" idx="21" hasCustomPrompt="1"/>
          </p:nvPr>
        </p:nvSpPr>
        <p:spPr>
          <a:xfrm>
            <a:off x="10068460" y="7068713"/>
            <a:ext cx="6309180" cy="1727631"/>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111731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 calcmode="lin" valueType="num">
                                      <p:cBhvr additive="base">
                                        <p:cTn id="7"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250"/>
                                        <p:tgtEl>
                                          <p:spTgt spid="11"/>
                                        </p:tgtEl>
                                      </p:cBhvr>
                                    </p:animEffect>
                                  </p:childTnLst>
                                </p:cTn>
                              </p:par>
                              <p:par>
                                <p:cTn id="13" presetID="22" presetClass="entr" presetSubtype="8" fill="hold" grpId="0" nodeType="withEffect">
                                  <p:stCondLst>
                                    <p:cond delay="25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nodeType="withEffect">
                                  <p:stCondLst>
                                    <p:cond delay="500"/>
                                  </p:stCondLst>
                                  <p:childTnLst>
                                    <p:set>
                                      <p:cBhvr>
                                        <p:cTn id="17" dur="1" fill="hold">
                                          <p:stCondLst>
                                            <p:cond delay="0"/>
                                          </p:stCondLst>
                                        </p:cTn>
                                        <p:tgtEl>
                                          <p:spTgt spid="30"/>
                                        </p:tgtEl>
                                        <p:attrNameLst>
                                          <p:attrName>style.visibility</p:attrName>
                                        </p:attrNameLst>
                                      </p:cBhvr>
                                      <p:to>
                                        <p:strVal val="visible"/>
                                      </p:to>
                                    </p:set>
                                    <p:animEffect transition="in" filter="wipe(left)">
                                      <p:cBhvr>
                                        <p:cTn id="18" dur="500"/>
                                        <p:tgtEl>
                                          <p:spTgt spid="30"/>
                                        </p:tgtEl>
                                      </p:cBhvr>
                                    </p:animEffect>
                                  </p:childTnLst>
                                </p:cTn>
                              </p:par>
                              <p:par>
                                <p:cTn id="19" presetID="2" presetClass="entr" presetSubtype="2" decel="100000" fill="hold" grpId="0" nodeType="withEffect">
                                  <p:stCondLst>
                                    <p:cond delay="500"/>
                                  </p:stCondLst>
                                  <p:childTnLst>
                                    <p:set>
                                      <p:cBhvr>
                                        <p:cTn id="20" dur="1" fill="hold">
                                          <p:stCondLst>
                                            <p:cond delay="0"/>
                                          </p:stCondLst>
                                        </p:cTn>
                                        <p:tgtEl>
                                          <p:spTgt spid="31">
                                            <p:txEl>
                                              <p:pRg st="0" end="0"/>
                                            </p:txEl>
                                          </p:spTgt>
                                        </p:tgtEl>
                                        <p:attrNameLst>
                                          <p:attrName>style.visibility</p:attrName>
                                        </p:attrNameLst>
                                      </p:cBhvr>
                                      <p:to>
                                        <p:strVal val="visible"/>
                                      </p:to>
                                    </p:set>
                                    <p:anim calcmode="lin" valueType="num">
                                      <p:cBhvr additive="base">
                                        <p:cTn id="21" dur="1000" fill="hold"/>
                                        <p:tgtEl>
                                          <p:spTgt spid="31">
                                            <p:txEl>
                                              <p:pRg st="0" end="0"/>
                                            </p:txEl>
                                          </p:spTgt>
                                        </p:tgtEl>
                                        <p:attrNameLst>
                                          <p:attrName>ppt_x</p:attrName>
                                        </p:attrNameLst>
                                      </p:cBhvr>
                                      <p:tavLst>
                                        <p:tav tm="0">
                                          <p:val>
                                            <p:strVal val="1+#ppt_w/2"/>
                                          </p:val>
                                        </p:tav>
                                        <p:tav tm="100000">
                                          <p:val>
                                            <p:strVal val="#ppt_x"/>
                                          </p:val>
                                        </p:tav>
                                      </p:tavLst>
                                    </p:anim>
                                    <p:anim calcmode="lin" valueType="num">
                                      <p:cBhvr additive="base">
                                        <p:cTn id="22" dur="1000" fill="hold"/>
                                        <p:tgtEl>
                                          <p:spTgt spid="31">
                                            <p:txEl>
                                              <p:pRg st="0" end="0"/>
                                            </p:txEl>
                                          </p:spTgt>
                                        </p:tgtEl>
                                        <p:attrNameLst>
                                          <p:attrName>ppt_y</p:attrName>
                                        </p:attrNameLst>
                                      </p:cBhvr>
                                      <p:tavLst>
                                        <p:tav tm="0">
                                          <p:val>
                                            <p:strVal val="#ppt_y"/>
                                          </p:val>
                                        </p:tav>
                                        <p:tav tm="100000">
                                          <p:val>
                                            <p:strVal val="#ppt_y"/>
                                          </p:val>
                                        </p:tav>
                                      </p:tavLst>
                                    </p:anim>
                                  </p:childTnLst>
                                </p:cTn>
                              </p:par>
                              <p:par>
                                <p:cTn id="23" presetID="10" presetClass="entr" presetSubtype="0" fill="hold" grpId="1" nodeType="withEffect">
                                  <p:stCondLst>
                                    <p:cond delay="1000"/>
                                  </p:stCondLst>
                                  <p:childTnLst>
                                    <p:set>
                                      <p:cBhvr>
                                        <p:cTn id="24" dur="1" fill="hold">
                                          <p:stCondLst>
                                            <p:cond delay="0"/>
                                          </p:stCondLst>
                                        </p:cTn>
                                        <p:tgtEl>
                                          <p:spTgt spid="31">
                                            <p:txEl>
                                              <p:pRg st="0" end="0"/>
                                            </p:txEl>
                                          </p:spTgt>
                                        </p:tgtEl>
                                        <p:attrNameLst>
                                          <p:attrName>style.visibility</p:attrName>
                                        </p:attrNameLst>
                                      </p:cBhvr>
                                      <p:to>
                                        <p:strVal val="visible"/>
                                      </p:to>
                                    </p:set>
                                    <p:animEffect transition="in" filter="fade">
                                      <p:cBhvr>
                                        <p:cTn id="25" dur="500"/>
                                        <p:tgtEl>
                                          <p:spTgt spid="31">
                                            <p:txEl>
                                              <p:pRg st="0" end="0"/>
                                            </p:txEl>
                                          </p:spTgt>
                                        </p:tgtEl>
                                      </p:cBhvr>
                                    </p:animEffect>
                                  </p:childTnLst>
                                </p:cTn>
                              </p:par>
                              <p:par>
                                <p:cTn id="26" presetID="1" presetClass="exit" presetSubtype="0" fill="hold" grpId="2" nodeType="withEffect">
                                  <p:stCondLst>
                                    <p:cond delay="500"/>
                                  </p:stCondLst>
                                  <p:childTnLst>
                                    <p:set>
                                      <p:cBhvr>
                                        <p:cTn id="27" dur="1" fill="hold">
                                          <p:stCondLst>
                                            <p:cond delay="0"/>
                                          </p:stCondLst>
                                        </p:cTn>
                                        <p:tgtEl>
                                          <p:spTgt spid="31">
                                            <p:txEl>
                                              <p:pRg st="0" end="0"/>
                                            </p:txEl>
                                          </p:spTgt>
                                        </p:tgtEl>
                                        <p:attrNameLst>
                                          <p:attrName>style.visibility</p:attrName>
                                        </p:attrNameLst>
                                      </p:cBhvr>
                                      <p:to>
                                        <p:strVal val="hidden"/>
                                      </p:to>
                                    </p:se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32">
                                            <p:txEl>
                                              <p:pRg st="0" end="0"/>
                                            </p:txEl>
                                          </p:spTgt>
                                        </p:tgtEl>
                                        <p:attrNameLst>
                                          <p:attrName>style.visibility</p:attrName>
                                        </p:attrNameLst>
                                      </p:cBhvr>
                                      <p:to>
                                        <p:strVal val="visible"/>
                                      </p:to>
                                    </p:set>
                                    <p:animEffect transition="in" filter="fade">
                                      <p:cBhvr>
                                        <p:cTn id="31" dur="500"/>
                                        <p:tgtEl>
                                          <p:spTgt spid="32">
                                            <p:txEl>
                                              <p:pRg st="0" end="0"/>
                                            </p:txEl>
                                          </p:spTgt>
                                        </p:tgtEl>
                                      </p:cBhvr>
                                    </p:animEffect>
                                  </p:childTnLst>
                                </p:cTn>
                              </p:par>
                            </p:childTnLst>
                          </p:cTn>
                        </p:par>
                        <p:par>
                          <p:cTn id="32" fill="hold">
                            <p:stCondLst>
                              <p:cond delay="2500"/>
                            </p:stCondLst>
                            <p:childTnLst>
                              <p:par>
                                <p:cTn id="33" presetID="22" presetClass="entr" presetSubtype="1"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up)">
                                      <p:cBhvr>
                                        <p:cTn id="35" dur="250"/>
                                        <p:tgtEl>
                                          <p:spTgt spid="39"/>
                                        </p:tgtEl>
                                      </p:cBhvr>
                                    </p:animEffect>
                                  </p:childTnLst>
                                </p:cTn>
                              </p:par>
                              <p:par>
                                <p:cTn id="36" presetID="22" presetClass="entr" presetSubtype="8" fill="hold" grpId="0" nodeType="withEffect">
                                  <p:stCondLst>
                                    <p:cond delay="250"/>
                                  </p:stCondLst>
                                  <p:childTnLst>
                                    <p:set>
                                      <p:cBhvr>
                                        <p:cTn id="37" dur="1" fill="hold">
                                          <p:stCondLst>
                                            <p:cond delay="0"/>
                                          </p:stCondLst>
                                        </p:cTn>
                                        <p:tgtEl>
                                          <p:spTgt spid="33"/>
                                        </p:tgtEl>
                                        <p:attrNameLst>
                                          <p:attrName>style.visibility</p:attrName>
                                        </p:attrNameLst>
                                      </p:cBhvr>
                                      <p:to>
                                        <p:strVal val="visible"/>
                                      </p:to>
                                    </p:set>
                                    <p:animEffect transition="in" filter="wipe(left)">
                                      <p:cBhvr>
                                        <p:cTn id="38" dur="500"/>
                                        <p:tgtEl>
                                          <p:spTgt spid="33"/>
                                        </p:tgtEl>
                                      </p:cBhvr>
                                    </p:animEffect>
                                  </p:childTnLst>
                                </p:cTn>
                              </p:par>
                              <p:par>
                                <p:cTn id="39" presetID="22" presetClass="entr" presetSubtype="8" fill="hold" nodeType="withEffect">
                                  <p:stCondLst>
                                    <p:cond delay="500"/>
                                  </p:stCondLst>
                                  <p:childTnLst>
                                    <p:set>
                                      <p:cBhvr>
                                        <p:cTn id="40" dur="1" fill="hold">
                                          <p:stCondLst>
                                            <p:cond delay="0"/>
                                          </p:stCondLst>
                                        </p:cTn>
                                        <p:tgtEl>
                                          <p:spTgt spid="34"/>
                                        </p:tgtEl>
                                        <p:attrNameLst>
                                          <p:attrName>style.visibility</p:attrName>
                                        </p:attrNameLst>
                                      </p:cBhvr>
                                      <p:to>
                                        <p:strVal val="visible"/>
                                      </p:to>
                                    </p:set>
                                    <p:animEffect transition="in" filter="wipe(left)">
                                      <p:cBhvr>
                                        <p:cTn id="41" dur="500"/>
                                        <p:tgtEl>
                                          <p:spTgt spid="34"/>
                                        </p:tgtEl>
                                      </p:cBhvr>
                                    </p:animEffect>
                                  </p:childTnLst>
                                </p:cTn>
                              </p:par>
                              <p:par>
                                <p:cTn id="42" presetID="2" presetClass="entr" presetSubtype="2" decel="100000" fill="hold" grpId="0" nodeType="withEffect">
                                  <p:stCondLst>
                                    <p:cond delay="500"/>
                                  </p:stCondLst>
                                  <p:childTnLst>
                                    <p:set>
                                      <p:cBhvr>
                                        <p:cTn id="43" dur="1" fill="hold">
                                          <p:stCondLst>
                                            <p:cond delay="0"/>
                                          </p:stCondLst>
                                        </p:cTn>
                                        <p:tgtEl>
                                          <p:spTgt spid="40">
                                            <p:txEl>
                                              <p:pRg st="0" end="0"/>
                                            </p:txEl>
                                          </p:spTgt>
                                        </p:tgtEl>
                                        <p:attrNameLst>
                                          <p:attrName>style.visibility</p:attrName>
                                        </p:attrNameLst>
                                      </p:cBhvr>
                                      <p:to>
                                        <p:strVal val="visible"/>
                                      </p:to>
                                    </p:set>
                                    <p:anim calcmode="lin" valueType="num">
                                      <p:cBhvr additive="base">
                                        <p:cTn id="44" dur="1000" fill="hold"/>
                                        <p:tgtEl>
                                          <p:spTgt spid="40">
                                            <p:txEl>
                                              <p:pRg st="0" end="0"/>
                                            </p:txEl>
                                          </p:spTgt>
                                        </p:tgtEl>
                                        <p:attrNameLst>
                                          <p:attrName>ppt_x</p:attrName>
                                        </p:attrNameLst>
                                      </p:cBhvr>
                                      <p:tavLst>
                                        <p:tav tm="0">
                                          <p:val>
                                            <p:strVal val="1+#ppt_w/2"/>
                                          </p:val>
                                        </p:tav>
                                        <p:tav tm="100000">
                                          <p:val>
                                            <p:strVal val="#ppt_x"/>
                                          </p:val>
                                        </p:tav>
                                      </p:tavLst>
                                    </p:anim>
                                    <p:anim calcmode="lin" valueType="num">
                                      <p:cBhvr additive="base">
                                        <p:cTn id="45" dur="1000" fill="hold"/>
                                        <p:tgtEl>
                                          <p:spTgt spid="40">
                                            <p:txEl>
                                              <p:pRg st="0" end="0"/>
                                            </p:txEl>
                                          </p:spTgt>
                                        </p:tgtEl>
                                        <p:attrNameLst>
                                          <p:attrName>ppt_y</p:attrName>
                                        </p:attrNameLst>
                                      </p:cBhvr>
                                      <p:tavLst>
                                        <p:tav tm="0">
                                          <p:val>
                                            <p:strVal val="#ppt_y"/>
                                          </p:val>
                                        </p:tav>
                                        <p:tav tm="100000">
                                          <p:val>
                                            <p:strVal val="#ppt_y"/>
                                          </p:val>
                                        </p:tav>
                                      </p:tavLst>
                                    </p:anim>
                                  </p:childTnLst>
                                </p:cTn>
                              </p:par>
                              <p:par>
                                <p:cTn id="46" presetID="10" presetClass="entr" presetSubtype="0" fill="hold" grpId="1" nodeType="withEffect">
                                  <p:stCondLst>
                                    <p:cond delay="1000"/>
                                  </p:stCondLst>
                                  <p:childTnLst>
                                    <p:set>
                                      <p:cBhvr>
                                        <p:cTn id="47" dur="1" fill="hold">
                                          <p:stCondLst>
                                            <p:cond delay="0"/>
                                          </p:stCondLst>
                                        </p:cTn>
                                        <p:tgtEl>
                                          <p:spTgt spid="40">
                                            <p:txEl>
                                              <p:pRg st="0" end="0"/>
                                            </p:txEl>
                                          </p:spTgt>
                                        </p:tgtEl>
                                        <p:attrNameLst>
                                          <p:attrName>style.visibility</p:attrName>
                                        </p:attrNameLst>
                                      </p:cBhvr>
                                      <p:to>
                                        <p:strVal val="visible"/>
                                      </p:to>
                                    </p:set>
                                    <p:animEffect transition="in" filter="fade">
                                      <p:cBhvr>
                                        <p:cTn id="48" dur="500"/>
                                        <p:tgtEl>
                                          <p:spTgt spid="40">
                                            <p:txEl>
                                              <p:pRg st="0" end="0"/>
                                            </p:txEl>
                                          </p:spTgt>
                                        </p:tgtEl>
                                      </p:cBhvr>
                                    </p:animEffect>
                                  </p:childTnLst>
                                </p:cTn>
                              </p:par>
                              <p:par>
                                <p:cTn id="49" presetID="1" presetClass="exit" presetSubtype="0" fill="hold" grpId="2" nodeType="withEffect">
                                  <p:stCondLst>
                                    <p:cond delay="500"/>
                                  </p:stCondLst>
                                  <p:childTnLst>
                                    <p:set>
                                      <p:cBhvr>
                                        <p:cTn id="50" dur="1" fill="hold">
                                          <p:stCondLst>
                                            <p:cond delay="0"/>
                                          </p:stCondLst>
                                        </p:cTn>
                                        <p:tgtEl>
                                          <p:spTgt spid="40">
                                            <p:txEl>
                                              <p:pRg st="0" end="0"/>
                                            </p:txEl>
                                          </p:spTgt>
                                        </p:tgtEl>
                                        <p:attrNameLst>
                                          <p:attrName>style.visibility</p:attrName>
                                        </p:attrNameLst>
                                      </p:cBhvr>
                                      <p:to>
                                        <p:strVal val="hidden"/>
                                      </p:to>
                                    </p:set>
                                  </p:childTnLst>
                                </p:cTn>
                              </p:par>
                            </p:childTnLst>
                          </p:cTn>
                        </p:par>
                        <p:par>
                          <p:cTn id="51" fill="hold">
                            <p:stCondLst>
                              <p:cond delay="4000"/>
                            </p:stCondLst>
                            <p:childTnLst>
                              <p:par>
                                <p:cTn id="52" presetID="10" presetClass="entr" presetSubtype="0" fill="hold" grpId="0" nodeType="afterEffect">
                                  <p:stCondLst>
                                    <p:cond delay="0"/>
                                  </p:stCondLst>
                                  <p:childTnLst>
                                    <p:set>
                                      <p:cBhvr>
                                        <p:cTn id="53" dur="1" fill="hold">
                                          <p:stCondLst>
                                            <p:cond delay="0"/>
                                          </p:stCondLst>
                                        </p:cTn>
                                        <p:tgtEl>
                                          <p:spTgt spid="41">
                                            <p:txEl>
                                              <p:pRg st="0" end="0"/>
                                            </p:txEl>
                                          </p:spTgt>
                                        </p:tgtEl>
                                        <p:attrNameLst>
                                          <p:attrName>style.visibility</p:attrName>
                                        </p:attrNameLst>
                                      </p:cBhvr>
                                      <p:to>
                                        <p:strVal val="visible"/>
                                      </p:to>
                                    </p:set>
                                    <p:animEffect transition="in" filter="fade">
                                      <p:cBhvr>
                                        <p:cTn id="54" dur="500"/>
                                        <p:tgtEl>
                                          <p:spTgt spid="41">
                                            <p:txEl>
                                              <p:pRg st="0" end="0"/>
                                            </p:txEl>
                                          </p:spTgt>
                                        </p:tgtEl>
                                      </p:cBhvr>
                                    </p:animEffect>
                                  </p:childTnLst>
                                </p:cTn>
                              </p:par>
                            </p:childTnLst>
                          </p:cTn>
                        </p:par>
                        <p:par>
                          <p:cTn id="55" fill="hold">
                            <p:stCondLst>
                              <p:cond delay="4500"/>
                            </p:stCondLst>
                            <p:childTnLst>
                              <p:par>
                                <p:cTn id="56" presetID="22" presetClass="entr" presetSubtype="1" fill="hold" nodeType="after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wipe(up)">
                                      <p:cBhvr>
                                        <p:cTn id="58" dur="250"/>
                                        <p:tgtEl>
                                          <p:spTgt spid="43"/>
                                        </p:tgtEl>
                                      </p:cBhvr>
                                    </p:animEffect>
                                  </p:childTnLst>
                                </p:cTn>
                              </p:par>
                              <p:par>
                                <p:cTn id="59" presetID="22" presetClass="entr" presetSubtype="8" fill="hold" grpId="0" nodeType="withEffect">
                                  <p:stCondLst>
                                    <p:cond delay="250"/>
                                  </p:stCondLst>
                                  <p:childTnLst>
                                    <p:set>
                                      <p:cBhvr>
                                        <p:cTn id="60" dur="1" fill="hold">
                                          <p:stCondLst>
                                            <p:cond delay="0"/>
                                          </p:stCondLst>
                                        </p:cTn>
                                        <p:tgtEl>
                                          <p:spTgt spid="24"/>
                                        </p:tgtEl>
                                        <p:attrNameLst>
                                          <p:attrName>style.visibility</p:attrName>
                                        </p:attrNameLst>
                                      </p:cBhvr>
                                      <p:to>
                                        <p:strVal val="visible"/>
                                      </p:to>
                                    </p:set>
                                    <p:animEffect transition="in" filter="wipe(left)">
                                      <p:cBhvr>
                                        <p:cTn id="61" dur="500"/>
                                        <p:tgtEl>
                                          <p:spTgt spid="24"/>
                                        </p:tgtEl>
                                      </p:cBhvr>
                                    </p:animEffect>
                                  </p:childTnLst>
                                </p:cTn>
                              </p:par>
                              <p:par>
                                <p:cTn id="62" presetID="22" presetClass="entr" presetSubtype="8" fill="hold" nodeType="withEffect">
                                  <p:stCondLst>
                                    <p:cond delay="500"/>
                                  </p:stCondLst>
                                  <p:childTnLst>
                                    <p:set>
                                      <p:cBhvr>
                                        <p:cTn id="63" dur="1" fill="hold">
                                          <p:stCondLst>
                                            <p:cond delay="0"/>
                                          </p:stCondLst>
                                        </p:cTn>
                                        <p:tgtEl>
                                          <p:spTgt spid="25"/>
                                        </p:tgtEl>
                                        <p:attrNameLst>
                                          <p:attrName>style.visibility</p:attrName>
                                        </p:attrNameLst>
                                      </p:cBhvr>
                                      <p:to>
                                        <p:strVal val="visible"/>
                                      </p:to>
                                    </p:set>
                                    <p:animEffect transition="in" filter="wipe(left)">
                                      <p:cBhvr>
                                        <p:cTn id="64" dur="500"/>
                                        <p:tgtEl>
                                          <p:spTgt spid="25"/>
                                        </p:tgtEl>
                                      </p:cBhvr>
                                    </p:animEffect>
                                  </p:childTnLst>
                                </p:cTn>
                              </p:par>
                              <p:par>
                                <p:cTn id="65" presetID="2" presetClass="entr" presetSubtype="2" decel="100000" fill="hold" grpId="0" nodeType="withEffect">
                                  <p:stCondLst>
                                    <p:cond delay="500"/>
                                  </p:stCondLst>
                                  <p:childTnLst>
                                    <p:set>
                                      <p:cBhvr>
                                        <p:cTn id="66" dur="1" fill="hold">
                                          <p:stCondLst>
                                            <p:cond delay="0"/>
                                          </p:stCondLst>
                                        </p:cTn>
                                        <p:tgtEl>
                                          <p:spTgt spid="44">
                                            <p:txEl>
                                              <p:pRg st="0" end="0"/>
                                            </p:txEl>
                                          </p:spTgt>
                                        </p:tgtEl>
                                        <p:attrNameLst>
                                          <p:attrName>style.visibility</p:attrName>
                                        </p:attrNameLst>
                                      </p:cBhvr>
                                      <p:to>
                                        <p:strVal val="visible"/>
                                      </p:to>
                                    </p:set>
                                    <p:anim calcmode="lin" valueType="num">
                                      <p:cBhvr additive="base">
                                        <p:cTn id="67" dur="1000" fill="hold"/>
                                        <p:tgtEl>
                                          <p:spTgt spid="44">
                                            <p:txEl>
                                              <p:pRg st="0" end="0"/>
                                            </p:txEl>
                                          </p:spTgt>
                                        </p:tgtEl>
                                        <p:attrNameLst>
                                          <p:attrName>ppt_x</p:attrName>
                                        </p:attrNameLst>
                                      </p:cBhvr>
                                      <p:tavLst>
                                        <p:tav tm="0">
                                          <p:val>
                                            <p:strVal val="1+#ppt_w/2"/>
                                          </p:val>
                                        </p:tav>
                                        <p:tav tm="100000">
                                          <p:val>
                                            <p:strVal val="#ppt_x"/>
                                          </p:val>
                                        </p:tav>
                                      </p:tavLst>
                                    </p:anim>
                                    <p:anim calcmode="lin" valueType="num">
                                      <p:cBhvr additive="base">
                                        <p:cTn id="68" dur="1000" fill="hold"/>
                                        <p:tgtEl>
                                          <p:spTgt spid="44">
                                            <p:txEl>
                                              <p:pRg st="0" end="0"/>
                                            </p:txEl>
                                          </p:spTgt>
                                        </p:tgtEl>
                                        <p:attrNameLst>
                                          <p:attrName>ppt_y</p:attrName>
                                        </p:attrNameLst>
                                      </p:cBhvr>
                                      <p:tavLst>
                                        <p:tav tm="0">
                                          <p:val>
                                            <p:strVal val="#ppt_y"/>
                                          </p:val>
                                        </p:tav>
                                        <p:tav tm="100000">
                                          <p:val>
                                            <p:strVal val="#ppt_y"/>
                                          </p:val>
                                        </p:tav>
                                      </p:tavLst>
                                    </p:anim>
                                  </p:childTnLst>
                                </p:cTn>
                              </p:par>
                              <p:par>
                                <p:cTn id="69" presetID="10" presetClass="entr" presetSubtype="0" fill="hold" grpId="1" nodeType="withEffect">
                                  <p:stCondLst>
                                    <p:cond delay="1000"/>
                                  </p:stCondLst>
                                  <p:childTnLst>
                                    <p:set>
                                      <p:cBhvr>
                                        <p:cTn id="70" dur="1" fill="hold">
                                          <p:stCondLst>
                                            <p:cond delay="0"/>
                                          </p:stCondLst>
                                        </p:cTn>
                                        <p:tgtEl>
                                          <p:spTgt spid="44">
                                            <p:txEl>
                                              <p:pRg st="0" end="0"/>
                                            </p:txEl>
                                          </p:spTgt>
                                        </p:tgtEl>
                                        <p:attrNameLst>
                                          <p:attrName>style.visibility</p:attrName>
                                        </p:attrNameLst>
                                      </p:cBhvr>
                                      <p:to>
                                        <p:strVal val="visible"/>
                                      </p:to>
                                    </p:set>
                                    <p:animEffect transition="in" filter="fade">
                                      <p:cBhvr>
                                        <p:cTn id="71" dur="500"/>
                                        <p:tgtEl>
                                          <p:spTgt spid="44">
                                            <p:txEl>
                                              <p:pRg st="0" end="0"/>
                                            </p:txEl>
                                          </p:spTgt>
                                        </p:tgtEl>
                                      </p:cBhvr>
                                    </p:animEffect>
                                  </p:childTnLst>
                                </p:cTn>
                              </p:par>
                              <p:par>
                                <p:cTn id="72" presetID="1" presetClass="exit" presetSubtype="0" fill="hold" grpId="2" nodeType="withEffect">
                                  <p:stCondLst>
                                    <p:cond delay="500"/>
                                  </p:stCondLst>
                                  <p:childTnLst>
                                    <p:set>
                                      <p:cBhvr>
                                        <p:cTn id="73" dur="1" fill="hold">
                                          <p:stCondLst>
                                            <p:cond delay="0"/>
                                          </p:stCondLst>
                                        </p:cTn>
                                        <p:tgtEl>
                                          <p:spTgt spid="44">
                                            <p:txEl>
                                              <p:pRg st="0" end="0"/>
                                            </p:txEl>
                                          </p:spTgt>
                                        </p:tgtEl>
                                        <p:attrNameLst>
                                          <p:attrName>style.visibility</p:attrName>
                                        </p:attrNameLst>
                                      </p:cBhvr>
                                      <p:to>
                                        <p:strVal val="hidden"/>
                                      </p:to>
                                    </p:set>
                                  </p:childTnLst>
                                </p:cTn>
                              </p:par>
                            </p:childTnLst>
                          </p:cTn>
                        </p:par>
                        <p:par>
                          <p:cTn id="74" fill="hold">
                            <p:stCondLst>
                              <p:cond delay="6000"/>
                            </p:stCondLst>
                            <p:childTnLst>
                              <p:par>
                                <p:cTn id="75" presetID="10" presetClass="entr" presetSubtype="0" fill="hold" grpId="0" nodeType="afterEffect">
                                  <p:stCondLst>
                                    <p:cond delay="0"/>
                                  </p:stCondLst>
                                  <p:childTnLst>
                                    <p:set>
                                      <p:cBhvr>
                                        <p:cTn id="76" dur="1" fill="hold">
                                          <p:stCondLst>
                                            <p:cond delay="0"/>
                                          </p:stCondLst>
                                        </p:cTn>
                                        <p:tgtEl>
                                          <p:spTgt spid="45">
                                            <p:txEl>
                                              <p:pRg st="0" end="0"/>
                                            </p:txEl>
                                          </p:spTgt>
                                        </p:tgtEl>
                                        <p:attrNameLst>
                                          <p:attrName>style.visibility</p:attrName>
                                        </p:attrNameLst>
                                      </p:cBhvr>
                                      <p:to>
                                        <p:strVal val="visible"/>
                                      </p:to>
                                    </p:set>
                                    <p:animEffect transition="in" filter="fade">
                                      <p:cBhvr>
                                        <p:cTn id="77" dur="500"/>
                                        <p:tgtEl>
                                          <p:spTgt spid="45">
                                            <p:txEl>
                                              <p:pRg st="0" end="0"/>
                                            </p:txEl>
                                          </p:spTgt>
                                        </p:tgtEl>
                                      </p:cBhvr>
                                    </p:animEffect>
                                  </p:childTnLst>
                                </p:cTn>
                              </p:par>
                            </p:childTnLst>
                          </p:cTn>
                        </p:par>
                        <p:par>
                          <p:cTn id="78" fill="hold">
                            <p:stCondLst>
                              <p:cond delay="6500"/>
                            </p:stCondLst>
                            <p:childTnLst>
                              <p:par>
                                <p:cTn id="79" presetID="22" presetClass="entr" presetSubtype="1" fill="hold" nodeType="afterEffect">
                                  <p:stCondLst>
                                    <p:cond delay="0"/>
                                  </p:stCondLst>
                                  <p:childTnLst>
                                    <p:set>
                                      <p:cBhvr>
                                        <p:cTn id="80" dur="1" fill="hold">
                                          <p:stCondLst>
                                            <p:cond delay="0"/>
                                          </p:stCondLst>
                                        </p:cTn>
                                        <p:tgtEl>
                                          <p:spTgt spid="52"/>
                                        </p:tgtEl>
                                        <p:attrNameLst>
                                          <p:attrName>style.visibility</p:attrName>
                                        </p:attrNameLst>
                                      </p:cBhvr>
                                      <p:to>
                                        <p:strVal val="visible"/>
                                      </p:to>
                                    </p:set>
                                    <p:animEffect transition="in" filter="wipe(up)">
                                      <p:cBhvr>
                                        <p:cTn id="81" dur="250"/>
                                        <p:tgtEl>
                                          <p:spTgt spid="52"/>
                                        </p:tgtEl>
                                      </p:cBhvr>
                                    </p:animEffect>
                                  </p:childTnLst>
                                </p:cTn>
                              </p:par>
                              <p:par>
                                <p:cTn id="82" presetID="22" presetClass="entr" presetSubtype="8" fill="hold" grpId="0" nodeType="withEffect">
                                  <p:stCondLst>
                                    <p:cond delay="250"/>
                                  </p:stCondLst>
                                  <p:childTnLst>
                                    <p:set>
                                      <p:cBhvr>
                                        <p:cTn id="83" dur="1" fill="hold">
                                          <p:stCondLst>
                                            <p:cond delay="0"/>
                                          </p:stCondLst>
                                        </p:cTn>
                                        <p:tgtEl>
                                          <p:spTgt spid="46"/>
                                        </p:tgtEl>
                                        <p:attrNameLst>
                                          <p:attrName>style.visibility</p:attrName>
                                        </p:attrNameLst>
                                      </p:cBhvr>
                                      <p:to>
                                        <p:strVal val="visible"/>
                                      </p:to>
                                    </p:set>
                                    <p:animEffect transition="in" filter="wipe(left)">
                                      <p:cBhvr>
                                        <p:cTn id="84" dur="500"/>
                                        <p:tgtEl>
                                          <p:spTgt spid="46"/>
                                        </p:tgtEl>
                                      </p:cBhvr>
                                    </p:animEffect>
                                  </p:childTnLst>
                                </p:cTn>
                              </p:par>
                              <p:par>
                                <p:cTn id="85" presetID="22" presetClass="entr" presetSubtype="8" fill="hold" nodeType="withEffect">
                                  <p:stCondLst>
                                    <p:cond delay="500"/>
                                  </p:stCondLst>
                                  <p:childTnLst>
                                    <p:set>
                                      <p:cBhvr>
                                        <p:cTn id="86" dur="1" fill="hold">
                                          <p:stCondLst>
                                            <p:cond delay="0"/>
                                          </p:stCondLst>
                                        </p:cTn>
                                        <p:tgtEl>
                                          <p:spTgt spid="47"/>
                                        </p:tgtEl>
                                        <p:attrNameLst>
                                          <p:attrName>style.visibility</p:attrName>
                                        </p:attrNameLst>
                                      </p:cBhvr>
                                      <p:to>
                                        <p:strVal val="visible"/>
                                      </p:to>
                                    </p:set>
                                    <p:animEffect transition="in" filter="wipe(left)">
                                      <p:cBhvr>
                                        <p:cTn id="87" dur="500"/>
                                        <p:tgtEl>
                                          <p:spTgt spid="47"/>
                                        </p:tgtEl>
                                      </p:cBhvr>
                                    </p:animEffect>
                                  </p:childTnLst>
                                </p:cTn>
                              </p:par>
                              <p:par>
                                <p:cTn id="88" presetID="2" presetClass="entr" presetSubtype="2" decel="100000" fill="hold" grpId="0" nodeType="withEffect">
                                  <p:stCondLst>
                                    <p:cond delay="500"/>
                                  </p:stCondLst>
                                  <p:childTnLst>
                                    <p:set>
                                      <p:cBhvr>
                                        <p:cTn id="89" dur="1" fill="hold">
                                          <p:stCondLst>
                                            <p:cond delay="0"/>
                                          </p:stCondLst>
                                        </p:cTn>
                                        <p:tgtEl>
                                          <p:spTgt spid="53">
                                            <p:txEl>
                                              <p:pRg st="0" end="0"/>
                                            </p:txEl>
                                          </p:spTgt>
                                        </p:tgtEl>
                                        <p:attrNameLst>
                                          <p:attrName>style.visibility</p:attrName>
                                        </p:attrNameLst>
                                      </p:cBhvr>
                                      <p:to>
                                        <p:strVal val="visible"/>
                                      </p:to>
                                    </p:set>
                                    <p:anim calcmode="lin" valueType="num">
                                      <p:cBhvr additive="base">
                                        <p:cTn id="90" dur="1000" fill="hold"/>
                                        <p:tgtEl>
                                          <p:spTgt spid="53">
                                            <p:txEl>
                                              <p:pRg st="0" end="0"/>
                                            </p:txEl>
                                          </p:spTgt>
                                        </p:tgtEl>
                                        <p:attrNameLst>
                                          <p:attrName>ppt_x</p:attrName>
                                        </p:attrNameLst>
                                      </p:cBhvr>
                                      <p:tavLst>
                                        <p:tav tm="0">
                                          <p:val>
                                            <p:strVal val="1+#ppt_w/2"/>
                                          </p:val>
                                        </p:tav>
                                        <p:tav tm="100000">
                                          <p:val>
                                            <p:strVal val="#ppt_x"/>
                                          </p:val>
                                        </p:tav>
                                      </p:tavLst>
                                    </p:anim>
                                    <p:anim calcmode="lin" valueType="num">
                                      <p:cBhvr additive="base">
                                        <p:cTn id="91" dur="1000" fill="hold"/>
                                        <p:tgtEl>
                                          <p:spTgt spid="53">
                                            <p:txEl>
                                              <p:pRg st="0" end="0"/>
                                            </p:txEl>
                                          </p:spTgt>
                                        </p:tgtEl>
                                        <p:attrNameLst>
                                          <p:attrName>ppt_y</p:attrName>
                                        </p:attrNameLst>
                                      </p:cBhvr>
                                      <p:tavLst>
                                        <p:tav tm="0">
                                          <p:val>
                                            <p:strVal val="#ppt_y"/>
                                          </p:val>
                                        </p:tav>
                                        <p:tav tm="100000">
                                          <p:val>
                                            <p:strVal val="#ppt_y"/>
                                          </p:val>
                                        </p:tav>
                                      </p:tavLst>
                                    </p:anim>
                                  </p:childTnLst>
                                </p:cTn>
                              </p:par>
                              <p:par>
                                <p:cTn id="92" presetID="10" presetClass="entr" presetSubtype="0" fill="hold" grpId="1" nodeType="withEffect">
                                  <p:stCondLst>
                                    <p:cond delay="1000"/>
                                  </p:stCondLst>
                                  <p:childTnLst>
                                    <p:set>
                                      <p:cBhvr>
                                        <p:cTn id="93" dur="1" fill="hold">
                                          <p:stCondLst>
                                            <p:cond delay="0"/>
                                          </p:stCondLst>
                                        </p:cTn>
                                        <p:tgtEl>
                                          <p:spTgt spid="53">
                                            <p:txEl>
                                              <p:pRg st="0" end="0"/>
                                            </p:txEl>
                                          </p:spTgt>
                                        </p:tgtEl>
                                        <p:attrNameLst>
                                          <p:attrName>style.visibility</p:attrName>
                                        </p:attrNameLst>
                                      </p:cBhvr>
                                      <p:to>
                                        <p:strVal val="visible"/>
                                      </p:to>
                                    </p:set>
                                    <p:animEffect transition="in" filter="fade">
                                      <p:cBhvr>
                                        <p:cTn id="94" dur="500"/>
                                        <p:tgtEl>
                                          <p:spTgt spid="53">
                                            <p:txEl>
                                              <p:pRg st="0" end="0"/>
                                            </p:txEl>
                                          </p:spTgt>
                                        </p:tgtEl>
                                      </p:cBhvr>
                                    </p:animEffect>
                                  </p:childTnLst>
                                </p:cTn>
                              </p:par>
                              <p:par>
                                <p:cTn id="95" presetID="1" presetClass="exit" presetSubtype="0" fill="hold" grpId="2" nodeType="withEffect">
                                  <p:stCondLst>
                                    <p:cond delay="500"/>
                                  </p:stCondLst>
                                  <p:childTnLst>
                                    <p:set>
                                      <p:cBhvr>
                                        <p:cTn id="96" dur="1" fill="hold">
                                          <p:stCondLst>
                                            <p:cond delay="0"/>
                                          </p:stCondLst>
                                        </p:cTn>
                                        <p:tgtEl>
                                          <p:spTgt spid="53">
                                            <p:txEl>
                                              <p:pRg st="0" end="0"/>
                                            </p:txEl>
                                          </p:spTgt>
                                        </p:tgtEl>
                                        <p:attrNameLst>
                                          <p:attrName>style.visibility</p:attrName>
                                        </p:attrNameLst>
                                      </p:cBhvr>
                                      <p:to>
                                        <p:strVal val="hidden"/>
                                      </p:to>
                                    </p:set>
                                  </p:childTnLst>
                                </p:cTn>
                              </p:par>
                            </p:childTnLst>
                          </p:cTn>
                        </p:par>
                        <p:par>
                          <p:cTn id="97" fill="hold">
                            <p:stCondLst>
                              <p:cond delay="8000"/>
                            </p:stCondLst>
                            <p:childTnLst>
                              <p:par>
                                <p:cTn id="98" presetID="10" presetClass="entr" presetSubtype="0" fill="hold" grpId="0" nodeType="afterEffect">
                                  <p:stCondLst>
                                    <p:cond delay="0"/>
                                  </p:stCondLst>
                                  <p:childTnLst>
                                    <p:set>
                                      <p:cBhvr>
                                        <p:cTn id="99" dur="1" fill="hold">
                                          <p:stCondLst>
                                            <p:cond delay="0"/>
                                          </p:stCondLst>
                                        </p:cTn>
                                        <p:tgtEl>
                                          <p:spTgt spid="54">
                                            <p:txEl>
                                              <p:pRg st="0" end="0"/>
                                            </p:txEl>
                                          </p:spTgt>
                                        </p:tgtEl>
                                        <p:attrNameLst>
                                          <p:attrName>style.visibility</p:attrName>
                                        </p:attrNameLst>
                                      </p:cBhvr>
                                      <p:to>
                                        <p:strVal val="visible"/>
                                      </p:to>
                                    </p:set>
                                    <p:animEffect transition="in" filter="fade">
                                      <p:cBhvr>
                                        <p:cTn id="100"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9" grpId="0" build="p">
        <p:tmplLst>
          <p:tmpl lvl="1">
            <p:tnLst>
              <p:par>
                <p:cTn presetID="2" presetClass="entr" presetSubtype="1"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0-#ppt_h/2"/>
                          </p:val>
                        </p:tav>
                        <p:tav tm="100000">
                          <p:val>
                            <p:strVal val="#ppt_y"/>
                          </p:val>
                        </p:tav>
                      </p:tavLst>
                    </p:anim>
                  </p:childTnLst>
                </p:cTn>
              </p:par>
            </p:tnLst>
          </p:tmpl>
        </p:tmplLst>
      </p:bldP>
      <p:bldP spid="31" grpId="0" build="p">
        <p:tmplLst>
          <p:tmpl lvl="1">
            <p:tnLst>
              <p:par>
                <p:cTn presetID="2" presetClass="entr" presetSubtype="2" decel="100000" fill="hold" nodeType="withEffect">
                  <p:stCondLst>
                    <p:cond delay="50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1000" fill="hold"/>
                        <p:tgtEl>
                          <p:spTgt spid="31"/>
                        </p:tgtEl>
                        <p:attrNameLst>
                          <p:attrName>ppt_x</p:attrName>
                        </p:attrNameLst>
                      </p:cBhvr>
                      <p:tavLst>
                        <p:tav tm="0">
                          <p:val>
                            <p:strVal val="1+#ppt_w/2"/>
                          </p:val>
                        </p:tav>
                        <p:tav tm="100000">
                          <p:val>
                            <p:strVal val="#ppt_x"/>
                          </p:val>
                        </p:tav>
                      </p:tavLst>
                    </p:anim>
                    <p:anim calcmode="lin" valueType="num">
                      <p:cBhvr additive="base">
                        <p:cTn dur="1000" fill="hold"/>
                        <p:tgtEl>
                          <p:spTgt spid="31"/>
                        </p:tgtEl>
                        <p:attrNameLst>
                          <p:attrName>ppt_y</p:attrName>
                        </p:attrNameLst>
                      </p:cBhvr>
                      <p:tavLst>
                        <p:tav tm="0">
                          <p:val>
                            <p:strVal val="#ppt_y"/>
                          </p:val>
                        </p:tav>
                        <p:tav tm="100000">
                          <p:val>
                            <p:strVal val="#ppt_y"/>
                          </p:val>
                        </p:tav>
                      </p:tavLst>
                    </p:anim>
                  </p:childTnLst>
                </p:cTn>
              </p:par>
            </p:tnLst>
          </p:tmpl>
        </p:tmplLst>
      </p:bldP>
      <p:bldP spid="31" grpId="1" build="p">
        <p:tmplLst>
          <p:tmpl lvl="1">
            <p:tnLst>
              <p:par>
                <p:cTn presetID="10" presetClass="entr" presetSubtype="0" fill="hold" nodeType="withEffect">
                  <p:stCondLst>
                    <p:cond delay="100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1" grpId="2" build="p">
        <p:tmplLst>
          <p:tmpl lvl="1">
            <p:tnLst>
              <p:par>
                <p:cTn presetID="1" presetClass="exit" presetSubtype="0" fill="hold" nodeType="withEffect">
                  <p:stCondLst>
                    <p:cond delay="500"/>
                  </p:stCondLst>
                  <p:childTnLst>
                    <p:set>
                      <p:cBhvr>
                        <p:cTn dur="1" fill="hold">
                          <p:stCondLst>
                            <p:cond delay="0"/>
                          </p:stCondLst>
                        </p:cTn>
                        <p:tgtEl>
                          <p:spTgt spid="31"/>
                        </p:tgtEl>
                        <p:attrNameLst>
                          <p:attrName>style.visibility</p:attrName>
                        </p:attrNameLst>
                      </p:cBhvr>
                      <p:to>
                        <p:strVal val="hidden"/>
                      </p:to>
                    </p:set>
                  </p:childTnLst>
                </p:cTn>
              </p:par>
            </p:tnLst>
          </p:tmpl>
        </p:tmplLst>
      </p:bldP>
      <p:bldP spid="32" grpId="0" build="p">
        <p:tmplLst>
          <p:tmpl lvl="1">
            <p:tnLst>
              <p:par>
                <p:cTn presetID="10" presetClass="entr" presetSubtype="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animBg="1"/>
      <p:bldP spid="40" grpId="0" build="p">
        <p:tmplLst>
          <p:tmpl lvl="1">
            <p:tnLst>
              <p:par>
                <p:cTn presetID="2" presetClass="entr" presetSubtype="2" decel="100000" fill="hold" nodeType="withEffect">
                  <p:stCondLst>
                    <p:cond delay="500"/>
                  </p:stCondLst>
                  <p:childTnLst>
                    <p:set>
                      <p:cBhvr>
                        <p:cTn dur="1" fill="hold">
                          <p:stCondLst>
                            <p:cond delay="0"/>
                          </p:stCondLst>
                        </p:cTn>
                        <p:tgtEl>
                          <p:spTgt spid="40"/>
                        </p:tgtEl>
                        <p:attrNameLst>
                          <p:attrName>style.visibility</p:attrName>
                        </p:attrNameLst>
                      </p:cBhvr>
                      <p:to>
                        <p:strVal val="visible"/>
                      </p:to>
                    </p:set>
                    <p:anim calcmode="lin" valueType="num">
                      <p:cBhvr additive="base">
                        <p:cTn dur="1000" fill="hold"/>
                        <p:tgtEl>
                          <p:spTgt spid="40"/>
                        </p:tgtEl>
                        <p:attrNameLst>
                          <p:attrName>ppt_x</p:attrName>
                        </p:attrNameLst>
                      </p:cBhvr>
                      <p:tavLst>
                        <p:tav tm="0">
                          <p:val>
                            <p:strVal val="1+#ppt_w/2"/>
                          </p:val>
                        </p:tav>
                        <p:tav tm="100000">
                          <p:val>
                            <p:strVal val="#ppt_x"/>
                          </p:val>
                        </p:tav>
                      </p:tavLst>
                    </p:anim>
                    <p:anim calcmode="lin" valueType="num">
                      <p:cBhvr additive="base">
                        <p:cTn dur="1000" fill="hold"/>
                        <p:tgtEl>
                          <p:spTgt spid="40"/>
                        </p:tgtEl>
                        <p:attrNameLst>
                          <p:attrName>ppt_y</p:attrName>
                        </p:attrNameLst>
                      </p:cBhvr>
                      <p:tavLst>
                        <p:tav tm="0">
                          <p:val>
                            <p:strVal val="#ppt_y"/>
                          </p:val>
                        </p:tav>
                        <p:tav tm="100000">
                          <p:val>
                            <p:strVal val="#ppt_y"/>
                          </p:val>
                        </p:tav>
                      </p:tavLst>
                    </p:anim>
                  </p:childTnLst>
                </p:cTn>
              </p:par>
            </p:tnLst>
          </p:tmpl>
        </p:tmplLst>
      </p:bldP>
      <p:bldP spid="40" grpId="1" build="p">
        <p:tmplLst>
          <p:tmpl lvl="1">
            <p:tnLst>
              <p:par>
                <p:cTn presetID="10" presetClass="entr" presetSubtype="0" fill="hold" nodeType="withEffect">
                  <p:stCondLst>
                    <p:cond delay="100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0" grpId="2" build="p">
        <p:tmplLst>
          <p:tmpl lvl="1">
            <p:tnLst>
              <p:par>
                <p:cTn presetID="1" presetClass="exit" presetSubtype="0" fill="hold" nodeType="withEffect">
                  <p:stCondLst>
                    <p:cond delay="500"/>
                  </p:stCondLst>
                  <p:childTnLst>
                    <p:set>
                      <p:cBhvr>
                        <p:cTn dur="1" fill="hold">
                          <p:stCondLst>
                            <p:cond delay="0"/>
                          </p:stCondLst>
                        </p:cTn>
                        <p:tgtEl>
                          <p:spTgt spid="40"/>
                        </p:tgtEl>
                        <p:attrNameLst>
                          <p:attrName>style.visibility</p:attrName>
                        </p:attrNameLst>
                      </p:cBhvr>
                      <p:to>
                        <p:strVal val="hidden"/>
                      </p:to>
                    </p:set>
                  </p:childTnLst>
                </p:cTn>
              </p:par>
            </p:tnLst>
          </p:tmpl>
        </p:tmplLst>
      </p:bldP>
      <p:bldP spid="41" grpId="0" build="p">
        <p:tmplLst>
          <p:tmpl lvl="1">
            <p:tnLst>
              <p:par>
                <p:cTn presetID="10" presetClass="entr" presetSubtype="0"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24" grpId="0" animBg="1"/>
      <p:bldP spid="44" grpId="0" build="p">
        <p:tmplLst>
          <p:tmpl lvl="1">
            <p:tnLst>
              <p:par>
                <p:cTn presetID="2" presetClass="entr" presetSubtype="2" decel="100000" fill="hold" nodeType="withEffect">
                  <p:stCondLst>
                    <p:cond delay="500"/>
                  </p:stCondLst>
                  <p:childTnLst>
                    <p:set>
                      <p:cBhvr>
                        <p:cTn dur="1" fill="hold">
                          <p:stCondLst>
                            <p:cond delay="0"/>
                          </p:stCondLst>
                        </p:cTn>
                        <p:tgtEl>
                          <p:spTgt spid="44"/>
                        </p:tgtEl>
                        <p:attrNameLst>
                          <p:attrName>style.visibility</p:attrName>
                        </p:attrNameLst>
                      </p:cBhvr>
                      <p:to>
                        <p:strVal val="visible"/>
                      </p:to>
                    </p:set>
                    <p:anim calcmode="lin" valueType="num">
                      <p:cBhvr additive="base">
                        <p:cTn dur="1000" fill="hold"/>
                        <p:tgtEl>
                          <p:spTgt spid="44"/>
                        </p:tgtEl>
                        <p:attrNameLst>
                          <p:attrName>ppt_x</p:attrName>
                        </p:attrNameLst>
                      </p:cBhvr>
                      <p:tavLst>
                        <p:tav tm="0">
                          <p:val>
                            <p:strVal val="1+#ppt_w/2"/>
                          </p:val>
                        </p:tav>
                        <p:tav tm="100000">
                          <p:val>
                            <p:strVal val="#ppt_x"/>
                          </p:val>
                        </p:tav>
                      </p:tavLst>
                    </p:anim>
                    <p:anim calcmode="lin" valueType="num">
                      <p:cBhvr additive="base">
                        <p:cTn dur="1000" fill="hold"/>
                        <p:tgtEl>
                          <p:spTgt spid="44"/>
                        </p:tgtEl>
                        <p:attrNameLst>
                          <p:attrName>ppt_y</p:attrName>
                        </p:attrNameLst>
                      </p:cBhvr>
                      <p:tavLst>
                        <p:tav tm="0">
                          <p:val>
                            <p:strVal val="#ppt_y"/>
                          </p:val>
                        </p:tav>
                        <p:tav tm="100000">
                          <p:val>
                            <p:strVal val="#ppt_y"/>
                          </p:val>
                        </p:tav>
                      </p:tavLst>
                    </p:anim>
                  </p:childTnLst>
                </p:cTn>
              </p:par>
            </p:tnLst>
          </p:tmpl>
        </p:tmplLst>
      </p:bldP>
      <p:bldP spid="44" grpId="1" build="p">
        <p:tmplLst>
          <p:tmpl lvl="1">
            <p:tnLst>
              <p:par>
                <p:cTn presetID="10" presetClass="entr" presetSubtype="0" fill="hold" nodeType="withEffect">
                  <p:stCondLst>
                    <p:cond delay="100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4" grpId="2" build="p">
        <p:tmplLst>
          <p:tmpl lvl="1">
            <p:tnLst>
              <p:par>
                <p:cTn presetID="1" presetClass="exit" presetSubtype="0" fill="hold" nodeType="withEffect">
                  <p:stCondLst>
                    <p:cond delay="500"/>
                  </p:stCondLst>
                  <p:childTnLst>
                    <p:set>
                      <p:cBhvr>
                        <p:cTn dur="1" fill="hold">
                          <p:stCondLst>
                            <p:cond delay="0"/>
                          </p:stCondLst>
                        </p:cTn>
                        <p:tgtEl>
                          <p:spTgt spid="44"/>
                        </p:tgtEl>
                        <p:attrNameLst>
                          <p:attrName>style.visibility</p:attrName>
                        </p:attrNameLst>
                      </p:cBhvr>
                      <p:to>
                        <p:strVal val="hidden"/>
                      </p:to>
                    </p:set>
                  </p:childTnLst>
                </p:cTn>
              </p:par>
            </p:tnLst>
          </p:tmpl>
        </p:tmplLst>
      </p:bldP>
      <p:bldP spid="45" grpId="0" build="p">
        <p:tmplLst>
          <p:tmpl lvl="1">
            <p:tnLst>
              <p:par>
                <p:cTn presetID="10" presetClass="entr" presetSubtype="0" fill="hold" nodeType="after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500"/>
                        <p:tgtEl>
                          <p:spTgt spid="45"/>
                        </p:tgtEl>
                      </p:cBhvr>
                    </p:animEffect>
                  </p:childTnLst>
                </p:cTn>
              </p:par>
            </p:tnLst>
          </p:tmpl>
        </p:tmplLst>
      </p:bldP>
      <p:bldP spid="46" grpId="0" animBg="1"/>
      <p:bldP spid="53" grpId="0" build="p">
        <p:tmplLst>
          <p:tmpl lvl="1">
            <p:tnLst>
              <p:par>
                <p:cTn presetID="2" presetClass="entr" presetSubtype="2" decel="100000" fill="hold" nodeType="withEffect">
                  <p:stCondLst>
                    <p:cond delay="50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1000" fill="hold"/>
                        <p:tgtEl>
                          <p:spTgt spid="53"/>
                        </p:tgtEl>
                        <p:attrNameLst>
                          <p:attrName>ppt_x</p:attrName>
                        </p:attrNameLst>
                      </p:cBhvr>
                      <p:tavLst>
                        <p:tav tm="0">
                          <p:val>
                            <p:strVal val="1+#ppt_w/2"/>
                          </p:val>
                        </p:tav>
                        <p:tav tm="100000">
                          <p:val>
                            <p:strVal val="#ppt_x"/>
                          </p:val>
                        </p:tav>
                      </p:tavLst>
                    </p:anim>
                    <p:anim calcmode="lin" valueType="num">
                      <p:cBhvr additive="base">
                        <p:cTn dur="1000" fill="hold"/>
                        <p:tgtEl>
                          <p:spTgt spid="53"/>
                        </p:tgtEl>
                        <p:attrNameLst>
                          <p:attrName>ppt_y</p:attrName>
                        </p:attrNameLst>
                      </p:cBhvr>
                      <p:tavLst>
                        <p:tav tm="0">
                          <p:val>
                            <p:strVal val="#ppt_y"/>
                          </p:val>
                        </p:tav>
                        <p:tav tm="100000">
                          <p:val>
                            <p:strVal val="#ppt_y"/>
                          </p:val>
                        </p:tav>
                      </p:tavLst>
                    </p:anim>
                  </p:childTnLst>
                </p:cTn>
              </p:par>
            </p:tnLst>
          </p:tmpl>
        </p:tmplLst>
      </p:bldP>
      <p:bldP spid="53" grpId="1" build="p">
        <p:tmplLst>
          <p:tmpl lvl="1">
            <p:tnLst>
              <p:par>
                <p:cTn presetID="10" presetClass="entr" presetSubtype="0" fill="hold" nodeType="withEffect">
                  <p:stCondLst>
                    <p:cond delay="1000"/>
                  </p:stCondLst>
                  <p:childTnLst>
                    <p:set>
                      <p:cBhvr>
                        <p:cTn dur="1" fill="hold">
                          <p:stCondLst>
                            <p:cond delay="0"/>
                          </p:stCondLst>
                        </p:cTn>
                        <p:tgtEl>
                          <p:spTgt spid="53"/>
                        </p:tgtEl>
                        <p:attrNameLst>
                          <p:attrName>style.visibility</p:attrName>
                        </p:attrNameLst>
                      </p:cBhvr>
                      <p:to>
                        <p:strVal val="visible"/>
                      </p:to>
                    </p:set>
                    <p:animEffect transition="in" filter="fade">
                      <p:cBhvr>
                        <p:cTn dur="500"/>
                        <p:tgtEl>
                          <p:spTgt spid="53"/>
                        </p:tgtEl>
                      </p:cBhvr>
                    </p:animEffect>
                  </p:childTnLst>
                </p:cTn>
              </p:par>
            </p:tnLst>
          </p:tmpl>
        </p:tmplLst>
      </p:bldP>
      <p:bldP spid="53" grpId="2" build="p">
        <p:tmplLst>
          <p:tmpl lvl="1">
            <p:tnLst>
              <p:par>
                <p:cTn presetID="1" presetClass="exit" presetSubtype="0" fill="hold" nodeType="withEffect">
                  <p:stCondLst>
                    <p:cond delay="500"/>
                  </p:stCondLst>
                  <p:childTnLst>
                    <p:set>
                      <p:cBhvr>
                        <p:cTn dur="1" fill="hold">
                          <p:stCondLst>
                            <p:cond delay="0"/>
                          </p:stCondLst>
                        </p:cTn>
                        <p:tgtEl>
                          <p:spTgt spid="53"/>
                        </p:tgtEl>
                        <p:attrNameLst>
                          <p:attrName>style.visibility</p:attrName>
                        </p:attrNameLst>
                      </p:cBhvr>
                      <p:to>
                        <p:strVal val="hidden"/>
                      </p:to>
                    </p:set>
                  </p:childTnLst>
                </p:cTn>
              </p:par>
            </p:tnLst>
          </p:tmpl>
        </p:tmplLst>
      </p:bldP>
      <p:bldP spid="54" grpId="0" build="p">
        <p:tmplLst>
          <p:tmpl lvl="1">
            <p:tnLst>
              <p:par>
                <p:cTn presetID="10" presetClass="entr" presetSubtype="0" fill="hold" nodeType="afterEffect">
                  <p:stCondLst>
                    <p:cond delay="0"/>
                  </p:stCondLst>
                  <p:childTnLst>
                    <p:set>
                      <p:cBhvr>
                        <p:cTn dur="1" fill="hold">
                          <p:stCondLst>
                            <p:cond delay="0"/>
                          </p:stCondLst>
                        </p:cTn>
                        <p:tgtEl>
                          <p:spTgt spid="54"/>
                        </p:tgtEl>
                        <p:attrNameLst>
                          <p:attrName>style.visibility</p:attrName>
                        </p:attrNameLst>
                      </p:cBhvr>
                      <p:to>
                        <p:strVal val="visible"/>
                      </p:to>
                    </p:set>
                    <p:animEffect transition="in" filter="fade">
                      <p:cBhvr>
                        <p:cTn dur="500"/>
                        <p:tgtEl>
                          <p:spTgt spid="54"/>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6" name="二等辺三角形 10"/>
          <p:cNvSpPr/>
          <p:nvPr/>
        </p:nvSpPr>
        <p:spPr>
          <a:xfrm rot="5400000">
            <a:off x="2937286" y="688337"/>
            <a:ext cx="899888" cy="5469558"/>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0" name="グループ化 29"/>
          <p:cNvGrpSpPr/>
          <p:nvPr userDrawn="1"/>
        </p:nvGrpSpPr>
        <p:grpSpPr>
          <a:xfrm>
            <a:off x="781992" y="3083390"/>
            <a:ext cx="5128897" cy="663576"/>
            <a:chOff x="2539364" y="3126253"/>
            <a:chExt cx="5128897" cy="663576"/>
          </a:xfrm>
        </p:grpSpPr>
        <p:cxnSp>
          <p:nvCxnSpPr>
            <p:cNvPr id="7" name="直線コネクタ 6"/>
            <p:cNvCxnSpPr/>
            <p:nvPr/>
          </p:nvCxnSpPr>
          <p:spPr>
            <a:xfrm>
              <a:off x="2539364" y="3126253"/>
              <a:ext cx="478218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a:off x="2539364" y="3789828"/>
              <a:ext cx="4782187"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11" name="図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845" y="2561783"/>
            <a:ext cx="482540" cy="1722666"/>
          </a:xfrm>
          <a:prstGeom prst="rect">
            <a:avLst/>
          </a:prstGeom>
        </p:spPr>
      </p:pic>
      <p:sp>
        <p:nvSpPr>
          <p:cNvPr id="29"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31" name="テキスト プレースホルダー 5"/>
          <p:cNvSpPr>
            <a:spLocks noGrp="1"/>
          </p:cNvSpPr>
          <p:nvPr>
            <p:ph type="body" sz="quarter" idx="15" hasCustomPrompt="1"/>
          </p:nvPr>
        </p:nvSpPr>
        <p:spPr>
          <a:xfrm>
            <a:off x="781991" y="3083390"/>
            <a:ext cx="4782187"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2" name="テキスト プレースホルダー 5"/>
          <p:cNvSpPr>
            <a:spLocks noGrp="1"/>
          </p:cNvSpPr>
          <p:nvPr>
            <p:ph type="body" sz="quarter" idx="12" hasCustomPrompt="1"/>
          </p:nvPr>
        </p:nvSpPr>
        <p:spPr>
          <a:xfrm>
            <a:off x="779000" y="3915925"/>
            <a:ext cx="4785180" cy="4470839"/>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8" name="二等辺三角形 10"/>
          <p:cNvSpPr/>
          <p:nvPr userDrawn="1"/>
        </p:nvSpPr>
        <p:spPr>
          <a:xfrm rot="5400000">
            <a:off x="8724220" y="686067"/>
            <a:ext cx="899888" cy="5469558"/>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1">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2" name="グループ化 41"/>
          <p:cNvGrpSpPr/>
          <p:nvPr userDrawn="1"/>
        </p:nvGrpSpPr>
        <p:grpSpPr>
          <a:xfrm>
            <a:off x="6568926" y="3081120"/>
            <a:ext cx="5128897" cy="663576"/>
            <a:chOff x="2539364" y="3126253"/>
            <a:chExt cx="5128897" cy="663576"/>
          </a:xfrm>
        </p:grpSpPr>
        <p:cxnSp>
          <p:nvCxnSpPr>
            <p:cNvPr id="43" name="直線コネクタ 42"/>
            <p:cNvCxnSpPr/>
            <p:nvPr/>
          </p:nvCxnSpPr>
          <p:spPr>
            <a:xfrm>
              <a:off x="2539364" y="3126253"/>
              <a:ext cx="478218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a:off x="2539364" y="3789828"/>
              <a:ext cx="4782187"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47" name="図 4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460779" y="2559513"/>
            <a:ext cx="482540" cy="1722666"/>
          </a:xfrm>
          <a:prstGeom prst="rect">
            <a:avLst/>
          </a:prstGeom>
        </p:spPr>
      </p:pic>
      <p:sp>
        <p:nvSpPr>
          <p:cNvPr id="48" name="テキスト プレースホルダー 5"/>
          <p:cNvSpPr>
            <a:spLocks noGrp="1"/>
          </p:cNvSpPr>
          <p:nvPr>
            <p:ph type="body" sz="quarter" idx="16" hasCustomPrompt="1"/>
          </p:nvPr>
        </p:nvSpPr>
        <p:spPr>
          <a:xfrm>
            <a:off x="6568925" y="3081120"/>
            <a:ext cx="4782187"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49" name="テキスト プレースホルダー 5"/>
          <p:cNvSpPr>
            <a:spLocks noGrp="1"/>
          </p:cNvSpPr>
          <p:nvPr>
            <p:ph type="body" sz="quarter" idx="17" hasCustomPrompt="1"/>
          </p:nvPr>
        </p:nvSpPr>
        <p:spPr>
          <a:xfrm>
            <a:off x="6565934" y="3913655"/>
            <a:ext cx="4785180" cy="4470839"/>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50" name="二等辺三角形 10"/>
          <p:cNvSpPr/>
          <p:nvPr userDrawn="1"/>
        </p:nvSpPr>
        <p:spPr>
          <a:xfrm rot="5400000">
            <a:off x="14536690" y="685162"/>
            <a:ext cx="899888" cy="5469558"/>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1" name="グループ化 50"/>
          <p:cNvGrpSpPr/>
          <p:nvPr userDrawn="1"/>
        </p:nvGrpSpPr>
        <p:grpSpPr>
          <a:xfrm>
            <a:off x="12381396" y="3080215"/>
            <a:ext cx="5128897" cy="663576"/>
            <a:chOff x="2539364" y="3126253"/>
            <a:chExt cx="5128897" cy="663576"/>
          </a:xfrm>
        </p:grpSpPr>
        <p:cxnSp>
          <p:nvCxnSpPr>
            <p:cNvPr id="52" name="直線コネクタ 51"/>
            <p:cNvCxnSpPr/>
            <p:nvPr/>
          </p:nvCxnSpPr>
          <p:spPr>
            <a:xfrm>
              <a:off x="2539364" y="3126253"/>
              <a:ext cx="478218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3" name="直線コネクタ 52"/>
            <p:cNvCxnSpPr/>
            <p:nvPr/>
          </p:nvCxnSpPr>
          <p:spPr>
            <a:xfrm>
              <a:off x="2539364" y="3789828"/>
              <a:ext cx="4782187"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4" name="直線コネクタ 53"/>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5" name="直線コネクタ 54"/>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56" name="図 5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273249" y="2558608"/>
            <a:ext cx="482540" cy="1722666"/>
          </a:xfrm>
          <a:prstGeom prst="rect">
            <a:avLst/>
          </a:prstGeom>
        </p:spPr>
      </p:pic>
      <p:sp>
        <p:nvSpPr>
          <p:cNvPr id="57" name="テキスト プレースホルダー 5"/>
          <p:cNvSpPr>
            <a:spLocks noGrp="1"/>
          </p:cNvSpPr>
          <p:nvPr>
            <p:ph type="body" sz="quarter" idx="18" hasCustomPrompt="1"/>
          </p:nvPr>
        </p:nvSpPr>
        <p:spPr>
          <a:xfrm>
            <a:off x="12381395" y="3080215"/>
            <a:ext cx="4782187"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8" name="テキスト プレースホルダー 5"/>
          <p:cNvSpPr>
            <a:spLocks noGrp="1"/>
          </p:cNvSpPr>
          <p:nvPr>
            <p:ph type="body" sz="quarter" idx="19" hasCustomPrompt="1"/>
          </p:nvPr>
        </p:nvSpPr>
        <p:spPr>
          <a:xfrm>
            <a:off x="12378404" y="3912750"/>
            <a:ext cx="4785180" cy="4470839"/>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256360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 calcmode="lin" valueType="num">
                                      <p:cBhvr additive="base">
                                        <p:cTn id="7"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250"/>
                                        <p:tgtEl>
                                          <p:spTgt spid="11"/>
                                        </p:tgtEl>
                                      </p:cBhvr>
                                    </p:animEffect>
                                  </p:childTnLst>
                                </p:cTn>
                              </p:par>
                              <p:par>
                                <p:cTn id="13" presetID="22" presetClass="entr" presetSubtype="8" fill="hold" grpId="0" nodeType="withEffect">
                                  <p:stCondLst>
                                    <p:cond delay="25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nodeType="withEffect">
                                  <p:stCondLst>
                                    <p:cond delay="500"/>
                                  </p:stCondLst>
                                  <p:childTnLst>
                                    <p:set>
                                      <p:cBhvr>
                                        <p:cTn id="17" dur="1" fill="hold">
                                          <p:stCondLst>
                                            <p:cond delay="0"/>
                                          </p:stCondLst>
                                        </p:cTn>
                                        <p:tgtEl>
                                          <p:spTgt spid="30"/>
                                        </p:tgtEl>
                                        <p:attrNameLst>
                                          <p:attrName>style.visibility</p:attrName>
                                        </p:attrNameLst>
                                      </p:cBhvr>
                                      <p:to>
                                        <p:strVal val="visible"/>
                                      </p:to>
                                    </p:set>
                                    <p:animEffect transition="in" filter="wipe(left)">
                                      <p:cBhvr>
                                        <p:cTn id="18" dur="500"/>
                                        <p:tgtEl>
                                          <p:spTgt spid="30"/>
                                        </p:tgtEl>
                                      </p:cBhvr>
                                    </p:animEffect>
                                  </p:childTnLst>
                                </p:cTn>
                              </p:par>
                              <p:par>
                                <p:cTn id="19" presetID="2" presetClass="entr" presetSubtype="2" decel="100000" fill="hold" grpId="0" nodeType="withEffect">
                                  <p:stCondLst>
                                    <p:cond delay="500"/>
                                  </p:stCondLst>
                                  <p:childTnLst>
                                    <p:set>
                                      <p:cBhvr>
                                        <p:cTn id="20" dur="1" fill="hold">
                                          <p:stCondLst>
                                            <p:cond delay="0"/>
                                          </p:stCondLst>
                                        </p:cTn>
                                        <p:tgtEl>
                                          <p:spTgt spid="31">
                                            <p:txEl>
                                              <p:pRg st="0" end="0"/>
                                            </p:txEl>
                                          </p:spTgt>
                                        </p:tgtEl>
                                        <p:attrNameLst>
                                          <p:attrName>style.visibility</p:attrName>
                                        </p:attrNameLst>
                                      </p:cBhvr>
                                      <p:to>
                                        <p:strVal val="visible"/>
                                      </p:to>
                                    </p:set>
                                    <p:anim calcmode="lin" valueType="num">
                                      <p:cBhvr additive="base">
                                        <p:cTn id="21" dur="1000" fill="hold"/>
                                        <p:tgtEl>
                                          <p:spTgt spid="31">
                                            <p:txEl>
                                              <p:pRg st="0" end="0"/>
                                            </p:txEl>
                                          </p:spTgt>
                                        </p:tgtEl>
                                        <p:attrNameLst>
                                          <p:attrName>ppt_x</p:attrName>
                                        </p:attrNameLst>
                                      </p:cBhvr>
                                      <p:tavLst>
                                        <p:tav tm="0">
                                          <p:val>
                                            <p:strVal val="1+#ppt_w/2"/>
                                          </p:val>
                                        </p:tav>
                                        <p:tav tm="100000">
                                          <p:val>
                                            <p:strVal val="#ppt_x"/>
                                          </p:val>
                                        </p:tav>
                                      </p:tavLst>
                                    </p:anim>
                                    <p:anim calcmode="lin" valueType="num">
                                      <p:cBhvr additive="base">
                                        <p:cTn id="22" dur="1000" fill="hold"/>
                                        <p:tgtEl>
                                          <p:spTgt spid="31">
                                            <p:txEl>
                                              <p:pRg st="0" end="0"/>
                                            </p:txEl>
                                          </p:spTgt>
                                        </p:tgtEl>
                                        <p:attrNameLst>
                                          <p:attrName>ppt_y</p:attrName>
                                        </p:attrNameLst>
                                      </p:cBhvr>
                                      <p:tavLst>
                                        <p:tav tm="0">
                                          <p:val>
                                            <p:strVal val="#ppt_y"/>
                                          </p:val>
                                        </p:tav>
                                        <p:tav tm="100000">
                                          <p:val>
                                            <p:strVal val="#ppt_y"/>
                                          </p:val>
                                        </p:tav>
                                      </p:tavLst>
                                    </p:anim>
                                  </p:childTnLst>
                                </p:cTn>
                              </p:par>
                              <p:par>
                                <p:cTn id="23" presetID="10" presetClass="entr" presetSubtype="0" fill="hold" grpId="1" nodeType="withEffect">
                                  <p:stCondLst>
                                    <p:cond delay="1000"/>
                                  </p:stCondLst>
                                  <p:childTnLst>
                                    <p:set>
                                      <p:cBhvr>
                                        <p:cTn id="24" dur="1" fill="hold">
                                          <p:stCondLst>
                                            <p:cond delay="0"/>
                                          </p:stCondLst>
                                        </p:cTn>
                                        <p:tgtEl>
                                          <p:spTgt spid="31">
                                            <p:txEl>
                                              <p:pRg st="0" end="0"/>
                                            </p:txEl>
                                          </p:spTgt>
                                        </p:tgtEl>
                                        <p:attrNameLst>
                                          <p:attrName>style.visibility</p:attrName>
                                        </p:attrNameLst>
                                      </p:cBhvr>
                                      <p:to>
                                        <p:strVal val="visible"/>
                                      </p:to>
                                    </p:set>
                                    <p:animEffect transition="in" filter="fade">
                                      <p:cBhvr>
                                        <p:cTn id="25" dur="500"/>
                                        <p:tgtEl>
                                          <p:spTgt spid="31">
                                            <p:txEl>
                                              <p:pRg st="0" end="0"/>
                                            </p:txEl>
                                          </p:spTgt>
                                        </p:tgtEl>
                                      </p:cBhvr>
                                    </p:animEffect>
                                  </p:childTnLst>
                                </p:cTn>
                              </p:par>
                              <p:par>
                                <p:cTn id="26" presetID="1" presetClass="exit" presetSubtype="0" fill="hold" grpId="2" nodeType="withEffect">
                                  <p:stCondLst>
                                    <p:cond delay="500"/>
                                  </p:stCondLst>
                                  <p:childTnLst>
                                    <p:set>
                                      <p:cBhvr>
                                        <p:cTn id="27" dur="1" fill="hold">
                                          <p:stCondLst>
                                            <p:cond delay="0"/>
                                          </p:stCondLst>
                                        </p:cTn>
                                        <p:tgtEl>
                                          <p:spTgt spid="31">
                                            <p:txEl>
                                              <p:pRg st="0" end="0"/>
                                            </p:txEl>
                                          </p:spTgt>
                                        </p:tgtEl>
                                        <p:attrNameLst>
                                          <p:attrName>style.visibility</p:attrName>
                                        </p:attrNameLst>
                                      </p:cBhvr>
                                      <p:to>
                                        <p:strVal val="hidden"/>
                                      </p:to>
                                    </p:set>
                                  </p:childTnLst>
                                </p:cTn>
                              </p:par>
                            </p:childTnLst>
                          </p:cTn>
                        </p:par>
                        <p:par>
                          <p:cTn id="28" fill="hold">
                            <p:stCondLst>
                              <p:cond delay="2000"/>
                            </p:stCondLst>
                            <p:childTnLst>
                              <p:par>
                                <p:cTn id="29" presetID="10" presetClass="entr" presetSubtype="0" fill="hold" grpId="0" nodeType="afterEffect">
                                  <p:stCondLst>
                                    <p:cond delay="0"/>
                                  </p:stCondLst>
                                  <p:childTnLst>
                                    <p:set>
                                      <p:cBhvr>
                                        <p:cTn id="30" dur="1" fill="hold">
                                          <p:stCondLst>
                                            <p:cond delay="0"/>
                                          </p:stCondLst>
                                        </p:cTn>
                                        <p:tgtEl>
                                          <p:spTgt spid="32">
                                            <p:txEl>
                                              <p:pRg st="0" end="0"/>
                                            </p:txEl>
                                          </p:spTgt>
                                        </p:tgtEl>
                                        <p:attrNameLst>
                                          <p:attrName>style.visibility</p:attrName>
                                        </p:attrNameLst>
                                      </p:cBhvr>
                                      <p:to>
                                        <p:strVal val="visible"/>
                                      </p:to>
                                    </p:set>
                                    <p:animEffect transition="in" filter="fade">
                                      <p:cBhvr>
                                        <p:cTn id="31" dur="500"/>
                                        <p:tgtEl>
                                          <p:spTgt spid="32">
                                            <p:txEl>
                                              <p:pRg st="0" end="0"/>
                                            </p:txEl>
                                          </p:spTgt>
                                        </p:tgtEl>
                                      </p:cBhvr>
                                    </p:animEffect>
                                  </p:childTnLst>
                                </p:cTn>
                              </p:par>
                            </p:childTnLst>
                          </p:cTn>
                        </p:par>
                        <p:par>
                          <p:cTn id="32" fill="hold">
                            <p:stCondLst>
                              <p:cond delay="2500"/>
                            </p:stCondLst>
                            <p:childTnLst>
                              <p:par>
                                <p:cTn id="33" presetID="22" presetClass="entr" presetSubtype="1" fill="hold" nodeType="after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wipe(up)">
                                      <p:cBhvr>
                                        <p:cTn id="35" dur="250"/>
                                        <p:tgtEl>
                                          <p:spTgt spid="47"/>
                                        </p:tgtEl>
                                      </p:cBhvr>
                                    </p:animEffect>
                                  </p:childTnLst>
                                </p:cTn>
                              </p:par>
                              <p:par>
                                <p:cTn id="36" presetID="22" presetClass="entr" presetSubtype="8" fill="hold" grpId="0" nodeType="withEffect">
                                  <p:stCondLst>
                                    <p:cond delay="250"/>
                                  </p:stCondLst>
                                  <p:childTnLst>
                                    <p:set>
                                      <p:cBhvr>
                                        <p:cTn id="37" dur="1" fill="hold">
                                          <p:stCondLst>
                                            <p:cond delay="0"/>
                                          </p:stCondLst>
                                        </p:cTn>
                                        <p:tgtEl>
                                          <p:spTgt spid="28"/>
                                        </p:tgtEl>
                                        <p:attrNameLst>
                                          <p:attrName>style.visibility</p:attrName>
                                        </p:attrNameLst>
                                      </p:cBhvr>
                                      <p:to>
                                        <p:strVal val="visible"/>
                                      </p:to>
                                    </p:set>
                                    <p:animEffect transition="in" filter="wipe(left)">
                                      <p:cBhvr>
                                        <p:cTn id="38" dur="500"/>
                                        <p:tgtEl>
                                          <p:spTgt spid="28"/>
                                        </p:tgtEl>
                                      </p:cBhvr>
                                    </p:animEffect>
                                  </p:childTnLst>
                                </p:cTn>
                              </p:par>
                              <p:par>
                                <p:cTn id="39" presetID="22" presetClass="entr" presetSubtype="8" fill="hold" nodeType="withEffect">
                                  <p:stCondLst>
                                    <p:cond delay="500"/>
                                  </p:stCondLst>
                                  <p:childTnLst>
                                    <p:set>
                                      <p:cBhvr>
                                        <p:cTn id="40" dur="1" fill="hold">
                                          <p:stCondLst>
                                            <p:cond delay="0"/>
                                          </p:stCondLst>
                                        </p:cTn>
                                        <p:tgtEl>
                                          <p:spTgt spid="42"/>
                                        </p:tgtEl>
                                        <p:attrNameLst>
                                          <p:attrName>style.visibility</p:attrName>
                                        </p:attrNameLst>
                                      </p:cBhvr>
                                      <p:to>
                                        <p:strVal val="visible"/>
                                      </p:to>
                                    </p:set>
                                    <p:animEffect transition="in" filter="wipe(left)">
                                      <p:cBhvr>
                                        <p:cTn id="41" dur="500"/>
                                        <p:tgtEl>
                                          <p:spTgt spid="42"/>
                                        </p:tgtEl>
                                      </p:cBhvr>
                                    </p:animEffect>
                                  </p:childTnLst>
                                </p:cTn>
                              </p:par>
                              <p:par>
                                <p:cTn id="42" presetID="2" presetClass="entr" presetSubtype="2" decel="100000" fill="hold" grpId="0" nodeType="withEffect">
                                  <p:stCondLst>
                                    <p:cond delay="500"/>
                                  </p:stCondLst>
                                  <p:childTnLst>
                                    <p:set>
                                      <p:cBhvr>
                                        <p:cTn id="43" dur="1" fill="hold">
                                          <p:stCondLst>
                                            <p:cond delay="0"/>
                                          </p:stCondLst>
                                        </p:cTn>
                                        <p:tgtEl>
                                          <p:spTgt spid="48">
                                            <p:txEl>
                                              <p:pRg st="0" end="0"/>
                                            </p:txEl>
                                          </p:spTgt>
                                        </p:tgtEl>
                                        <p:attrNameLst>
                                          <p:attrName>style.visibility</p:attrName>
                                        </p:attrNameLst>
                                      </p:cBhvr>
                                      <p:to>
                                        <p:strVal val="visible"/>
                                      </p:to>
                                    </p:set>
                                    <p:anim calcmode="lin" valueType="num">
                                      <p:cBhvr additive="base">
                                        <p:cTn id="44" dur="1000" fill="hold"/>
                                        <p:tgtEl>
                                          <p:spTgt spid="48">
                                            <p:txEl>
                                              <p:pRg st="0" end="0"/>
                                            </p:txEl>
                                          </p:spTgt>
                                        </p:tgtEl>
                                        <p:attrNameLst>
                                          <p:attrName>ppt_x</p:attrName>
                                        </p:attrNameLst>
                                      </p:cBhvr>
                                      <p:tavLst>
                                        <p:tav tm="0">
                                          <p:val>
                                            <p:strVal val="1+#ppt_w/2"/>
                                          </p:val>
                                        </p:tav>
                                        <p:tav tm="100000">
                                          <p:val>
                                            <p:strVal val="#ppt_x"/>
                                          </p:val>
                                        </p:tav>
                                      </p:tavLst>
                                    </p:anim>
                                    <p:anim calcmode="lin" valueType="num">
                                      <p:cBhvr additive="base">
                                        <p:cTn id="45" dur="1000" fill="hold"/>
                                        <p:tgtEl>
                                          <p:spTgt spid="48">
                                            <p:txEl>
                                              <p:pRg st="0" end="0"/>
                                            </p:txEl>
                                          </p:spTgt>
                                        </p:tgtEl>
                                        <p:attrNameLst>
                                          <p:attrName>ppt_y</p:attrName>
                                        </p:attrNameLst>
                                      </p:cBhvr>
                                      <p:tavLst>
                                        <p:tav tm="0">
                                          <p:val>
                                            <p:strVal val="#ppt_y"/>
                                          </p:val>
                                        </p:tav>
                                        <p:tav tm="100000">
                                          <p:val>
                                            <p:strVal val="#ppt_y"/>
                                          </p:val>
                                        </p:tav>
                                      </p:tavLst>
                                    </p:anim>
                                  </p:childTnLst>
                                </p:cTn>
                              </p:par>
                              <p:par>
                                <p:cTn id="46" presetID="10" presetClass="entr" presetSubtype="0" fill="hold" grpId="1" nodeType="withEffect">
                                  <p:stCondLst>
                                    <p:cond delay="1000"/>
                                  </p:stCondLst>
                                  <p:childTnLst>
                                    <p:set>
                                      <p:cBhvr>
                                        <p:cTn id="47" dur="1" fill="hold">
                                          <p:stCondLst>
                                            <p:cond delay="0"/>
                                          </p:stCondLst>
                                        </p:cTn>
                                        <p:tgtEl>
                                          <p:spTgt spid="48">
                                            <p:txEl>
                                              <p:pRg st="0" end="0"/>
                                            </p:txEl>
                                          </p:spTgt>
                                        </p:tgtEl>
                                        <p:attrNameLst>
                                          <p:attrName>style.visibility</p:attrName>
                                        </p:attrNameLst>
                                      </p:cBhvr>
                                      <p:to>
                                        <p:strVal val="visible"/>
                                      </p:to>
                                    </p:set>
                                    <p:animEffect transition="in" filter="fade">
                                      <p:cBhvr>
                                        <p:cTn id="48" dur="500"/>
                                        <p:tgtEl>
                                          <p:spTgt spid="48">
                                            <p:txEl>
                                              <p:pRg st="0" end="0"/>
                                            </p:txEl>
                                          </p:spTgt>
                                        </p:tgtEl>
                                      </p:cBhvr>
                                    </p:animEffect>
                                  </p:childTnLst>
                                </p:cTn>
                              </p:par>
                              <p:par>
                                <p:cTn id="49" presetID="1" presetClass="exit" presetSubtype="0" fill="hold" grpId="2" nodeType="withEffect">
                                  <p:stCondLst>
                                    <p:cond delay="500"/>
                                  </p:stCondLst>
                                  <p:childTnLst>
                                    <p:set>
                                      <p:cBhvr>
                                        <p:cTn id="50" dur="1" fill="hold">
                                          <p:stCondLst>
                                            <p:cond delay="0"/>
                                          </p:stCondLst>
                                        </p:cTn>
                                        <p:tgtEl>
                                          <p:spTgt spid="48">
                                            <p:txEl>
                                              <p:pRg st="0" end="0"/>
                                            </p:txEl>
                                          </p:spTgt>
                                        </p:tgtEl>
                                        <p:attrNameLst>
                                          <p:attrName>style.visibility</p:attrName>
                                        </p:attrNameLst>
                                      </p:cBhvr>
                                      <p:to>
                                        <p:strVal val="hidden"/>
                                      </p:to>
                                    </p:set>
                                  </p:childTnLst>
                                </p:cTn>
                              </p:par>
                            </p:childTnLst>
                          </p:cTn>
                        </p:par>
                        <p:par>
                          <p:cTn id="51" fill="hold">
                            <p:stCondLst>
                              <p:cond delay="4000"/>
                            </p:stCondLst>
                            <p:childTnLst>
                              <p:par>
                                <p:cTn id="52" presetID="10" presetClass="entr" presetSubtype="0" fill="hold" grpId="0" nodeType="afterEffect">
                                  <p:stCondLst>
                                    <p:cond delay="0"/>
                                  </p:stCondLst>
                                  <p:childTnLst>
                                    <p:set>
                                      <p:cBhvr>
                                        <p:cTn id="53" dur="1" fill="hold">
                                          <p:stCondLst>
                                            <p:cond delay="0"/>
                                          </p:stCondLst>
                                        </p:cTn>
                                        <p:tgtEl>
                                          <p:spTgt spid="49">
                                            <p:txEl>
                                              <p:pRg st="0" end="0"/>
                                            </p:txEl>
                                          </p:spTgt>
                                        </p:tgtEl>
                                        <p:attrNameLst>
                                          <p:attrName>style.visibility</p:attrName>
                                        </p:attrNameLst>
                                      </p:cBhvr>
                                      <p:to>
                                        <p:strVal val="visible"/>
                                      </p:to>
                                    </p:set>
                                    <p:animEffect transition="in" filter="fade">
                                      <p:cBhvr>
                                        <p:cTn id="54" dur="500"/>
                                        <p:tgtEl>
                                          <p:spTgt spid="49">
                                            <p:txEl>
                                              <p:pRg st="0" end="0"/>
                                            </p:txEl>
                                          </p:spTgt>
                                        </p:tgtEl>
                                      </p:cBhvr>
                                    </p:animEffect>
                                  </p:childTnLst>
                                </p:cTn>
                              </p:par>
                            </p:childTnLst>
                          </p:cTn>
                        </p:par>
                        <p:par>
                          <p:cTn id="55" fill="hold">
                            <p:stCondLst>
                              <p:cond delay="4500"/>
                            </p:stCondLst>
                            <p:childTnLst>
                              <p:par>
                                <p:cTn id="56" presetID="22" presetClass="entr" presetSubtype="1" fill="hold" nodeType="after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wipe(up)">
                                      <p:cBhvr>
                                        <p:cTn id="58" dur="250"/>
                                        <p:tgtEl>
                                          <p:spTgt spid="56"/>
                                        </p:tgtEl>
                                      </p:cBhvr>
                                    </p:animEffect>
                                  </p:childTnLst>
                                </p:cTn>
                              </p:par>
                              <p:par>
                                <p:cTn id="59" presetID="22" presetClass="entr" presetSubtype="8" fill="hold" grpId="0" nodeType="withEffect">
                                  <p:stCondLst>
                                    <p:cond delay="250"/>
                                  </p:stCondLst>
                                  <p:childTnLst>
                                    <p:set>
                                      <p:cBhvr>
                                        <p:cTn id="60" dur="1" fill="hold">
                                          <p:stCondLst>
                                            <p:cond delay="0"/>
                                          </p:stCondLst>
                                        </p:cTn>
                                        <p:tgtEl>
                                          <p:spTgt spid="50"/>
                                        </p:tgtEl>
                                        <p:attrNameLst>
                                          <p:attrName>style.visibility</p:attrName>
                                        </p:attrNameLst>
                                      </p:cBhvr>
                                      <p:to>
                                        <p:strVal val="visible"/>
                                      </p:to>
                                    </p:set>
                                    <p:animEffect transition="in" filter="wipe(left)">
                                      <p:cBhvr>
                                        <p:cTn id="61" dur="500"/>
                                        <p:tgtEl>
                                          <p:spTgt spid="50"/>
                                        </p:tgtEl>
                                      </p:cBhvr>
                                    </p:animEffect>
                                  </p:childTnLst>
                                </p:cTn>
                              </p:par>
                              <p:par>
                                <p:cTn id="62" presetID="22" presetClass="entr" presetSubtype="8" fill="hold" nodeType="withEffect">
                                  <p:stCondLst>
                                    <p:cond delay="500"/>
                                  </p:stCondLst>
                                  <p:childTnLst>
                                    <p:set>
                                      <p:cBhvr>
                                        <p:cTn id="63" dur="1" fill="hold">
                                          <p:stCondLst>
                                            <p:cond delay="0"/>
                                          </p:stCondLst>
                                        </p:cTn>
                                        <p:tgtEl>
                                          <p:spTgt spid="51"/>
                                        </p:tgtEl>
                                        <p:attrNameLst>
                                          <p:attrName>style.visibility</p:attrName>
                                        </p:attrNameLst>
                                      </p:cBhvr>
                                      <p:to>
                                        <p:strVal val="visible"/>
                                      </p:to>
                                    </p:set>
                                    <p:animEffect transition="in" filter="wipe(left)">
                                      <p:cBhvr>
                                        <p:cTn id="64" dur="500"/>
                                        <p:tgtEl>
                                          <p:spTgt spid="51"/>
                                        </p:tgtEl>
                                      </p:cBhvr>
                                    </p:animEffect>
                                  </p:childTnLst>
                                </p:cTn>
                              </p:par>
                              <p:par>
                                <p:cTn id="65" presetID="2" presetClass="entr" presetSubtype="2" decel="100000" fill="hold" grpId="0" nodeType="withEffect">
                                  <p:stCondLst>
                                    <p:cond delay="500"/>
                                  </p:stCondLst>
                                  <p:childTnLst>
                                    <p:set>
                                      <p:cBhvr>
                                        <p:cTn id="66" dur="1" fill="hold">
                                          <p:stCondLst>
                                            <p:cond delay="0"/>
                                          </p:stCondLst>
                                        </p:cTn>
                                        <p:tgtEl>
                                          <p:spTgt spid="57">
                                            <p:txEl>
                                              <p:pRg st="0" end="0"/>
                                            </p:txEl>
                                          </p:spTgt>
                                        </p:tgtEl>
                                        <p:attrNameLst>
                                          <p:attrName>style.visibility</p:attrName>
                                        </p:attrNameLst>
                                      </p:cBhvr>
                                      <p:to>
                                        <p:strVal val="visible"/>
                                      </p:to>
                                    </p:set>
                                    <p:anim calcmode="lin" valueType="num">
                                      <p:cBhvr additive="base">
                                        <p:cTn id="67" dur="1000" fill="hold"/>
                                        <p:tgtEl>
                                          <p:spTgt spid="57">
                                            <p:txEl>
                                              <p:pRg st="0" end="0"/>
                                            </p:txEl>
                                          </p:spTgt>
                                        </p:tgtEl>
                                        <p:attrNameLst>
                                          <p:attrName>ppt_x</p:attrName>
                                        </p:attrNameLst>
                                      </p:cBhvr>
                                      <p:tavLst>
                                        <p:tav tm="0">
                                          <p:val>
                                            <p:strVal val="1+#ppt_w/2"/>
                                          </p:val>
                                        </p:tav>
                                        <p:tav tm="100000">
                                          <p:val>
                                            <p:strVal val="#ppt_x"/>
                                          </p:val>
                                        </p:tav>
                                      </p:tavLst>
                                    </p:anim>
                                    <p:anim calcmode="lin" valueType="num">
                                      <p:cBhvr additive="base">
                                        <p:cTn id="68" dur="1000" fill="hold"/>
                                        <p:tgtEl>
                                          <p:spTgt spid="57">
                                            <p:txEl>
                                              <p:pRg st="0" end="0"/>
                                            </p:txEl>
                                          </p:spTgt>
                                        </p:tgtEl>
                                        <p:attrNameLst>
                                          <p:attrName>ppt_y</p:attrName>
                                        </p:attrNameLst>
                                      </p:cBhvr>
                                      <p:tavLst>
                                        <p:tav tm="0">
                                          <p:val>
                                            <p:strVal val="#ppt_y"/>
                                          </p:val>
                                        </p:tav>
                                        <p:tav tm="100000">
                                          <p:val>
                                            <p:strVal val="#ppt_y"/>
                                          </p:val>
                                        </p:tav>
                                      </p:tavLst>
                                    </p:anim>
                                  </p:childTnLst>
                                </p:cTn>
                              </p:par>
                              <p:par>
                                <p:cTn id="69" presetID="10" presetClass="entr" presetSubtype="0" fill="hold" grpId="1" nodeType="withEffect">
                                  <p:stCondLst>
                                    <p:cond delay="1000"/>
                                  </p:stCondLst>
                                  <p:childTnLst>
                                    <p:set>
                                      <p:cBhvr>
                                        <p:cTn id="70" dur="1" fill="hold">
                                          <p:stCondLst>
                                            <p:cond delay="0"/>
                                          </p:stCondLst>
                                        </p:cTn>
                                        <p:tgtEl>
                                          <p:spTgt spid="57">
                                            <p:txEl>
                                              <p:pRg st="0" end="0"/>
                                            </p:txEl>
                                          </p:spTgt>
                                        </p:tgtEl>
                                        <p:attrNameLst>
                                          <p:attrName>style.visibility</p:attrName>
                                        </p:attrNameLst>
                                      </p:cBhvr>
                                      <p:to>
                                        <p:strVal val="visible"/>
                                      </p:to>
                                    </p:set>
                                    <p:animEffect transition="in" filter="fade">
                                      <p:cBhvr>
                                        <p:cTn id="71" dur="500"/>
                                        <p:tgtEl>
                                          <p:spTgt spid="57">
                                            <p:txEl>
                                              <p:pRg st="0" end="0"/>
                                            </p:txEl>
                                          </p:spTgt>
                                        </p:tgtEl>
                                      </p:cBhvr>
                                    </p:animEffect>
                                  </p:childTnLst>
                                </p:cTn>
                              </p:par>
                              <p:par>
                                <p:cTn id="72" presetID="1" presetClass="exit" presetSubtype="0" fill="hold" grpId="2" nodeType="withEffect">
                                  <p:stCondLst>
                                    <p:cond delay="500"/>
                                  </p:stCondLst>
                                  <p:childTnLst>
                                    <p:set>
                                      <p:cBhvr>
                                        <p:cTn id="73" dur="1" fill="hold">
                                          <p:stCondLst>
                                            <p:cond delay="0"/>
                                          </p:stCondLst>
                                        </p:cTn>
                                        <p:tgtEl>
                                          <p:spTgt spid="57">
                                            <p:txEl>
                                              <p:pRg st="0" end="0"/>
                                            </p:txEl>
                                          </p:spTgt>
                                        </p:tgtEl>
                                        <p:attrNameLst>
                                          <p:attrName>style.visibility</p:attrName>
                                        </p:attrNameLst>
                                      </p:cBhvr>
                                      <p:to>
                                        <p:strVal val="hidden"/>
                                      </p:to>
                                    </p:set>
                                  </p:childTnLst>
                                </p:cTn>
                              </p:par>
                            </p:childTnLst>
                          </p:cTn>
                        </p:par>
                        <p:par>
                          <p:cTn id="74" fill="hold">
                            <p:stCondLst>
                              <p:cond delay="6000"/>
                            </p:stCondLst>
                            <p:childTnLst>
                              <p:par>
                                <p:cTn id="75" presetID="10" presetClass="entr" presetSubtype="0" fill="hold" grpId="0" nodeType="afterEffect">
                                  <p:stCondLst>
                                    <p:cond delay="0"/>
                                  </p:stCondLst>
                                  <p:childTnLst>
                                    <p:set>
                                      <p:cBhvr>
                                        <p:cTn id="76" dur="1" fill="hold">
                                          <p:stCondLst>
                                            <p:cond delay="0"/>
                                          </p:stCondLst>
                                        </p:cTn>
                                        <p:tgtEl>
                                          <p:spTgt spid="58">
                                            <p:txEl>
                                              <p:pRg st="0" end="0"/>
                                            </p:txEl>
                                          </p:spTgt>
                                        </p:tgtEl>
                                        <p:attrNameLst>
                                          <p:attrName>style.visibility</p:attrName>
                                        </p:attrNameLst>
                                      </p:cBhvr>
                                      <p:to>
                                        <p:strVal val="visible"/>
                                      </p:to>
                                    </p:set>
                                    <p:animEffect transition="in" filter="fade">
                                      <p:cBhvr>
                                        <p:cTn id="77" dur="500"/>
                                        <p:tgtEl>
                                          <p:spTgt spid="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9" grpId="0" build="p">
        <p:tmplLst>
          <p:tmpl lvl="1">
            <p:tnLst>
              <p:par>
                <p:cTn presetID="2" presetClass="entr" presetSubtype="1"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0-#ppt_h/2"/>
                          </p:val>
                        </p:tav>
                        <p:tav tm="100000">
                          <p:val>
                            <p:strVal val="#ppt_y"/>
                          </p:val>
                        </p:tav>
                      </p:tavLst>
                    </p:anim>
                  </p:childTnLst>
                </p:cTn>
              </p:par>
            </p:tnLst>
          </p:tmpl>
        </p:tmplLst>
      </p:bldP>
      <p:bldP spid="31" grpId="0" build="p">
        <p:tmplLst>
          <p:tmpl lvl="1">
            <p:tnLst>
              <p:par>
                <p:cTn presetID="2" presetClass="entr" presetSubtype="2" decel="100000" fill="hold" nodeType="withEffect">
                  <p:stCondLst>
                    <p:cond delay="50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1000" fill="hold"/>
                        <p:tgtEl>
                          <p:spTgt spid="31"/>
                        </p:tgtEl>
                        <p:attrNameLst>
                          <p:attrName>ppt_x</p:attrName>
                        </p:attrNameLst>
                      </p:cBhvr>
                      <p:tavLst>
                        <p:tav tm="0">
                          <p:val>
                            <p:strVal val="1+#ppt_w/2"/>
                          </p:val>
                        </p:tav>
                        <p:tav tm="100000">
                          <p:val>
                            <p:strVal val="#ppt_x"/>
                          </p:val>
                        </p:tav>
                      </p:tavLst>
                    </p:anim>
                    <p:anim calcmode="lin" valueType="num">
                      <p:cBhvr additive="base">
                        <p:cTn dur="1000" fill="hold"/>
                        <p:tgtEl>
                          <p:spTgt spid="31"/>
                        </p:tgtEl>
                        <p:attrNameLst>
                          <p:attrName>ppt_y</p:attrName>
                        </p:attrNameLst>
                      </p:cBhvr>
                      <p:tavLst>
                        <p:tav tm="0">
                          <p:val>
                            <p:strVal val="#ppt_y"/>
                          </p:val>
                        </p:tav>
                        <p:tav tm="100000">
                          <p:val>
                            <p:strVal val="#ppt_y"/>
                          </p:val>
                        </p:tav>
                      </p:tavLst>
                    </p:anim>
                  </p:childTnLst>
                </p:cTn>
              </p:par>
            </p:tnLst>
          </p:tmpl>
        </p:tmplLst>
      </p:bldP>
      <p:bldP spid="31" grpId="1" build="p">
        <p:tmplLst>
          <p:tmpl lvl="1">
            <p:tnLst>
              <p:par>
                <p:cTn presetID="10" presetClass="entr" presetSubtype="0" fill="hold" nodeType="withEffect">
                  <p:stCondLst>
                    <p:cond delay="100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1" grpId="2" build="p">
        <p:tmplLst>
          <p:tmpl lvl="1">
            <p:tnLst>
              <p:par>
                <p:cTn presetID="1" presetClass="exit" presetSubtype="0" fill="hold" nodeType="withEffect">
                  <p:stCondLst>
                    <p:cond delay="500"/>
                  </p:stCondLst>
                  <p:childTnLst>
                    <p:set>
                      <p:cBhvr>
                        <p:cTn dur="1" fill="hold">
                          <p:stCondLst>
                            <p:cond delay="0"/>
                          </p:stCondLst>
                        </p:cTn>
                        <p:tgtEl>
                          <p:spTgt spid="31"/>
                        </p:tgtEl>
                        <p:attrNameLst>
                          <p:attrName>style.visibility</p:attrName>
                        </p:attrNameLst>
                      </p:cBhvr>
                      <p:to>
                        <p:strVal val="hidden"/>
                      </p:to>
                    </p:set>
                  </p:childTnLst>
                </p:cTn>
              </p:par>
            </p:tnLst>
          </p:tmpl>
        </p:tmplLst>
      </p:bldP>
      <p:bldP spid="32" grpId="0" build="p">
        <p:tmplLst>
          <p:tmpl lvl="1">
            <p:tnLst>
              <p:par>
                <p:cTn presetID="10" presetClass="entr" presetSubtype="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28" grpId="0" animBg="1"/>
      <p:bldP spid="48" grpId="0" build="p">
        <p:tmplLst>
          <p:tmpl lvl="1">
            <p:tnLst>
              <p:par>
                <p:cTn presetID="2" presetClass="entr" presetSubtype="2" decel="100000" fill="hold" nodeType="withEffect">
                  <p:stCondLst>
                    <p:cond delay="50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1000" fill="hold"/>
                        <p:tgtEl>
                          <p:spTgt spid="48"/>
                        </p:tgtEl>
                        <p:attrNameLst>
                          <p:attrName>ppt_x</p:attrName>
                        </p:attrNameLst>
                      </p:cBhvr>
                      <p:tavLst>
                        <p:tav tm="0">
                          <p:val>
                            <p:strVal val="1+#ppt_w/2"/>
                          </p:val>
                        </p:tav>
                        <p:tav tm="100000">
                          <p:val>
                            <p:strVal val="#ppt_x"/>
                          </p:val>
                        </p:tav>
                      </p:tavLst>
                    </p:anim>
                    <p:anim calcmode="lin" valueType="num">
                      <p:cBhvr additive="base">
                        <p:cTn dur="1000" fill="hold"/>
                        <p:tgtEl>
                          <p:spTgt spid="48"/>
                        </p:tgtEl>
                        <p:attrNameLst>
                          <p:attrName>ppt_y</p:attrName>
                        </p:attrNameLst>
                      </p:cBhvr>
                      <p:tavLst>
                        <p:tav tm="0">
                          <p:val>
                            <p:strVal val="#ppt_y"/>
                          </p:val>
                        </p:tav>
                        <p:tav tm="100000">
                          <p:val>
                            <p:strVal val="#ppt_y"/>
                          </p:val>
                        </p:tav>
                      </p:tavLst>
                    </p:anim>
                  </p:childTnLst>
                </p:cTn>
              </p:par>
            </p:tnLst>
          </p:tmpl>
        </p:tmplLst>
      </p:bldP>
      <p:bldP spid="48" grpId="1" build="p">
        <p:tmplLst>
          <p:tmpl lvl="1">
            <p:tnLst>
              <p:par>
                <p:cTn presetID="10" presetClass="entr" presetSubtype="0" fill="hold" nodeType="withEffect">
                  <p:stCondLst>
                    <p:cond delay="100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P spid="48" grpId="2" build="p">
        <p:tmplLst>
          <p:tmpl lvl="1">
            <p:tnLst>
              <p:par>
                <p:cTn presetID="1" presetClass="exit" presetSubtype="0" fill="hold" nodeType="withEffect">
                  <p:stCondLst>
                    <p:cond delay="500"/>
                  </p:stCondLst>
                  <p:childTnLst>
                    <p:set>
                      <p:cBhvr>
                        <p:cTn dur="1" fill="hold">
                          <p:stCondLst>
                            <p:cond delay="0"/>
                          </p:stCondLst>
                        </p:cTn>
                        <p:tgtEl>
                          <p:spTgt spid="48"/>
                        </p:tgtEl>
                        <p:attrNameLst>
                          <p:attrName>style.visibility</p:attrName>
                        </p:attrNameLst>
                      </p:cBhvr>
                      <p:to>
                        <p:strVal val="hidden"/>
                      </p:to>
                    </p:set>
                  </p:childTnLst>
                </p:cTn>
              </p:par>
            </p:tnLst>
          </p:tmpl>
        </p:tmplLst>
      </p:bldP>
      <p:bldP spid="49" grpId="0" build="p">
        <p:tmplLst>
          <p:tmpl lvl="1">
            <p:tnLst>
              <p:par>
                <p:cTn presetID="10" presetClass="entr" presetSubtype="0" fill="hold" nodeType="after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fade">
                      <p:cBhvr>
                        <p:cTn dur="500"/>
                        <p:tgtEl>
                          <p:spTgt spid="49"/>
                        </p:tgtEl>
                      </p:cBhvr>
                    </p:animEffect>
                  </p:childTnLst>
                </p:cTn>
              </p:par>
            </p:tnLst>
          </p:tmpl>
        </p:tmplLst>
      </p:bldP>
      <p:bldP spid="50" grpId="0" animBg="1"/>
      <p:bldP spid="57" grpId="0" build="p">
        <p:tmplLst>
          <p:tmpl lvl="1">
            <p:tnLst>
              <p:par>
                <p:cTn presetID="2" presetClass="entr" presetSubtype="2" decel="100000" fill="hold" nodeType="withEffect">
                  <p:stCondLst>
                    <p:cond delay="50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1000" fill="hold"/>
                        <p:tgtEl>
                          <p:spTgt spid="57"/>
                        </p:tgtEl>
                        <p:attrNameLst>
                          <p:attrName>ppt_x</p:attrName>
                        </p:attrNameLst>
                      </p:cBhvr>
                      <p:tavLst>
                        <p:tav tm="0">
                          <p:val>
                            <p:strVal val="1+#ppt_w/2"/>
                          </p:val>
                        </p:tav>
                        <p:tav tm="100000">
                          <p:val>
                            <p:strVal val="#ppt_x"/>
                          </p:val>
                        </p:tav>
                      </p:tavLst>
                    </p:anim>
                    <p:anim calcmode="lin" valueType="num">
                      <p:cBhvr additive="base">
                        <p:cTn dur="1000" fill="hold"/>
                        <p:tgtEl>
                          <p:spTgt spid="57"/>
                        </p:tgtEl>
                        <p:attrNameLst>
                          <p:attrName>ppt_y</p:attrName>
                        </p:attrNameLst>
                      </p:cBhvr>
                      <p:tavLst>
                        <p:tav tm="0">
                          <p:val>
                            <p:strVal val="#ppt_y"/>
                          </p:val>
                        </p:tav>
                        <p:tav tm="100000">
                          <p:val>
                            <p:strVal val="#ppt_y"/>
                          </p:val>
                        </p:tav>
                      </p:tavLst>
                    </p:anim>
                  </p:childTnLst>
                </p:cTn>
              </p:par>
            </p:tnLst>
          </p:tmpl>
        </p:tmplLst>
      </p:bldP>
      <p:bldP spid="57" grpId="1" build="p">
        <p:tmplLst>
          <p:tmpl lvl="1">
            <p:tnLst>
              <p:par>
                <p:cTn presetID="10" presetClass="entr" presetSubtype="0" fill="hold" nodeType="withEffect">
                  <p:stCondLst>
                    <p:cond delay="1000"/>
                  </p:stCondLst>
                  <p:childTnLst>
                    <p:set>
                      <p:cBhvr>
                        <p:cTn dur="1" fill="hold">
                          <p:stCondLst>
                            <p:cond delay="0"/>
                          </p:stCondLst>
                        </p:cTn>
                        <p:tgtEl>
                          <p:spTgt spid="57"/>
                        </p:tgtEl>
                        <p:attrNameLst>
                          <p:attrName>style.visibility</p:attrName>
                        </p:attrNameLst>
                      </p:cBhvr>
                      <p:to>
                        <p:strVal val="visible"/>
                      </p:to>
                    </p:set>
                    <p:animEffect transition="in" filter="fade">
                      <p:cBhvr>
                        <p:cTn dur="500"/>
                        <p:tgtEl>
                          <p:spTgt spid="57"/>
                        </p:tgtEl>
                      </p:cBhvr>
                    </p:animEffect>
                  </p:childTnLst>
                </p:cTn>
              </p:par>
            </p:tnLst>
          </p:tmpl>
        </p:tmplLst>
      </p:bldP>
      <p:bldP spid="57" grpId="2" build="p">
        <p:tmplLst>
          <p:tmpl lvl="1">
            <p:tnLst>
              <p:par>
                <p:cTn presetID="1" presetClass="exit" presetSubtype="0" fill="hold" nodeType="withEffect">
                  <p:stCondLst>
                    <p:cond delay="500"/>
                  </p:stCondLst>
                  <p:childTnLst>
                    <p:set>
                      <p:cBhvr>
                        <p:cTn dur="1" fill="hold">
                          <p:stCondLst>
                            <p:cond delay="0"/>
                          </p:stCondLst>
                        </p:cTn>
                        <p:tgtEl>
                          <p:spTgt spid="57"/>
                        </p:tgtEl>
                        <p:attrNameLst>
                          <p:attrName>style.visibility</p:attrName>
                        </p:attrNameLst>
                      </p:cBhvr>
                      <p:to>
                        <p:strVal val="hidden"/>
                      </p:to>
                    </p:set>
                  </p:childTnLst>
                </p:cTn>
              </p:par>
            </p:tnLst>
          </p:tmpl>
        </p:tmplLst>
      </p:bldP>
      <p:bldP spid="58" grpId="0" build="p">
        <p:tmplLst>
          <p:tmpl lvl="1">
            <p:tnLst>
              <p:par>
                <p:cTn presetID="10" presetClass="entr" presetSubtype="0" fill="hold" nodeType="afterEffect">
                  <p:stCondLst>
                    <p:cond delay="0"/>
                  </p:stCondLst>
                  <p:childTnLst>
                    <p:set>
                      <p:cBhvr>
                        <p:cTn dur="1" fill="hold">
                          <p:stCondLst>
                            <p:cond delay="0"/>
                          </p:stCondLst>
                        </p:cTn>
                        <p:tgtEl>
                          <p:spTgt spid="58"/>
                        </p:tgtEl>
                        <p:attrNameLst>
                          <p:attrName>style.visibility</p:attrName>
                        </p:attrNameLst>
                      </p:cBhvr>
                      <p:to>
                        <p:strVal val="visible"/>
                      </p:to>
                    </p:set>
                    <p:animEffect transition="in" filter="fade">
                      <p:cBhvr>
                        <p:cTn dur="500"/>
                        <p:tgtEl>
                          <p:spTgt spid="58"/>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 6 Item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dirty="0"/>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7" name="二等辺三角形 10"/>
          <p:cNvSpPr/>
          <p:nvPr userDrawn="1"/>
        </p:nvSpPr>
        <p:spPr>
          <a:xfrm rot="5400000">
            <a:off x="5633540" y="456113"/>
            <a:ext cx="899888" cy="5469558"/>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 name="グループ化 7"/>
          <p:cNvGrpSpPr/>
          <p:nvPr userDrawn="1"/>
        </p:nvGrpSpPr>
        <p:grpSpPr>
          <a:xfrm>
            <a:off x="3478246" y="2851166"/>
            <a:ext cx="5128897" cy="663576"/>
            <a:chOff x="2539364" y="3126253"/>
            <a:chExt cx="5128897" cy="663576"/>
          </a:xfrm>
        </p:grpSpPr>
        <p:cxnSp>
          <p:nvCxnSpPr>
            <p:cNvPr id="9" name="直線コネクタ 8"/>
            <p:cNvCxnSpPr/>
            <p:nvPr/>
          </p:nvCxnSpPr>
          <p:spPr>
            <a:xfrm>
              <a:off x="2539364" y="3126253"/>
              <a:ext cx="478218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a:off x="2539364" y="3789828"/>
              <a:ext cx="4782187"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13" name="図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73909" y="2329559"/>
            <a:ext cx="482540" cy="1722666"/>
          </a:xfrm>
          <a:prstGeom prst="rect">
            <a:avLst/>
          </a:prstGeom>
        </p:spPr>
      </p:pic>
      <p:sp>
        <p:nvSpPr>
          <p:cNvPr id="14" name="テキスト プレースホルダー 5"/>
          <p:cNvSpPr>
            <a:spLocks noGrp="1"/>
          </p:cNvSpPr>
          <p:nvPr>
            <p:ph type="body" sz="quarter" idx="15" hasCustomPrompt="1"/>
          </p:nvPr>
        </p:nvSpPr>
        <p:spPr>
          <a:xfrm>
            <a:off x="3478245" y="2851166"/>
            <a:ext cx="4782187"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15" name="テキスト プレースホルダー 5"/>
          <p:cNvSpPr>
            <a:spLocks noGrp="1"/>
          </p:cNvSpPr>
          <p:nvPr>
            <p:ph type="body" sz="quarter" idx="16" hasCustomPrompt="1"/>
          </p:nvPr>
        </p:nvSpPr>
        <p:spPr>
          <a:xfrm>
            <a:off x="915851" y="2852535"/>
            <a:ext cx="243285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00:00 - 00:00</a:t>
            </a:r>
            <a:endParaRPr kumimoji="1" lang="ja-JP" altLang="en-US" dirty="0"/>
          </a:p>
        </p:txBody>
      </p:sp>
      <p:sp>
        <p:nvSpPr>
          <p:cNvPr id="16" name="テキスト プレースホルダー 5"/>
          <p:cNvSpPr>
            <a:spLocks noGrp="1"/>
          </p:cNvSpPr>
          <p:nvPr>
            <p:ph type="body" sz="quarter" idx="17" hasCustomPrompt="1"/>
          </p:nvPr>
        </p:nvSpPr>
        <p:spPr>
          <a:xfrm>
            <a:off x="3466274" y="3640836"/>
            <a:ext cx="4895757" cy="1018254"/>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p>
        </p:txBody>
      </p:sp>
      <p:sp>
        <p:nvSpPr>
          <p:cNvPr id="17" name="二等辺三角形 10"/>
          <p:cNvSpPr/>
          <p:nvPr userDrawn="1"/>
        </p:nvSpPr>
        <p:spPr>
          <a:xfrm rot="5400000">
            <a:off x="5633540" y="2667293"/>
            <a:ext cx="899888" cy="5469558"/>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8" name="グループ化 17"/>
          <p:cNvGrpSpPr/>
          <p:nvPr userDrawn="1"/>
        </p:nvGrpSpPr>
        <p:grpSpPr>
          <a:xfrm>
            <a:off x="3478246" y="5062346"/>
            <a:ext cx="5128897" cy="663576"/>
            <a:chOff x="2539364" y="3126253"/>
            <a:chExt cx="5128897" cy="663576"/>
          </a:xfrm>
        </p:grpSpPr>
        <p:cxnSp>
          <p:nvCxnSpPr>
            <p:cNvPr id="19" name="直線コネクタ 18"/>
            <p:cNvCxnSpPr/>
            <p:nvPr/>
          </p:nvCxnSpPr>
          <p:spPr>
            <a:xfrm>
              <a:off x="2539364" y="3126253"/>
              <a:ext cx="478218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a:off x="2539364" y="3789828"/>
              <a:ext cx="4782187"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23" name="図 2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73909" y="4540739"/>
            <a:ext cx="482540" cy="1722666"/>
          </a:xfrm>
          <a:prstGeom prst="rect">
            <a:avLst/>
          </a:prstGeom>
        </p:spPr>
      </p:pic>
      <p:sp>
        <p:nvSpPr>
          <p:cNvPr id="24" name="テキスト プレースホルダー 5"/>
          <p:cNvSpPr>
            <a:spLocks noGrp="1"/>
          </p:cNvSpPr>
          <p:nvPr>
            <p:ph type="body" sz="quarter" idx="18" hasCustomPrompt="1"/>
          </p:nvPr>
        </p:nvSpPr>
        <p:spPr>
          <a:xfrm>
            <a:off x="3478245" y="5062346"/>
            <a:ext cx="4782187"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25" name="テキスト プレースホルダー 5"/>
          <p:cNvSpPr>
            <a:spLocks noGrp="1"/>
          </p:cNvSpPr>
          <p:nvPr>
            <p:ph type="body" sz="quarter" idx="19" hasCustomPrompt="1"/>
          </p:nvPr>
        </p:nvSpPr>
        <p:spPr>
          <a:xfrm>
            <a:off x="915851" y="5063715"/>
            <a:ext cx="243285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00:00 - 00:00</a:t>
            </a:r>
            <a:endParaRPr kumimoji="1" lang="ja-JP" altLang="en-US" dirty="0"/>
          </a:p>
        </p:txBody>
      </p:sp>
      <p:sp>
        <p:nvSpPr>
          <p:cNvPr id="26" name="テキスト プレースホルダー 5"/>
          <p:cNvSpPr>
            <a:spLocks noGrp="1"/>
          </p:cNvSpPr>
          <p:nvPr>
            <p:ph type="body" sz="quarter" idx="20" hasCustomPrompt="1"/>
          </p:nvPr>
        </p:nvSpPr>
        <p:spPr>
          <a:xfrm>
            <a:off x="3466274" y="5852016"/>
            <a:ext cx="4895757" cy="1018254"/>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p>
        </p:txBody>
      </p:sp>
      <p:sp>
        <p:nvSpPr>
          <p:cNvPr id="27" name="二等辺三角形 10"/>
          <p:cNvSpPr/>
          <p:nvPr userDrawn="1"/>
        </p:nvSpPr>
        <p:spPr>
          <a:xfrm rot="5400000">
            <a:off x="5633540" y="4878473"/>
            <a:ext cx="899888" cy="5469558"/>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8" name="グループ化 27"/>
          <p:cNvGrpSpPr/>
          <p:nvPr userDrawn="1"/>
        </p:nvGrpSpPr>
        <p:grpSpPr>
          <a:xfrm>
            <a:off x="3478246" y="7273526"/>
            <a:ext cx="5128897" cy="663576"/>
            <a:chOff x="2539364" y="3126253"/>
            <a:chExt cx="5128897" cy="663576"/>
          </a:xfrm>
        </p:grpSpPr>
        <p:cxnSp>
          <p:nvCxnSpPr>
            <p:cNvPr id="29" name="直線コネクタ 28"/>
            <p:cNvCxnSpPr/>
            <p:nvPr/>
          </p:nvCxnSpPr>
          <p:spPr>
            <a:xfrm>
              <a:off x="2539364" y="3126253"/>
              <a:ext cx="478218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p:nvCxnSpPr>
          <p:spPr>
            <a:xfrm>
              <a:off x="2539364" y="3789828"/>
              <a:ext cx="4782187"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33" name="図 3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73909" y="6751919"/>
            <a:ext cx="482540" cy="1722666"/>
          </a:xfrm>
          <a:prstGeom prst="rect">
            <a:avLst/>
          </a:prstGeom>
        </p:spPr>
      </p:pic>
      <p:sp>
        <p:nvSpPr>
          <p:cNvPr id="34" name="テキスト プレースホルダー 5"/>
          <p:cNvSpPr>
            <a:spLocks noGrp="1"/>
          </p:cNvSpPr>
          <p:nvPr>
            <p:ph type="body" sz="quarter" idx="21" hasCustomPrompt="1"/>
          </p:nvPr>
        </p:nvSpPr>
        <p:spPr>
          <a:xfrm>
            <a:off x="3478245" y="7273526"/>
            <a:ext cx="4782187"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35" name="テキスト プレースホルダー 5"/>
          <p:cNvSpPr>
            <a:spLocks noGrp="1"/>
          </p:cNvSpPr>
          <p:nvPr>
            <p:ph type="body" sz="quarter" idx="22" hasCustomPrompt="1"/>
          </p:nvPr>
        </p:nvSpPr>
        <p:spPr>
          <a:xfrm>
            <a:off x="915851" y="7274895"/>
            <a:ext cx="243285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00:00 - 00:00</a:t>
            </a:r>
            <a:endParaRPr kumimoji="1" lang="ja-JP" altLang="en-US" dirty="0"/>
          </a:p>
        </p:txBody>
      </p:sp>
      <p:sp>
        <p:nvSpPr>
          <p:cNvPr id="36" name="テキスト プレースホルダー 5"/>
          <p:cNvSpPr>
            <a:spLocks noGrp="1"/>
          </p:cNvSpPr>
          <p:nvPr>
            <p:ph type="body" sz="quarter" idx="23" hasCustomPrompt="1"/>
          </p:nvPr>
        </p:nvSpPr>
        <p:spPr>
          <a:xfrm>
            <a:off x="3466274" y="8063196"/>
            <a:ext cx="4895757" cy="1018254"/>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p>
        </p:txBody>
      </p:sp>
      <p:sp>
        <p:nvSpPr>
          <p:cNvPr id="67" name="二等辺三角形 10"/>
          <p:cNvSpPr/>
          <p:nvPr userDrawn="1"/>
        </p:nvSpPr>
        <p:spPr>
          <a:xfrm rot="5400000">
            <a:off x="13841375" y="458871"/>
            <a:ext cx="899888" cy="5469558"/>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8" name="グループ化 67"/>
          <p:cNvGrpSpPr/>
          <p:nvPr userDrawn="1"/>
        </p:nvGrpSpPr>
        <p:grpSpPr>
          <a:xfrm>
            <a:off x="11686081" y="2853924"/>
            <a:ext cx="5128897" cy="663576"/>
            <a:chOff x="2539364" y="3126253"/>
            <a:chExt cx="5128897" cy="663576"/>
          </a:xfrm>
        </p:grpSpPr>
        <p:cxnSp>
          <p:nvCxnSpPr>
            <p:cNvPr id="69" name="直線コネクタ 68"/>
            <p:cNvCxnSpPr/>
            <p:nvPr/>
          </p:nvCxnSpPr>
          <p:spPr>
            <a:xfrm>
              <a:off x="2539364" y="3126253"/>
              <a:ext cx="478218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0" name="直線コネクタ 69"/>
            <p:cNvCxnSpPr/>
            <p:nvPr/>
          </p:nvCxnSpPr>
          <p:spPr>
            <a:xfrm>
              <a:off x="2539364" y="3789828"/>
              <a:ext cx="4782187"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1" name="直線コネクタ 70"/>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2" name="直線コネクタ 71"/>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73" name="図 7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67230" y="2332317"/>
            <a:ext cx="482540" cy="1722666"/>
          </a:xfrm>
          <a:prstGeom prst="rect">
            <a:avLst/>
          </a:prstGeom>
        </p:spPr>
      </p:pic>
      <p:sp>
        <p:nvSpPr>
          <p:cNvPr id="74" name="テキスト プレースホルダー 5"/>
          <p:cNvSpPr>
            <a:spLocks noGrp="1"/>
          </p:cNvSpPr>
          <p:nvPr>
            <p:ph type="body" sz="quarter" idx="24" hasCustomPrompt="1"/>
          </p:nvPr>
        </p:nvSpPr>
        <p:spPr>
          <a:xfrm>
            <a:off x="11686080" y="2853924"/>
            <a:ext cx="4782187"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75" name="テキスト プレースホルダー 5"/>
          <p:cNvSpPr>
            <a:spLocks noGrp="1"/>
          </p:cNvSpPr>
          <p:nvPr>
            <p:ph type="body" sz="quarter" idx="25" hasCustomPrompt="1"/>
          </p:nvPr>
        </p:nvSpPr>
        <p:spPr>
          <a:xfrm>
            <a:off x="9123686" y="2855293"/>
            <a:ext cx="243285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00:00 - 00:00</a:t>
            </a:r>
            <a:endParaRPr kumimoji="1" lang="ja-JP" altLang="en-US" dirty="0"/>
          </a:p>
        </p:txBody>
      </p:sp>
      <p:sp>
        <p:nvSpPr>
          <p:cNvPr id="76" name="テキスト プレースホルダー 5"/>
          <p:cNvSpPr>
            <a:spLocks noGrp="1"/>
          </p:cNvSpPr>
          <p:nvPr>
            <p:ph type="body" sz="quarter" idx="26" hasCustomPrompt="1"/>
          </p:nvPr>
        </p:nvSpPr>
        <p:spPr>
          <a:xfrm>
            <a:off x="11674109" y="3643594"/>
            <a:ext cx="4895757" cy="1018254"/>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p>
        </p:txBody>
      </p:sp>
      <p:sp>
        <p:nvSpPr>
          <p:cNvPr id="77" name="二等辺三角形 10"/>
          <p:cNvSpPr/>
          <p:nvPr userDrawn="1"/>
        </p:nvSpPr>
        <p:spPr>
          <a:xfrm rot="5400000">
            <a:off x="13841375" y="2670051"/>
            <a:ext cx="899888" cy="5469558"/>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8" name="グループ化 77"/>
          <p:cNvGrpSpPr/>
          <p:nvPr userDrawn="1"/>
        </p:nvGrpSpPr>
        <p:grpSpPr>
          <a:xfrm>
            <a:off x="11686081" y="5065104"/>
            <a:ext cx="5128897" cy="663576"/>
            <a:chOff x="2539364" y="3126253"/>
            <a:chExt cx="5128897" cy="663576"/>
          </a:xfrm>
        </p:grpSpPr>
        <p:cxnSp>
          <p:nvCxnSpPr>
            <p:cNvPr id="79" name="直線コネクタ 78"/>
            <p:cNvCxnSpPr/>
            <p:nvPr/>
          </p:nvCxnSpPr>
          <p:spPr>
            <a:xfrm>
              <a:off x="2539364" y="3126253"/>
              <a:ext cx="478218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0" name="直線コネクタ 79"/>
            <p:cNvCxnSpPr/>
            <p:nvPr/>
          </p:nvCxnSpPr>
          <p:spPr>
            <a:xfrm>
              <a:off x="2539364" y="3789828"/>
              <a:ext cx="4782187"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1" name="直線コネクタ 80"/>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2" name="直線コネクタ 81"/>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83" name="図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67230" y="4543497"/>
            <a:ext cx="482540" cy="1722666"/>
          </a:xfrm>
          <a:prstGeom prst="rect">
            <a:avLst/>
          </a:prstGeom>
        </p:spPr>
      </p:pic>
      <p:sp>
        <p:nvSpPr>
          <p:cNvPr id="84" name="テキスト プレースホルダー 5"/>
          <p:cNvSpPr>
            <a:spLocks noGrp="1"/>
          </p:cNvSpPr>
          <p:nvPr>
            <p:ph type="body" sz="quarter" idx="27" hasCustomPrompt="1"/>
          </p:nvPr>
        </p:nvSpPr>
        <p:spPr>
          <a:xfrm>
            <a:off x="11686080" y="5065104"/>
            <a:ext cx="4782187"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85" name="テキスト プレースホルダー 5"/>
          <p:cNvSpPr>
            <a:spLocks noGrp="1"/>
          </p:cNvSpPr>
          <p:nvPr>
            <p:ph type="body" sz="quarter" idx="28" hasCustomPrompt="1"/>
          </p:nvPr>
        </p:nvSpPr>
        <p:spPr>
          <a:xfrm>
            <a:off x="9123686" y="5066473"/>
            <a:ext cx="243285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00:00 - 00:00</a:t>
            </a:r>
            <a:endParaRPr kumimoji="1" lang="ja-JP" altLang="en-US" dirty="0"/>
          </a:p>
        </p:txBody>
      </p:sp>
      <p:sp>
        <p:nvSpPr>
          <p:cNvPr id="86" name="テキスト プレースホルダー 5"/>
          <p:cNvSpPr>
            <a:spLocks noGrp="1"/>
          </p:cNvSpPr>
          <p:nvPr>
            <p:ph type="body" sz="quarter" idx="29" hasCustomPrompt="1"/>
          </p:nvPr>
        </p:nvSpPr>
        <p:spPr>
          <a:xfrm>
            <a:off x="11674109" y="5854774"/>
            <a:ext cx="4895757" cy="1018254"/>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p>
        </p:txBody>
      </p:sp>
      <p:sp>
        <p:nvSpPr>
          <p:cNvPr id="87" name="二等辺三角形 10"/>
          <p:cNvSpPr/>
          <p:nvPr userDrawn="1"/>
        </p:nvSpPr>
        <p:spPr>
          <a:xfrm rot="5400000">
            <a:off x="13841375" y="4881231"/>
            <a:ext cx="899888" cy="5469558"/>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8" name="グループ化 87"/>
          <p:cNvGrpSpPr/>
          <p:nvPr userDrawn="1"/>
        </p:nvGrpSpPr>
        <p:grpSpPr>
          <a:xfrm>
            <a:off x="11686081" y="7276284"/>
            <a:ext cx="5128897" cy="663576"/>
            <a:chOff x="2539364" y="3126253"/>
            <a:chExt cx="5128897" cy="663576"/>
          </a:xfrm>
        </p:grpSpPr>
        <p:cxnSp>
          <p:nvCxnSpPr>
            <p:cNvPr id="89" name="直線コネクタ 88"/>
            <p:cNvCxnSpPr/>
            <p:nvPr/>
          </p:nvCxnSpPr>
          <p:spPr>
            <a:xfrm>
              <a:off x="2539364" y="3126253"/>
              <a:ext cx="478218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0" name="直線コネクタ 89"/>
            <p:cNvCxnSpPr/>
            <p:nvPr/>
          </p:nvCxnSpPr>
          <p:spPr>
            <a:xfrm>
              <a:off x="2539364" y="3789828"/>
              <a:ext cx="4782187"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1" name="直線コネクタ 90"/>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92" name="直線コネクタ 91"/>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93" name="図 9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67230" y="6754677"/>
            <a:ext cx="482540" cy="1722666"/>
          </a:xfrm>
          <a:prstGeom prst="rect">
            <a:avLst/>
          </a:prstGeom>
        </p:spPr>
      </p:pic>
      <p:sp>
        <p:nvSpPr>
          <p:cNvPr id="94" name="テキスト プレースホルダー 5"/>
          <p:cNvSpPr>
            <a:spLocks noGrp="1"/>
          </p:cNvSpPr>
          <p:nvPr>
            <p:ph type="body" sz="quarter" idx="30" hasCustomPrompt="1"/>
          </p:nvPr>
        </p:nvSpPr>
        <p:spPr>
          <a:xfrm>
            <a:off x="11686080" y="7276284"/>
            <a:ext cx="4782187"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95" name="テキスト プレースホルダー 5"/>
          <p:cNvSpPr>
            <a:spLocks noGrp="1"/>
          </p:cNvSpPr>
          <p:nvPr>
            <p:ph type="body" sz="quarter" idx="31" hasCustomPrompt="1"/>
          </p:nvPr>
        </p:nvSpPr>
        <p:spPr>
          <a:xfrm>
            <a:off x="9123686" y="7277653"/>
            <a:ext cx="243285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00:00 - 00:00</a:t>
            </a:r>
            <a:endParaRPr kumimoji="1" lang="ja-JP" altLang="en-US" dirty="0"/>
          </a:p>
        </p:txBody>
      </p:sp>
      <p:sp>
        <p:nvSpPr>
          <p:cNvPr id="96" name="テキスト プレースホルダー 5"/>
          <p:cNvSpPr>
            <a:spLocks noGrp="1"/>
          </p:cNvSpPr>
          <p:nvPr>
            <p:ph type="body" sz="quarter" idx="32" hasCustomPrompt="1"/>
          </p:nvPr>
        </p:nvSpPr>
        <p:spPr>
          <a:xfrm>
            <a:off x="11674109" y="8065954"/>
            <a:ext cx="4895757" cy="1018254"/>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p>
        </p:txBody>
      </p:sp>
    </p:spTree>
    <p:extLst>
      <p:ext uri="{BB962C8B-B14F-4D97-AF65-F5344CB8AC3E}">
        <p14:creationId xmlns:p14="http://schemas.microsoft.com/office/powerpoint/2010/main" val="3589001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8" decel="100000" fill="hold" grpId="0" nodeType="after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 calcmode="lin" valueType="num">
                                      <p:cBhvr additive="base">
                                        <p:cTn id="12"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5">
                                            <p:txEl>
                                              <p:pRg st="0" end="0"/>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250"/>
                                        <p:tgtEl>
                                          <p:spTgt spid="13"/>
                                        </p:tgtEl>
                                      </p:cBhvr>
                                    </p:animEffect>
                                  </p:childTnLst>
                                </p:cTn>
                              </p:par>
                              <p:par>
                                <p:cTn id="18" presetID="22" presetClass="entr" presetSubtype="8" fill="hold" grpId="0" nodeType="withEffect">
                                  <p:stCondLst>
                                    <p:cond delay="25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par>
                                <p:cTn id="21" presetID="22" presetClass="entr" presetSubtype="8" fill="hold" nodeType="withEffect">
                                  <p:stCondLst>
                                    <p:cond delay="50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par>
                                <p:cTn id="24" presetID="2" presetClass="entr" presetSubtype="2" decel="100000" fill="hold" grpId="0" nodeType="withEffect">
                                  <p:stCondLst>
                                    <p:cond delay="500"/>
                                  </p:stCondLst>
                                  <p:childTnLst>
                                    <p:set>
                                      <p:cBhvr>
                                        <p:cTn id="25" dur="1" fill="hold">
                                          <p:stCondLst>
                                            <p:cond delay="0"/>
                                          </p:stCondLst>
                                        </p:cTn>
                                        <p:tgtEl>
                                          <p:spTgt spid="14">
                                            <p:txEl>
                                              <p:pRg st="0" end="0"/>
                                            </p:txEl>
                                          </p:spTgt>
                                        </p:tgtEl>
                                        <p:attrNameLst>
                                          <p:attrName>style.visibility</p:attrName>
                                        </p:attrNameLst>
                                      </p:cBhvr>
                                      <p:to>
                                        <p:strVal val="visible"/>
                                      </p:to>
                                    </p:set>
                                    <p:anim calcmode="lin" valueType="num">
                                      <p:cBhvr additive="base">
                                        <p:cTn id="26" dur="10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27" dur="1000" fill="hold"/>
                                        <p:tgtEl>
                                          <p:spTgt spid="14">
                                            <p:txEl>
                                              <p:pRg st="0" end="0"/>
                                            </p:txEl>
                                          </p:spTgt>
                                        </p:tgtEl>
                                        <p:attrNameLst>
                                          <p:attrName>ppt_y</p:attrName>
                                        </p:attrNameLst>
                                      </p:cBhvr>
                                      <p:tavLst>
                                        <p:tav tm="0">
                                          <p:val>
                                            <p:strVal val="#ppt_y"/>
                                          </p:val>
                                        </p:tav>
                                        <p:tav tm="100000">
                                          <p:val>
                                            <p:strVal val="#ppt_y"/>
                                          </p:val>
                                        </p:tav>
                                      </p:tavLst>
                                    </p:anim>
                                  </p:childTnLst>
                                </p:cTn>
                              </p:par>
                              <p:par>
                                <p:cTn id="28" presetID="10" presetClass="entr" presetSubtype="0" fill="hold" grpId="1" nodeType="withEffect">
                                  <p:stCondLst>
                                    <p:cond delay="1000"/>
                                  </p:stCondLst>
                                  <p:childTnLst>
                                    <p:set>
                                      <p:cBhvr>
                                        <p:cTn id="29" dur="1" fill="hold">
                                          <p:stCondLst>
                                            <p:cond delay="0"/>
                                          </p:stCondLst>
                                        </p:cTn>
                                        <p:tgtEl>
                                          <p:spTgt spid="14">
                                            <p:txEl>
                                              <p:pRg st="0" end="0"/>
                                            </p:txEl>
                                          </p:spTgt>
                                        </p:tgtEl>
                                        <p:attrNameLst>
                                          <p:attrName>style.visibility</p:attrName>
                                        </p:attrNameLst>
                                      </p:cBhvr>
                                      <p:to>
                                        <p:strVal val="visible"/>
                                      </p:to>
                                    </p:set>
                                    <p:animEffect transition="in" filter="fade">
                                      <p:cBhvr>
                                        <p:cTn id="30" dur="500"/>
                                        <p:tgtEl>
                                          <p:spTgt spid="14">
                                            <p:txEl>
                                              <p:pRg st="0" end="0"/>
                                            </p:txEl>
                                          </p:spTgt>
                                        </p:tgtEl>
                                      </p:cBhvr>
                                    </p:animEffect>
                                  </p:childTnLst>
                                </p:cTn>
                              </p:par>
                              <p:par>
                                <p:cTn id="31" presetID="1" presetClass="exit" presetSubtype="0" fill="hold" grpId="2" nodeType="withEffect">
                                  <p:stCondLst>
                                    <p:cond delay="500"/>
                                  </p:stCondLst>
                                  <p:childTnLst>
                                    <p:set>
                                      <p:cBhvr>
                                        <p:cTn id="32" dur="1" fill="hold">
                                          <p:stCondLst>
                                            <p:cond delay="0"/>
                                          </p:stCondLst>
                                        </p:cTn>
                                        <p:tgtEl>
                                          <p:spTgt spid="14">
                                            <p:txEl>
                                              <p:pRg st="0" end="0"/>
                                            </p:txEl>
                                          </p:spTgt>
                                        </p:tgtEl>
                                        <p:attrNameLst>
                                          <p:attrName>style.visibility</p:attrName>
                                        </p:attrNameLst>
                                      </p:cBhvr>
                                      <p:to>
                                        <p:strVal val="hidden"/>
                                      </p:to>
                                    </p:set>
                                  </p:childTnLst>
                                </p:cTn>
                              </p:par>
                            </p:childTnLst>
                          </p:cTn>
                        </p:par>
                        <p:par>
                          <p:cTn id="33" fill="hold">
                            <p:stCondLst>
                              <p:cond delay="2500"/>
                            </p:stCondLst>
                            <p:childTnLst>
                              <p:par>
                                <p:cTn id="34" presetID="22" presetClass="entr" presetSubtype="8" fill="hold" grpId="0" nodeType="afterEffect">
                                  <p:stCondLst>
                                    <p:cond delay="0"/>
                                  </p:stCondLst>
                                  <p:childTnLst>
                                    <p:set>
                                      <p:cBhvr>
                                        <p:cTn id="35" dur="1" fill="hold">
                                          <p:stCondLst>
                                            <p:cond delay="0"/>
                                          </p:stCondLst>
                                        </p:cTn>
                                        <p:tgtEl>
                                          <p:spTgt spid="16">
                                            <p:txEl>
                                              <p:pRg st="0" end="0"/>
                                            </p:txEl>
                                          </p:spTgt>
                                        </p:tgtEl>
                                        <p:attrNameLst>
                                          <p:attrName>style.visibility</p:attrName>
                                        </p:attrNameLst>
                                      </p:cBhvr>
                                      <p:to>
                                        <p:strVal val="visible"/>
                                      </p:to>
                                    </p:set>
                                    <p:animEffect transition="in" filter="wipe(left)">
                                      <p:cBhvr>
                                        <p:cTn id="36" dur="500"/>
                                        <p:tgtEl>
                                          <p:spTgt spid="16">
                                            <p:txEl>
                                              <p:pRg st="0" end="0"/>
                                            </p:txEl>
                                          </p:spTgt>
                                        </p:tgtEl>
                                      </p:cBhvr>
                                    </p:animEffect>
                                  </p:childTnLst>
                                </p:cTn>
                              </p:par>
                            </p:childTnLst>
                          </p:cTn>
                        </p:par>
                        <p:par>
                          <p:cTn id="37" fill="hold">
                            <p:stCondLst>
                              <p:cond delay="3000"/>
                            </p:stCondLst>
                            <p:childTnLst>
                              <p:par>
                                <p:cTn id="38" presetID="2" presetClass="entr" presetSubtype="8" decel="100000" fill="hold" grpId="0" nodeType="afterEffect">
                                  <p:stCondLst>
                                    <p:cond delay="0"/>
                                  </p:stCondLst>
                                  <p:childTnLst>
                                    <p:set>
                                      <p:cBhvr>
                                        <p:cTn id="39" dur="1" fill="hold">
                                          <p:stCondLst>
                                            <p:cond delay="0"/>
                                          </p:stCondLst>
                                        </p:cTn>
                                        <p:tgtEl>
                                          <p:spTgt spid="25">
                                            <p:txEl>
                                              <p:pRg st="0" end="0"/>
                                            </p:txEl>
                                          </p:spTgt>
                                        </p:tgtEl>
                                        <p:attrNameLst>
                                          <p:attrName>style.visibility</p:attrName>
                                        </p:attrNameLst>
                                      </p:cBhvr>
                                      <p:to>
                                        <p:strVal val="visible"/>
                                      </p:to>
                                    </p:set>
                                    <p:anim calcmode="lin" valueType="num">
                                      <p:cBhvr additive="base">
                                        <p:cTn id="40" dur="500" fill="hold"/>
                                        <p:tgtEl>
                                          <p:spTgt spid="25">
                                            <p:txEl>
                                              <p:pRg st="0" end="0"/>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par>
                          <p:cTn id="42" fill="hold">
                            <p:stCondLst>
                              <p:cond delay="3500"/>
                            </p:stCondLst>
                            <p:childTnLst>
                              <p:par>
                                <p:cTn id="43" presetID="22" presetClass="entr" presetSubtype="1" fill="hold"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up)">
                                      <p:cBhvr>
                                        <p:cTn id="45" dur="250"/>
                                        <p:tgtEl>
                                          <p:spTgt spid="23"/>
                                        </p:tgtEl>
                                      </p:cBhvr>
                                    </p:animEffect>
                                  </p:childTnLst>
                                </p:cTn>
                              </p:par>
                              <p:par>
                                <p:cTn id="46" presetID="22" presetClass="entr" presetSubtype="8" fill="hold" grpId="0" nodeType="withEffect">
                                  <p:stCondLst>
                                    <p:cond delay="25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par>
                                <p:cTn id="49" presetID="22" presetClass="entr" presetSubtype="8" fill="hold" nodeType="withEffect">
                                  <p:stCondLst>
                                    <p:cond delay="500"/>
                                  </p:stCondLst>
                                  <p:childTnLst>
                                    <p:set>
                                      <p:cBhvr>
                                        <p:cTn id="50" dur="1" fill="hold">
                                          <p:stCondLst>
                                            <p:cond delay="0"/>
                                          </p:stCondLst>
                                        </p:cTn>
                                        <p:tgtEl>
                                          <p:spTgt spid="18"/>
                                        </p:tgtEl>
                                        <p:attrNameLst>
                                          <p:attrName>style.visibility</p:attrName>
                                        </p:attrNameLst>
                                      </p:cBhvr>
                                      <p:to>
                                        <p:strVal val="visible"/>
                                      </p:to>
                                    </p:set>
                                    <p:animEffect transition="in" filter="wipe(left)">
                                      <p:cBhvr>
                                        <p:cTn id="51" dur="500"/>
                                        <p:tgtEl>
                                          <p:spTgt spid="18"/>
                                        </p:tgtEl>
                                      </p:cBhvr>
                                    </p:animEffect>
                                  </p:childTnLst>
                                </p:cTn>
                              </p:par>
                              <p:par>
                                <p:cTn id="52" presetID="2" presetClass="entr" presetSubtype="2" decel="100000" fill="hold" grpId="0" nodeType="withEffect">
                                  <p:stCondLst>
                                    <p:cond delay="50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10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1000" fill="hold"/>
                                        <p:tgtEl>
                                          <p:spTgt spid="24">
                                            <p:txEl>
                                              <p:pRg st="0" end="0"/>
                                            </p:txEl>
                                          </p:spTgt>
                                        </p:tgtEl>
                                        <p:attrNameLst>
                                          <p:attrName>ppt_y</p:attrName>
                                        </p:attrNameLst>
                                      </p:cBhvr>
                                      <p:tavLst>
                                        <p:tav tm="0">
                                          <p:val>
                                            <p:strVal val="#ppt_y"/>
                                          </p:val>
                                        </p:tav>
                                        <p:tav tm="100000">
                                          <p:val>
                                            <p:strVal val="#ppt_y"/>
                                          </p:val>
                                        </p:tav>
                                      </p:tavLst>
                                    </p:anim>
                                  </p:childTnLst>
                                </p:cTn>
                              </p:par>
                              <p:par>
                                <p:cTn id="56" presetID="10" presetClass="entr" presetSubtype="0" fill="hold" grpId="1" nodeType="withEffect">
                                  <p:stCondLst>
                                    <p:cond delay="1000"/>
                                  </p:stCondLst>
                                  <p:childTnLst>
                                    <p:set>
                                      <p:cBhvr>
                                        <p:cTn id="57" dur="1" fill="hold">
                                          <p:stCondLst>
                                            <p:cond delay="0"/>
                                          </p:stCondLst>
                                        </p:cTn>
                                        <p:tgtEl>
                                          <p:spTgt spid="24">
                                            <p:txEl>
                                              <p:pRg st="0" end="0"/>
                                            </p:txEl>
                                          </p:spTgt>
                                        </p:tgtEl>
                                        <p:attrNameLst>
                                          <p:attrName>style.visibility</p:attrName>
                                        </p:attrNameLst>
                                      </p:cBhvr>
                                      <p:to>
                                        <p:strVal val="visible"/>
                                      </p:to>
                                    </p:set>
                                    <p:animEffect transition="in" filter="fade">
                                      <p:cBhvr>
                                        <p:cTn id="58" dur="500"/>
                                        <p:tgtEl>
                                          <p:spTgt spid="24">
                                            <p:txEl>
                                              <p:pRg st="0" end="0"/>
                                            </p:txEl>
                                          </p:spTgt>
                                        </p:tgtEl>
                                      </p:cBhvr>
                                    </p:animEffect>
                                  </p:childTnLst>
                                </p:cTn>
                              </p:par>
                              <p:par>
                                <p:cTn id="59" presetID="1" presetClass="exit" presetSubtype="0" fill="hold" grpId="2" nodeType="withEffect">
                                  <p:stCondLst>
                                    <p:cond delay="500"/>
                                  </p:stCondLst>
                                  <p:childTnLst>
                                    <p:set>
                                      <p:cBhvr>
                                        <p:cTn id="60" dur="1" fill="hold">
                                          <p:stCondLst>
                                            <p:cond delay="0"/>
                                          </p:stCondLst>
                                        </p:cTn>
                                        <p:tgtEl>
                                          <p:spTgt spid="24">
                                            <p:txEl>
                                              <p:pRg st="0" end="0"/>
                                            </p:txEl>
                                          </p:spTgt>
                                        </p:tgtEl>
                                        <p:attrNameLst>
                                          <p:attrName>style.visibility</p:attrName>
                                        </p:attrNameLst>
                                      </p:cBhvr>
                                      <p:to>
                                        <p:strVal val="hidden"/>
                                      </p:to>
                                    </p:set>
                                  </p:childTnLst>
                                </p:cTn>
                              </p:par>
                            </p:childTnLst>
                          </p:cTn>
                        </p:par>
                        <p:par>
                          <p:cTn id="61" fill="hold">
                            <p:stCondLst>
                              <p:cond delay="5000"/>
                            </p:stCondLst>
                            <p:childTnLst>
                              <p:par>
                                <p:cTn id="62" presetID="22" presetClass="entr" presetSubtype="8" fill="hold" grpId="0" nodeType="afterEffect">
                                  <p:stCondLst>
                                    <p:cond delay="0"/>
                                  </p:stCondLst>
                                  <p:childTnLst>
                                    <p:set>
                                      <p:cBhvr>
                                        <p:cTn id="63" dur="1" fill="hold">
                                          <p:stCondLst>
                                            <p:cond delay="0"/>
                                          </p:stCondLst>
                                        </p:cTn>
                                        <p:tgtEl>
                                          <p:spTgt spid="26">
                                            <p:txEl>
                                              <p:pRg st="0" end="0"/>
                                            </p:txEl>
                                          </p:spTgt>
                                        </p:tgtEl>
                                        <p:attrNameLst>
                                          <p:attrName>style.visibility</p:attrName>
                                        </p:attrNameLst>
                                      </p:cBhvr>
                                      <p:to>
                                        <p:strVal val="visible"/>
                                      </p:to>
                                    </p:set>
                                    <p:animEffect transition="in" filter="wipe(left)">
                                      <p:cBhvr>
                                        <p:cTn id="64" dur="500"/>
                                        <p:tgtEl>
                                          <p:spTgt spid="26">
                                            <p:txEl>
                                              <p:pRg st="0" end="0"/>
                                            </p:txEl>
                                          </p:spTgt>
                                        </p:tgtEl>
                                      </p:cBhvr>
                                    </p:animEffect>
                                  </p:childTnLst>
                                </p:cTn>
                              </p:par>
                            </p:childTnLst>
                          </p:cTn>
                        </p:par>
                        <p:par>
                          <p:cTn id="65" fill="hold">
                            <p:stCondLst>
                              <p:cond delay="5500"/>
                            </p:stCondLst>
                            <p:childTnLst>
                              <p:par>
                                <p:cTn id="66" presetID="2" presetClass="entr" presetSubtype="8" decel="100000" fill="hold" grpId="0" nodeType="afterEffect">
                                  <p:stCondLst>
                                    <p:cond delay="0"/>
                                  </p:stCondLst>
                                  <p:childTnLst>
                                    <p:set>
                                      <p:cBhvr>
                                        <p:cTn id="67" dur="1" fill="hold">
                                          <p:stCondLst>
                                            <p:cond delay="0"/>
                                          </p:stCondLst>
                                        </p:cTn>
                                        <p:tgtEl>
                                          <p:spTgt spid="35">
                                            <p:txEl>
                                              <p:pRg st="0" end="0"/>
                                            </p:txEl>
                                          </p:spTgt>
                                        </p:tgtEl>
                                        <p:attrNameLst>
                                          <p:attrName>style.visibility</p:attrName>
                                        </p:attrNameLst>
                                      </p:cBhvr>
                                      <p:to>
                                        <p:strVal val="visible"/>
                                      </p:to>
                                    </p:set>
                                    <p:anim calcmode="lin" valueType="num">
                                      <p:cBhvr additive="base">
                                        <p:cTn id="68" dur="500" fill="hold"/>
                                        <p:tgtEl>
                                          <p:spTgt spid="35">
                                            <p:txEl>
                                              <p:pRg st="0" end="0"/>
                                            </p:txEl>
                                          </p:spTgt>
                                        </p:tgtEl>
                                        <p:attrNameLst>
                                          <p:attrName>ppt_x</p:attrName>
                                        </p:attrNameLst>
                                      </p:cBhvr>
                                      <p:tavLst>
                                        <p:tav tm="0">
                                          <p:val>
                                            <p:strVal val="0-#ppt_w/2"/>
                                          </p:val>
                                        </p:tav>
                                        <p:tav tm="100000">
                                          <p:val>
                                            <p:strVal val="#ppt_x"/>
                                          </p:val>
                                        </p:tav>
                                      </p:tavLst>
                                    </p:anim>
                                    <p:anim calcmode="lin" valueType="num">
                                      <p:cBhvr additive="base">
                                        <p:cTn id="69" dur="500" fill="hold"/>
                                        <p:tgtEl>
                                          <p:spTgt spid="35">
                                            <p:txEl>
                                              <p:pRg st="0" end="0"/>
                                            </p:txEl>
                                          </p:spTgt>
                                        </p:tgtEl>
                                        <p:attrNameLst>
                                          <p:attrName>ppt_y</p:attrName>
                                        </p:attrNameLst>
                                      </p:cBhvr>
                                      <p:tavLst>
                                        <p:tav tm="0">
                                          <p:val>
                                            <p:strVal val="#ppt_y"/>
                                          </p:val>
                                        </p:tav>
                                        <p:tav tm="100000">
                                          <p:val>
                                            <p:strVal val="#ppt_y"/>
                                          </p:val>
                                        </p:tav>
                                      </p:tavLst>
                                    </p:anim>
                                  </p:childTnLst>
                                </p:cTn>
                              </p:par>
                            </p:childTnLst>
                          </p:cTn>
                        </p:par>
                        <p:par>
                          <p:cTn id="70" fill="hold">
                            <p:stCondLst>
                              <p:cond delay="6000"/>
                            </p:stCondLst>
                            <p:childTnLst>
                              <p:par>
                                <p:cTn id="71" presetID="22" presetClass="entr" presetSubtype="1" fill="hold" nodeType="after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wipe(up)">
                                      <p:cBhvr>
                                        <p:cTn id="73" dur="250"/>
                                        <p:tgtEl>
                                          <p:spTgt spid="33"/>
                                        </p:tgtEl>
                                      </p:cBhvr>
                                    </p:animEffect>
                                  </p:childTnLst>
                                </p:cTn>
                              </p:par>
                              <p:par>
                                <p:cTn id="74" presetID="22" presetClass="entr" presetSubtype="8" fill="hold" grpId="0" nodeType="withEffect">
                                  <p:stCondLst>
                                    <p:cond delay="250"/>
                                  </p:stCondLst>
                                  <p:childTnLst>
                                    <p:set>
                                      <p:cBhvr>
                                        <p:cTn id="75" dur="1" fill="hold">
                                          <p:stCondLst>
                                            <p:cond delay="0"/>
                                          </p:stCondLst>
                                        </p:cTn>
                                        <p:tgtEl>
                                          <p:spTgt spid="27"/>
                                        </p:tgtEl>
                                        <p:attrNameLst>
                                          <p:attrName>style.visibility</p:attrName>
                                        </p:attrNameLst>
                                      </p:cBhvr>
                                      <p:to>
                                        <p:strVal val="visible"/>
                                      </p:to>
                                    </p:set>
                                    <p:animEffect transition="in" filter="wipe(left)">
                                      <p:cBhvr>
                                        <p:cTn id="76" dur="500"/>
                                        <p:tgtEl>
                                          <p:spTgt spid="27"/>
                                        </p:tgtEl>
                                      </p:cBhvr>
                                    </p:animEffect>
                                  </p:childTnLst>
                                </p:cTn>
                              </p:par>
                              <p:par>
                                <p:cTn id="77" presetID="22" presetClass="entr" presetSubtype="8" fill="hold" nodeType="withEffect">
                                  <p:stCondLst>
                                    <p:cond delay="500"/>
                                  </p:stCondLst>
                                  <p:childTnLst>
                                    <p:set>
                                      <p:cBhvr>
                                        <p:cTn id="78" dur="1" fill="hold">
                                          <p:stCondLst>
                                            <p:cond delay="0"/>
                                          </p:stCondLst>
                                        </p:cTn>
                                        <p:tgtEl>
                                          <p:spTgt spid="28"/>
                                        </p:tgtEl>
                                        <p:attrNameLst>
                                          <p:attrName>style.visibility</p:attrName>
                                        </p:attrNameLst>
                                      </p:cBhvr>
                                      <p:to>
                                        <p:strVal val="visible"/>
                                      </p:to>
                                    </p:set>
                                    <p:animEffect transition="in" filter="wipe(left)">
                                      <p:cBhvr>
                                        <p:cTn id="79" dur="500"/>
                                        <p:tgtEl>
                                          <p:spTgt spid="28"/>
                                        </p:tgtEl>
                                      </p:cBhvr>
                                    </p:animEffect>
                                  </p:childTnLst>
                                </p:cTn>
                              </p:par>
                              <p:par>
                                <p:cTn id="80" presetID="2" presetClass="entr" presetSubtype="2" decel="100000" fill="hold" grpId="0" nodeType="withEffect">
                                  <p:stCondLst>
                                    <p:cond delay="500"/>
                                  </p:stCondLst>
                                  <p:childTnLst>
                                    <p:set>
                                      <p:cBhvr>
                                        <p:cTn id="81" dur="1" fill="hold">
                                          <p:stCondLst>
                                            <p:cond delay="0"/>
                                          </p:stCondLst>
                                        </p:cTn>
                                        <p:tgtEl>
                                          <p:spTgt spid="34">
                                            <p:txEl>
                                              <p:pRg st="0" end="0"/>
                                            </p:txEl>
                                          </p:spTgt>
                                        </p:tgtEl>
                                        <p:attrNameLst>
                                          <p:attrName>style.visibility</p:attrName>
                                        </p:attrNameLst>
                                      </p:cBhvr>
                                      <p:to>
                                        <p:strVal val="visible"/>
                                      </p:to>
                                    </p:set>
                                    <p:anim calcmode="lin" valueType="num">
                                      <p:cBhvr additive="base">
                                        <p:cTn id="82" dur="1000" fill="hold"/>
                                        <p:tgtEl>
                                          <p:spTgt spid="34">
                                            <p:txEl>
                                              <p:pRg st="0" end="0"/>
                                            </p:txEl>
                                          </p:spTgt>
                                        </p:tgtEl>
                                        <p:attrNameLst>
                                          <p:attrName>ppt_x</p:attrName>
                                        </p:attrNameLst>
                                      </p:cBhvr>
                                      <p:tavLst>
                                        <p:tav tm="0">
                                          <p:val>
                                            <p:strVal val="1+#ppt_w/2"/>
                                          </p:val>
                                        </p:tav>
                                        <p:tav tm="100000">
                                          <p:val>
                                            <p:strVal val="#ppt_x"/>
                                          </p:val>
                                        </p:tav>
                                      </p:tavLst>
                                    </p:anim>
                                    <p:anim calcmode="lin" valueType="num">
                                      <p:cBhvr additive="base">
                                        <p:cTn id="83" dur="1000" fill="hold"/>
                                        <p:tgtEl>
                                          <p:spTgt spid="34">
                                            <p:txEl>
                                              <p:pRg st="0" end="0"/>
                                            </p:txEl>
                                          </p:spTgt>
                                        </p:tgtEl>
                                        <p:attrNameLst>
                                          <p:attrName>ppt_y</p:attrName>
                                        </p:attrNameLst>
                                      </p:cBhvr>
                                      <p:tavLst>
                                        <p:tav tm="0">
                                          <p:val>
                                            <p:strVal val="#ppt_y"/>
                                          </p:val>
                                        </p:tav>
                                        <p:tav tm="100000">
                                          <p:val>
                                            <p:strVal val="#ppt_y"/>
                                          </p:val>
                                        </p:tav>
                                      </p:tavLst>
                                    </p:anim>
                                  </p:childTnLst>
                                </p:cTn>
                              </p:par>
                              <p:par>
                                <p:cTn id="84" presetID="10" presetClass="entr" presetSubtype="0" fill="hold" grpId="1" nodeType="withEffect">
                                  <p:stCondLst>
                                    <p:cond delay="1000"/>
                                  </p:stCondLst>
                                  <p:childTnLst>
                                    <p:set>
                                      <p:cBhvr>
                                        <p:cTn id="85" dur="1" fill="hold">
                                          <p:stCondLst>
                                            <p:cond delay="0"/>
                                          </p:stCondLst>
                                        </p:cTn>
                                        <p:tgtEl>
                                          <p:spTgt spid="34">
                                            <p:txEl>
                                              <p:pRg st="0" end="0"/>
                                            </p:txEl>
                                          </p:spTgt>
                                        </p:tgtEl>
                                        <p:attrNameLst>
                                          <p:attrName>style.visibility</p:attrName>
                                        </p:attrNameLst>
                                      </p:cBhvr>
                                      <p:to>
                                        <p:strVal val="visible"/>
                                      </p:to>
                                    </p:set>
                                    <p:animEffect transition="in" filter="fade">
                                      <p:cBhvr>
                                        <p:cTn id="86" dur="500"/>
                                        <p:tgtEl>
                                          <p:spTgt spid="34">
                                            <p:txEl>
                                              <p:pRg st="0" end="0"/>
                                            </p:txEl>
                                          </p:spTgt>
                                        </p:tgtEl>
                                      </p:cBhvr>
                                    </p:animEffect>
                                  </p:childTnLst>
                                </p:cTn>
                              </p:par>
                              <p:par>
                                <p:cTn id="87" presetID="1" presetClass="exit" presetSubtype="0" fill="hold" grpId="2" nodeType="withEffect">
                                  <p:stCondLst>
                                    <p:cond delay="500"/>
                                  </p:stCondLst>
                                  <p:childTnLst>
                                    <p:set>
                                      <p:cBhvr>
                                        <p:cTn id="88" dur="1" fill="hold">
                                          <p:stCondLst>
                                            <p:cond delay="0"/>
                                          </p:stCondLst>
                                        </p:cTn>
                                        <p:tgtEl>
                                          <p:spTgt spid="34">
                                            <p:txEl>
                                              <p:pRg st="0" end="0"/>
                                            </p:txEl>
                                          </p:spTgt>
                                        </p:tgtEl>
                                        <p:attrNameLst>
                                          <p:attrName>style.visibility</p:attrName>
                                        </p:attrNameLst>
                                      </p:cBhvr>
                                      <p:to>
                                        <p:strVal val="hidden"/>
                                      </p:to>
                                    </p:set>
                                  </p:childTnLst>
                                </p:cTn>
                              </p:par>
                            </p:childTnLst>
                          </p:cTn>
                        </p:par>
                        <p:par>
                          <p:cTn id="89" fill="hold">
                            <p:stCondLst>
                              <p:cond delay="7500"/>
                            </p:stCondLst>
                            <p:childTnLst>
                              <p:par>
                                <p:cTn id="90" presetID="22" presetClass="entr" presetSubtype="8" fill="hold" grpId="0" nodeType="afterEffect">
                                  <p:stCondLst>
                                    <p:cond delay="0"/>
                                  </p:stCondLst>
                                  <p:childTnLst>
                                    <p:set>
                                      <p:cBhvr>
                                        <p:cTn id="91" dur="1" fill="hold">
                                          <p:stCondLst>
                                            <p:cond delay="0"/>
                                          </p:stCondLst>
                                        </p:cTn>
                                        <p:tgtEl>
                                          <p:spTgt spid="36">
                                            <p:txEl>
                                              <p:pRg st="0" end="0"/>
                                            </p:txEl>
                                          </p:spTgt>
                                        </p:tgtEl>
                                        <p:attrNameLst>
                                          <p:attrName>style.visibility</p:attrName>
                                        </p:attrNameLst>
                                      </p:cBhvr>
                                      <p:to>
                                        <p:strVal val="visible"/>
                                      </p:to>
                                    </p:set>
                                    <p:animEffect transition="in" filter="wipe(left)">
                                      <p:cBhvr>
                                        <p:cTn id="92" dur="500"/>
                                        <p:tgtEl>
                                          <p:spTgt spid="36">
                                            <p:txEl>
                                              <p:pRg st="0" end="0"/>
                                            </p:txEl>
                                          </p:spTgt>
                                        </p:tgtEl>
                                      </p:cBhvr>
                                    </p:animEffect>
                                  </p:childTnLst>
                                </p:cTn>
                              </p:par>
                            </p:childTnLst>
                          </p:cTn>
                        </p:par>
                        <p:par>
                          <p:cTn id="93" fill="hold">
                            <p:stCondLst>
                              <p:cond delay="8000"/>
                            </p:stCondLst>
                            <p:childTnLst>
                              <p:par>
                                <p:cTn id="94" presetID="2" presetClass="entr" presetSubtype="8" decel="100000" fill="hold" grpId="0" nodeType="afterEffect">
                                  <p:stCondLst>
                                    <p:cond delay="0"/>
                                  </p:stCondLst>
                                  <p:childTnLst>
                                    <p:set>
                                      <p:cBhvr>
                                        <p:cTn id="95" dur="1" fill="hold">
                                          <p:stCondLst>
                                            <p:cond delay="0"/>
                                          </p:stCondLst>
                                        </p:cTn>
                                        <p:tgtEl>
                                          <p:spTgt spid="75">
                                            <p:txEl>
                                              <p:pRg st="0" end="0"/>
                                            </p:txEl>
                                          </p:spTgt>
                                        </p:tgtEl>
                                        <p:attrNameLst>
                                          <p:attrName>style.visibility</p:attrName>
                                        </p:attrNameLst>
                                      </p:cBhvr>
                                      <p:to>
                                        <p:strVal val="visible"/>
                                      </p:to>
                                    </p:set>
                                    <p:anim calcmode="lin" valueType="num">
                                      <p:cBhvr additive="base">
                                        <p:cTn id="96" dur="500" fill="hold"/>
                                        <p:tgtEl>
                                          <p:spTgt spid="75">
                                            <p:txEl>
                                              <p:pRg st="0" end="0"/>
                                            </p:txEl>
                                          </p:spTgt>
                                        </p:tgtEl>
                                        <p:attrNameLst>
                                          <p:attrName>ppt_x</p:attrName>
                                        </p:attrNameLst>
                                      </p:cBhvr>
                                      <p:tavLst>
                                        <p:tav tm="0">
                                          <p:val>
                                            <p:strVal val="0-#ppt_w/2"/>
                                          </p:val>
                                        </p:tav>
                                        <p:tav tm="100000">
                                          <p:val>
                                            <p:strVal val="#ppt_x"/>
                                          </p:val>
                                        </p:tav>
                                      </p:tavLst>
                                    </p:anim>
                                    <p:anim calcmode="lin" valueType="num">
                                      <p:cBhvr additive="base">
                                        <p:cTn id="97" dur="500" fill="hold"/>
                                        <p:tgtEl>
                                          <p:spTgt spid="75">
                                            <p:txEl>
                                              <p:pRg st="0" end="0"/>
                                            </p:txEl>
                                          </p:spTgt>
                                        </p:tgtEl>
                                        <p:attrNameLst>
                                          <p:attrName>ppt_y</p:attrName>
                                        </p:attrNameLst>
                                      </p:cBhvr>
                                      <p:tavLst>
                                        <p:tav tm="0">
                                          <p:val>
                                            <p:strVal val="#ppt_y"/>
                                          </p:val>
                                        </p:tav>
                                        <p:tav tm="100000">
                                          <p:val>
                                            <p:strVal val="#ppt_y"/>
                                          </p:val>
                                        </p:tav>
                                      </p:tavLst>
                                    </p:anim>
                                  </p:childTnLst>
                                </p:cTn>
                              </p:par>
                            </p:childTnLst>
                          </p:cTn>
                        </p:par>
                        <p:par>
                          <p:cTn id="98" fill="hold">
                            <p:stCondLst>
                              <p:cond delay="8500"/>
                            </p:stCondLst>
                            <p:childTnLst>
                              <p:par>
                                <p:cTn id="99" presetID="22" presetClass="entr" presetSubtype="1" fill="hold" nodeType="afterEffect">
                                  <p:stCondLst>
                                    <p:cond delay="0"/>
                                  </p:stCondLst>
                                  <p:childTnLst>
                                    <p:set>
                                      <p:cBhvr>
                                        <p:cTn id="100" dur="1" fill="hold">
                                          <p:stCondLst>
                                            <p:cond delay="0"/>
                                          </p:stCondLst>
                                        </p:cTn>
                                        <p:tgtEl>
                                          <p:spTgt spid="73"/>
                                        </p:tgtEl>
                                        <p:attrNameLst>
                                          <p:attrName>style.visibility</p:attrName>
                                        </p:attrNameLst>
                                      </p:cBhvr>
                                      <p:to>
                                        <p:strVal val="visible"/>
                                      </p:to>
                                    </p:set>
                                    <p:animEffect transition="in" filter="wipe(up)">
                                      <p:cBhvr>
                                        <p:cTn id="101" dur="250"/>
                                        <p:tgtEl>
                                          <p:spTgt spid="73"/>
                                        </p:tgtEl>
                                      </p:cBhvr>
                                    </p:animEffect>
                                  </p:childTnLst>
                                </p:cTn>
                              </p:par>
                              <p:par>
                                <p:cTn id="102" presetID="22" presetClass="entr" presetSubtype="8" fill="hold" grpId="0" nodeType="withEffect">
                                  <p:stCondLst>
                                    <p:cond delay="250"/>
                                  </p:stCondLst>
                                  <p:childTnLst>
                                    <p:set>
                                      <p:cBhvr>
                                        <p:cTn id="103" dur="1" fill="hold">
                                          <p:stCondLst>
                                            <p:cond delay="0"/>
                                          </p:stCondLst>
                                        </p:cTn>
                                        <p:tgtEl>
                                          <p:spTgt spid="67"/>
                                        </p:tgtEl>
                                        <p:attrNameLst>
                                          <p:attrName>style.visibility</p:attrName>
                                        </p:attrNameLst>
                                      </p:cBhvr>
                                      <p:to>
                                        <p:strVal val="visible"/>
                                      </p:to>
                                    </p:set>
                                    <p:animEffect transition="in" filter="wipe(left)">
                                      <p:cBhvr>
                                        <p:cTn id="104" dur="500"/>
                                        <p:tgtEl>
                                          <p:spTgt spid="67"/>
                                        </p:tgtEl>
                                      </p:cBhvr>
                                    </p:animEffect>
                                  </p:childTnLst>
                                </p:cTn>
                              </p:par>
                              <p:par>
                                <p:cTn id="105" presetID="22" presetClass="entr" presetSubtype="8" fill="hold" nodeType="withEffect">
                                  <p:stCondLst>
                                    <p:cond delay="500"/>
                                  </p:stCondLst>
                                  <p:childTnLst>
                                    <p:set>
                                      <p:cBhvr>
                                        <p:cTn id="106" dur="1" fill="hold">
                                          <p:stCondLst>
                                            <p:cond delay="0"/>
                                          </p:stCondLst>
                                        </p:cTn>
                                        <p:tgtEl>
                                          <p:spTgt spid="68"/>
                                        </p:tgtEl>
                                        <p:attrNameLst>
                                          <p:attrName>style.visibility</p:attrName>
                                        </p:attrNameLst>
                                      </p:cBhvr>
                                      <p:to>
                                        <p:strVal val="visible"/>
                                      </p:to>
                                    </p:set>
                                    <p:animEffect transition="in" filter="wipe(left)">
                                      <p:cBhvr>
                                        <p:cTn id="107" dur="500"/>
                                        <p:tgtEl>
                                          <p:spTgt spid="68"/>
                                        </p:tgtEl>
                                      </p:cBhvr>
                                    </p:animEffect>
                                  </p:childTnLst>
                                </p:cTn>
                              </p:par>
                              <p:par>
                                <p:cTn id="108" presetID="2" presetClass="entr" presetSubtype="2" decel="100000" fill="hold" grpId="0" nodeType="withEffect">
                                  <p:stCondLst>
                                    <p:cond delay="500"/>
                                  </p:stCondLst>
                                  <p:childTnLst>
                                    <p:set>
                                      <p:cBhvr>
                                        <p:cTn id="109" dur="1" fill="hold">
                                          <p:stCondLst>
                                            <p:cond delay="0"/>
                                          </p:stCondLst>
                                        </p:cTn>
                                        <p:tgtEl>
                                          <p:spTgt spid="74">
                                            <p:txEl>
                                              <p:pRg st="0" end="0"/>
                                            </p:txEl>
                                          </p:spTgt>
                                        </p:tgtEl>
                                        <p:attrNameLst>
                                          <p:attrName>style.visibility</p:attrName>
                                        </p:attrNameLst>
                                      </p:cBhvr>
                                      <p:to>
                                        <p:strVal val="visible"/>
                                      </p:to>
                                    </p:set>
                                    <p:anim calcmode="lin" valueType="num">
                                      <p:cBhvr additive="base">
                                        <p:cTn id="110" dur="1000" fill="hold"/>
                                        <p:tgtEl>
                                          <p:spTgt spid="74">
                                            <p:txEl>
                                              <p:pRg st="0" end="0"/>
                                            </p:txEl>
                                          </p:spTgt>
                                        </p:tgtEl>
                                        <p:attrNameLst>
                                          <p:attrName>ppt_x</p:attrName>
                                        </p:attrNameLst>
                                      </p:cBhvr>
                                      <p:tavLst>
                                        <p:tav tm="0">
                                          <p:val>
                                            <p:strVal val="1+#ppt_w/2"/>
                                          </p:val>
                                        </p:tav>
                                        <p:tav tm="100000">
                                          <p:val>
                                            <p:strVal val="#ppt_x"/>
                                          </p:val>
                                        </p:tav>
                                      </p:tavLst>
                                    </p:anim>
                                    <p:anim calcmode="lin" valueType="num">
                                      <p:cBhvr additive="base">
                                        <p:cTn id="111" dur="1000" fill="hold"/>
                                        <p:tgtEl>
                                          <p:spTgt spid="74">
                                            <p:txEl>
                                              <p:pRg st="0" end="0"/>
                                            </p:txEl>
                                          </p:spTgt>
                                        </p:tgtEl>
                                        <p:attrNameLst>
                                          <p:attrName>ppt_y</p:attrName>
                                        </p:attrNameLst>
                                      </p:cBhvr>
                                      <p:tavLst>
                                        <p:tav tm="0">
                                          <p:val>
                                            <p:strVal val="#ppt_y"/>
                                          </p:val>
                                        </p:tav>
                                        <p:tav tm="100000">
                                          <p:val>
                                            <p:strVal val="#ppt_y"/>
                                          </p:val>
                                        </p:tav>
                                      </p:tavLst>
                                    </p:anim>
                                  </p:childTnLst>
                                </p:cTn>
                              </p:par>
                              <p:par>
                                <p:cTn id="112" presetID="10" presetClass="entr" presetSubtype="0" fill="hold" grpId="1" nodeType="withEffect">
                                  <p:stCondLst>
                                    <p:cond delay="1000"/>
                                  </p:stCondLst>
                                  <p:childTnLst>
                                    <p:set>
                                      <p:cBhvr>
                                        <p:cTn id="113" dur="1" fill="hold">
                                          <p:stCondLst>
                                            <p:cond delay="0"/>
                                          </p:stCondLst>
                                        </p:cTn>
                                        <p:tgtEl>
                                          <p:spTgt spid="74">
                                            <p:txEl>
                                              <p:pRg st="0" end="0"/>
                                            </p:txEl>
                                          </p:spTgt>
                                        </p:tgtEl>
                                        <p:attrNameLst>
                                          <p:attrName>style.visibility</p:attrName>
                                        </p:attrNameLst>
                                      </p:cBhvr>
                                      <p:to>
                                        <p:strVal val="visible"/>
                                      </p:to>
                                    </p:set>
                                    <p:animEffect transition="in" filter="fade">
                                      <p:cBhvr>
                                        <p:cTn id="114" dur="500"/>
                                        <p:tgtEl>
                                          <p:spTgt spid="74">
                                            <p:txEl>
                                              <p:pRg st="0" end="0"/>
                                            </p:txEl>
                                          </p:spTgt>
                                        </p:tgtEl>
                                      </p:cBhvr>
                                    </p:animEffect>
                                  </p:childTnLst>
                                </p:cTn>
                              </p:par>
                              <p:par>
                                <p:cTn id="115" presetID="1" presetClass="exit" presetSubtype="0" fill="hold" grpId="2" nodeType="withEffect">
                                  <p:stCondLst>
                                    <p:cond delay="500"/>
                                  </p:stCondLst>
                                  <p:childTnLst>
                                    <p:set>
                                      <p:cBhvr>
                                        <p:cTn id="116" dur="1" fill="hold">
                                          <p:stCondLst>
                                            <p:cond delay="0"/>
                                          </p:stCondLst>
                                        </p:cTn>
                                        <p:tgtEl>
                                          <p:spTgt spid="74">
                                            <p:txEl>
                                              <p:pRg st="0" end="0"/>
                                            </p:txEl>
                                          </p:spTgt>
                                        </p:tgtEl>
                                        <p:attrNameLst>
                                          <p:attrName>style.visibility</p:attrName>
                                        </p:attrNameLst>
                                      </p:cBhvr>
                                      <p:to>
                                        <p:strVal val="hidden"/>
                                      </p:to>
                                    </p:set>
                                  </p:childTnLst>
                                </p:cTn>
                              </p:par>
                            </p:childTnLst>
                          </p:cTn>
                        </p:par>
                        <p:par>
                          <p:cTn id="117" fill="hold">
                            <p:stCondLst>
                              <p:cond delay="10000"/>
                            </p:stCondLst>
                            <p:childTnLst>
                              <p:par>
                                <p:cTn id="118" presetID="22" presetClass="entr" presetSubtype="8" fill="hold" grpId="0" nodeType="afterEffect">
                                  <p:stCondLst>
                                    <p:cond delay="0"/>
                                  </p:stCondLst>
                                  <p:childTnLst>
                                    <p:set>
                                      <p:cBhvr>
                                        <p:cTn id="119" dur="1" fill="hold">
                                          <p:stCondLst>
                                            <p:cond delay="0"/>
                                          </p:stCondLst>
                                        </p:cTn>
                                        <p:tgtEl>
                                          <p:spTgt spid="76">
                                            <p:txEl>
                                              <p:pRg st="0" end="0"/>
                                            </p:txEl>
                                          </p:spTgt>
                                        </p:tgtEl>
                                        <p:attrNameLst>
                                          <p:attrName>style.visibility</p:attrName>
                                        </p:attrNameLst>
                                      </p:cBhvr>
                                      <p:to>
                                        <p:strVal val="visible"/>
                                      </p:to>
                                    </p:set>
                                    <p:animEffect transition="in" filter="wipe(left)">
                                      <p:cBhvr>
                                        <p:cTn id="120" dur="500"/>
                                        <p:tgtEl>
                                          <p:spTgt spid="76">
                                            <p:txEl>
                                              <p:pRg st="0" end="0"/>
                                            </p:txEl>
                                          </p:spTgt>
                                        </p:tgtEl>
                                      </p:cBhvr>
                                    </p:animEffect>
                                  </p:childTnLst>
                                </p:cTn>
                              </p:par>
                            </p:childTnLst>
                          </p:cTn>
                        </p:par>
                        <p:par>
                          <p:cTn id="121" fill="hold">
                            <p:stCondLst>
                              <p:cond delay="10500"/>
                            </p:stCondLst>
                            <p:childTnLst>
                              <p:par>
                                <p:cTn id="122" presetID="2" presetClass="entr" presetSubtype="8" decel="100000" fill="hold" grpId="0" nodeType="afterEffect">
                                  <p:stCondLst>
                                    <p:cond delay="0"/>
                                  </p:stCondLst>
                                  <p:childTnLst>
                                    <p:set>
                                      <p:cBhvr>
                                        <p:cTn id="123" dur="1" fill="hold">
                                          <p:stCondLst>
                                            <p:cond delay="0"/>
                                          </p:stCondLst>
                                        </p:cTn>
                                        <p:tgtEl>
                                          <p:spTgt spid="85">
                                            <p:txEl>
                                              <p:pRg st="0" end="0"/>
                                            </p:txEl>
                                          </p:spTgt>
                                        </p:tgtEl>
                                        <p:attrNameLst>
                                          <p:attrName>style.visibility</p:attrName>
                                        </p:attrNameLst>
                                      </p:cBhvr>
                                      <p:to>
                                        <p:strVal val="visible"/>
                                      </p:to>
                                    </p:set>
                                    <p:anim calcmode="lin" valueType="num">
                                      <p:cBhvr additive="base">
                                        <p:cTn id="124" dur="500" fill="hold"/>
                                        <p:tgtEl>
                                          <p:spTgt spid="85">
                                            <p:txEl>
                                              <p:pRg st="0" end="0"/>
                                            </p:txEl>
                                          </p:spTgt>
                                        </p:tgtEl>
                                        <p:attrNameLst>
                                          <p:attrName>ppt_x</p:attrName>
                                        </p:attrNameLst>
                                      </p:cBhvr>
                                      <p:tavLst>
                                        <p:tav tm="0">
                                          <p:val>
                                            <p:strVal val="0-#ppt_w/2"/>
                                          </p:val>
                                        </p:tav>
                                        <p:tav tm="100000">
                                          <p:val>
                                            <p:strVal val="#ppt_x"/>
                                          </p:val>
                                        </p:tav>
                                      </p:tavLst>
                                    </p:anim>
                                    <p:anim calcmode="lin" valueType="num">
                                      <p:cBhvr additive="base">
                                        <p:cTn id="125" dur="500" fill="hold"/>
                                        <p:tgtEl>
                                          <p:spTgt spid="85">
                                            <p:txEl>
                                              <p:pRg st="0" end="0"/>
                                            </p:txEl>
                                          </p:spTgt>
                                        </p:tgtEl>
                                        <p:attrNameLst>
                                          <p:attrName>ppt_y</p:attrName>
                                        </p:attrNameLst>
                                      </p:cBhvr>
                                      <p:tavLst>
                                        <p:tav tm="0">
                                          <p:val>
                                            <p:strVal val="#ppt_y"/>
                                          </p:val>
                                        </p:tav>
                                        <p:tav tm="100000">
                                          <p:val>
                                            <p:strVal val="#ppt_y"/>
                                          </p:val>
                                        </p:tav>
                                      </p:tavLst>
                                    </p:anim>
                                  </p:childTnLst>
                                </p:cTn>
                              </p:par>
                            </p:childTnLst>
                          </p:cTn>
                        </p:par>
                        <p:par>
                          <p:cTn id="126" fill="hold">
                            <p:stCondLst>
                              <p:cond delay="11000"/>
                            </p:stCondLst>
                            <p:childTnLst>
                              <p:par>
                                <p:cTn id="127" presetID="22" presetClass="entr" presetSubtype="1" fill="hold" nodeType="afterEffect">
                                  <p:stCondLst>
                                    <p:cond delay="0"/>
                                  </p:stCondLst>
                                  <p:childTnLst>
                                    <p:set>
                                      <p:cBhvr>
                                        <p:cTn id="128" dur="1" fill="hold">
                                          <p:stCondLst>
                                            <p:cond delay="0"/>
                                          </p:stCondLst>
                                        </p:cTn>
                                        <p:tgtEl>
                                          <p:spTgt spid="83"/>
                                        </p:tgtEl>
                                        <p:attrNameLst>
                                          <p:attrName>style.visibility</p:attrName>
                                        </p:attrNameLst>
                                      </p:cBhvr>
                                      <p:to>
                                        <p:strVal val="visible"/>
                                      </p:to>
                                    </p:set>
                                    <p:animEffect transition="in" filter="wipe(up)">
                                      <p:cBhvr>
                                        <p:cTn id="129" dur="250"/>
                                        <p:tgtEl>
                                          <p:spTgt spid="83"/>
                                        </p:tgtEl>
                                      </p:cBhvr>
                                    </p:animEffect>
                                  </p:childTnLst>
                                </p:cTn>
                              </p:par>
                              <p:par>
                                <p:cTn id="130" presetID="22" presetClass="entr" presetSubtype="8" fill="hold" grpId="0" nodeType="withEffect">
                                  <p:stCondLst>
                                    <p:cond delay="250"/>
                                  </p:stCondLst>
                                  <p:childTnLst>
                                    <p:set>
                                      <p:cBhvr>
                                        <p:cTn id="131" dur="1" fill="hold">
                                          <p:stCondLst>
                                            <p:cond delay="0"/>
                                          </p:stCondLst>
                                        </p:cTn>
                                        <p:tgtEl>
                                          <p:spTgt spid="77"/>
                                        </p:tgtEl>
                                        <p:attrNameLst>
                                          <p:attrName>style.visibility</p:attrName>
                                        </p:attrNameLst>
                                      </p:cBhvr>
                                      <p:to>
                                        <p:strVal val="visible"/>
                                      </p:to>
                                    </p:set>
                                    <p:animEffect transition="in" filter="wipe(left)">
                                      <p:cBhvr>
                                        <p:cTn id="132" dur="500"/>
                                        <p:tgtEl>
                                          <p:spTgt spid="77"/>
                                        </p:tgtEl>
                                      </p:cBhvr>
                                    </p:animEffect>
                                  </p:childTnLst>
                                </p:cTn>
                              </p:par>
                              <p:par>
                                <p:cTn id="133" presetID="22" presetClass="entr" presetSubtype="8" fill="hold" nodeType="withEffect">
                                  <p:stCondLst>
                                    <p:cond delay="500"/>
                                  </p:stCondLst>
                                  <p:childTnLst>
                                    <p:set>
                                      <p:cBhvr>
                                        <p:cTn id="134" dur="1" fill="hold">
                                          <p:stCondLst>
                                            <p:cond delay="0"/>
                                          </p:stCondLst>
                                        </p:cTn>
                                        <p:tgtEl>
                                          <p:spTgt spid="78"/>
                                        </p:tgtEl>
                                        <p:attrNameLst>
                                          <p:attrName>style.visibility</p:attrName>
                                        </p:attrNameLst>
                                      </p:cBhvr>
                                      <p:to>
                                        <p:strVal val="visible"/>
                                      </p:to>
                                    </p:set>
                                    <p:animEffect transition="in" filter="wipe(left)">
                                      <p:cBhvr>
                                        <p:cTn id="135" dur="500"/>
                                        <p:tgtEl>
                                          <p:spTgt spid="78"/>
                                        </p:tgtEl>
                                      </p:cBhvr>
                                    </p:animEffect>
                                  </p:childTnLst>
                                </p:cTn>
                              </p:par>
                              <p:par>
                                <p:cTn id="136" presetID="2" presetClass="entr" presetSubtype="2" decel="100000" fill="hold" grpId="0" nodeType="withEffect">
                                  <p:stCondLst>
                                    <p:cond delay="500"/>
                                  </p:stCondLst>
                                  <p:childTnLst>
                                    <p:set>
                                      <p:cBhvr>
                                        <p:cTn id="137" dur="1" fill="hold">
                                          <p:stCondLst>
                                            <p:cond delay="0"/>
                                          </p:stCondLst>
                                        </p:cTn>
                                        <p:tgtEl>
                                          <p:spTgt spid="84">
                                            <p:txEl>
                                              <p:pRg st="0" end="0"/>
                                            </p:txEl>
                                          </p:spTgt>
                                        </p:tgtEl>
                                        <p:attrNameLst>
                                          <p:attrName>style.visibility</p:attrName>
                                        </p:attrNameLst>
                                      </p:cBhvr>
                                      <p:to>
                                        <p:strVal val="visible"/>
                                      </p:to>
                                    </p:set>
                                    <p:anim calcmode="lin" valueType="num">
                                      <p:cBhvr additive="base">
                                        <p:cTn id="138" dur="1000" fill="hold"/>
                                        <p:tgtEl>
                                          <p:spTgt spid="84">
                                            <p:txEl>
                                              <p:pRg st="0" end="0"/>
                                            </p:txEl>
                                          </p:spTgt>
                                        </p:tgtEl>
                                        <p:attrNameLst>
                                          <p:attrName>ppt_x</p:attrName>
                                        </p:attrNameLst>
                                      </p:cBhvr>
                                      <p:tavLst>
                                        <p:tav tm="0">
                                          <p:val>
                                            <p:strVal val="1+#ppt_w/2"/>
                                          </p:val>
                                        </p:tav>
                                        <p:tav tm="100000">
                                          <p:val>
                                            <p:strVal val="#ppt_x"/>
                                          </p:val>
                                        </p:tav>
                                      </p:tavLst>
                                    </p:anim>
                                    <p:anim calcmode="lin" valueType="num">
                                      <p:cBhvr additive="base">
                                        <p:cTn id="139" dur="1000" fill="hold"/>
                                        <p:tgtEl>
                                          <p:spTgt spid="84">
                                            <p:txEl>
                                              <p:pRg st="0" end="0"/>
                                            </p:txEl>
                                          </p:spTgt>
                                        </p:tgtEl>
                                        <p:attrNameLst>
                                          <p:attrName>ppt_y</p:attrName>
                                        </p:attrNameLst>
                                      </p:cBhvr>
                                      <p:tavLst>
                                        <p:tav tm="0">
                                          <p:val>
                                            <p:strVal val="#ppt_y"/>
                                          </p:val>
                                        </p:tav>
                                        <p:tav tm="100000">
                                          <p:val>
                                            <p:strVal val="#ppt_y"/>
                                          </p:val>
                                        </p:tav>
                                      </p:tavLst>
                                    </p:anim>
                                  </p:childTnLst>
                                </p:cTn>
                              </p:par>
                              <p:par>
                                <p:cTn id="140" presetID="10" presetClass="entr" presetSubtype="0" fill="hold" grpId="1" nodeType="withEffect">
                                  <p:stCondLst>
                                    <p:cond delay="1000"/>
                                  </p:stCondLst>
                                  <p:childTnLst>
                                    <p:set>
                                      <p:cBhvr>
                                        <p:cTn id="141" dur="1" fill="hold">
                                          <p:stCondLst>
                                            <p:cond delay="0"/>
                                          </p:stCondLst>
                                        </p:cTn>
                                        <p:tgtEl>
                                          <p:spTgt spid="84">
                                            <p:txEl>
                                              <p:pRg st="0" end="0"/>
                                            </p:txEl>
                                          </p:spTgt>
                                        </p:tgtEl>
                                        <p:attrNameLst>
                                          <p:attrName>style.visibility</p:attrName>
                                        </p:attrNameLst>
                                      </p:cBhvr>
                                      <p:to>
                                        <p:strVal val="visible"/>
                                      </p:to>
                                    </p:set>
                                    <p:animEffect transition="in" filter="fade">
                                      <p:cBhvr>
                                        <p:cTn id="142" dur="500"/>
                                        <p:tgtEl>
                                          <p:spTgt spid="84">
                                            <p:txEl>
                                              <p:pRg st="0" end="0"/>
                                            </p:txEl>
                                          </p:spTgt>
                                        </p:tgtEl>
                                      </p:cBhvr>
                                    </p:animEffect>
                                  </p:childTnLst>
                                </p:cTn>
                              </p:par>
                              <p:par>
                                <p:cTn id="143" presetID="1" presetClass="exit" presetSubtype="0" fill="hold" grpId="2" nodeType="withEffect">
                                  <p:stCondLst>
                                    <p:cond delay="500"/>
                                  </p:stCondLst>
                                  <p:childTnLst>
                                    <p:set>
                                      <p:cBhvr>
                                        <p:cTn id="144" dur="1" fill="hold">
                                          <p:stCondLst>
                                            <p:cond delay="0"/>
                                          </p:stCondLst>
                                        </p:cTn>
                                        <p:tgtEl>
                                          <p:spTgt spid="84">
                                            <p:txEl>
                                              <p:pRg st="0" end="0"/>
                                            </p:txEl>
                                          </p:spTgt>
                                        </p:tgtEl>
                                        <p:attrNameLst>
                                          <p:attrName>style.visibility</p:attrName>
                                        </p:attrNameLst>
                                      </p:cBhvr>
                                      <p:to>
                                        <p:strVal val="hidden"/>
                                      </p:to>
                                    </p:set>
                                  </p:childTnLst>
                                </p:cTn>
                              </p:par>
                            </p:childTnLst>
                          </p:cTn>
                        </p:par>
                        <p:par>
                          <p:cTn id="145" fill="hold">
                            <p:stCondLst>
                              <p:cond delay="12500"/>
                            </p:stCondLst>
                            <p:childTnLst>
                              <p:par>
                                <p:cTn id="146" presetID="22" presetClass="entr" presetSubtype="8" fill="hold" grpId="0" nodeType="afterEffect">
                                  <p:stCondLst>
                                    <p:cond delay="0"/>
                                  </p:stCondLst>
                                  <p:childTnLst>
                                    <p:set>
                                      <p:cBhvr>
                                        <p:cTn id="147" dur="1" fill="hold">
                                          <p:stCondLst>
                                            <p:cond delay="0"/>
                                          </p:stCondLst>
                                        </p:cTn>
                                        <p:tgtEl>
                                          <p:spTgt spid="86">
                                            <p:txEl>
                                              <p:pRg st="0" end="0"/>
                                            </p:txEl>
                                          </p:spTgt>
                                        </p:tgtEl>
                                        <p:attrNameLst>
                                          <p:attrName>style.visibility</p:attrName>
                                        </p:attrNameLst>
                                      </p:cBhvr>
                                      <p:to>
                                        <p:strVal val="visible"/>
                                      </p:to>
                                    </p:set>
                                    <p:animEffect transition="in" filter="wipe(left)">
                                      <p:cBhvr>
                                        <p:cTn id="148" dur="500"/>
                                        <p:tgtEl>
                                          <p:spTgt spid="86">
                                            <p:txEl>
                                              <p:pRg st="0" end="0"/>
                                            </p:txEl>
                                          </p:spTgt>
                                        </p:tgtEl>
                                      </p:cBhvr>
                                    </p:animEffect>
                                  </p:childTnLst>
                                </p:cTn>
                              </p:par>
                            </p:childTnLst>
                          </p:cTn>
                        </p:par>
                        <p:par>
                          <p:cTn id="149" fill="hold">
                            <p:stCondLst>
                              <p:cond delay="13000"/>
                            </p:stCondLst>
                            <p:childTnLst>
                              <p:par>
                                <p:cTn id="150" presetID="2" presetClass="entr" presetSubtype="8" decel="100000" fill="hold" grpId="0" nodeType="afterEffect">
                                  <p:stCondLst>
                                    <p:cond delay="0"/>
                                  </p:stCondLst>
                                  <p:childTnLst>
                                    <p:set>
                                      <p:cBhvr>
                                        <p:cTn id="151" dur="1" fill="hold">
                                          <p:stCondLst>
                                            <p:cond delay="0"/>
                                          </p:stCondLst>
                                        </p:cTn>
                                        <p:tgtEl>
                                          <p:spTgt spid="95">
                                            <p:txEl>
                                              <p:pRg st="0" end="0"/>
                                            </p:txEl>
                                          </p:spTgt>
                                        </p:tgtEl>
                                        <p:attrNameLst>
                                          <p:attrName>style.visibility</p:attrName>
                                        </p:attrNameLst>
                                      </p:cBhvr>
                                      <p:to>
                                        <p:strVal val="visible"/>
                                      </p:to>
                                    </p:set>
                                    <p:anim calcmode="lin" valueType="num">
                                      <p:cBhvr additive="base">
                                        <p:cTn id="152" dur="500" fill="hold"/>
                                        <p:tgtEl>
                                          <p:spTgt spid="95">
                                            <p:txEl>
                                              <p:pRg st="0" end="0"/>
                                            </p:txEl>
                                          </p:spTgt>
                                        </p:tgtEl>
                                        <p:attrNameLst>
                                          <p:attrName>ppt_x</p:attrName>
                                        </p:attrNameLst>
                                      </p:cBhvr>
                                      <p:tavLst>
                                        <p:tav tm="0">
                                          <p:val>
                                            <p:strVal val="0-#ppt_w/2"/>
                                          </p:val>
                                        </p:tav>
                                        <p:tav tm="100000">
                                          <p:val>
                                            <p:strVal val="#ppt_x"/>
                                          </p:val>
                                        </p:tav>
                                      </p:tavLst>
                                    </p:anim>
                                    <p:anim calcmode="lin" valueType="num">
                                      <p:cBhvr additive="base">
                                        <p:cTn id="153" dur="500" fill="hold"/>
                                        <p:tgtEl>
                                          <p:spTgt spid="95">
                                            <p:txEl>
                                              <p:pRg st="0" end="0"/>
                                            </p:txEl>
                                          </p:spTgt>
                                        </p:tgtEl>
                                        <p:attrNameLst>
                                          <p:attrName>ppt_y</p:attrName>
                                        </p:attrNameLst>
                                      </p:cBhvr>
                                      <p:tavLst>
                                        <p:tav tm="0">
                                          <p:val>
                                            <p:strVal val="#ppt_y"/>
                                          </p:val>
                                        </p:tav>
                                        <p:tav tm="100000">
                                          <p:val>
                                            <p:strVal val="#ppt_y"/>
                                          </p:val>
                                        </p:tav>
                                      </p:tavLst>
                                    </p:anim>
                                  </p:childTnLst>
                                </p:cTn>
                              </p:par>
                            </p:childTnLst>
                          </p:cTn>
                        </p:par>
                        <p:par>
                          <p:cTn id="154" fill="hold">
                            <p:stCondLst>
                              <p:cond delay="13500"/>
                            </p:stCondLst>
                            <p:childTnLst>
                              <p:par>
                                <p:cTn id="155" presetID="22" presetClass="entr" presetSubtype="1" fill="hold" nodeType="afterEffect">
                                  <p:stCondLst>
                                    <p:cond delay="0"/>
                                  </p:stCondLst>
                                  <p:childTnLst>
                                    <p:set>
                                      <p:cBhvr>
                                        <p:cTn id="156" dur="1" fill="hold">
                                          <p:stCondLst>
                                            <p:cond delay="0"/>
                                          </p:stCondLst>
                                        </p:cTn>
                                        <p:tgtEl>
                                          <p:spTgt spid="93"/>
                                        </p:tgtEl>
                                        <p:attrNameLst>
                                          <p:attrName>style.visibility</p:attrName>
                                        </p:attrNameLst>
                                      </p:cBhvr>
                                      <p:to>
                                        <p:strVal val="visible"/>
                                      </p:to>
                                    </p:set>
                                    <p:animEffect transition="in" filter="wipe(up)">
                                      <p:cBhvr>
                                        <p:cTn id="157" dur="250"/>
                                        <p:tgtEl>
                                          <p:spTgt spid="93"/>
                                        </p:tgtEl>
                                      </p:cBhvr>
                                    </p:animEffect>
                                  </p:childTnLst>
                                </p:cTn>
                              </p:par>
                              <p:par>
                                <p:cTn id="158" presetID="22" presetClass="entr" presetSubtype="8" fill="hold" grpId="0" nodeType="withEffect">
                                  <p:stCondLst>
                                    <p:cond delay="250"/>
                                  </p:stCondLst>
                                  <p:childTnLst>
                                    <p:set>
                                      <p:cBhvr>
                                        <p:cTn id="159" dur="1" fill="hold">
                                          <p:stCondLst>
                                            <p:cond delay="0"/>
                                          </p:stCondLst>
                                        </p:cTn>
                                        <p:tgtEl>
                                          <p:spTgt spid="87"/>
                                        </p:tgtEl>
                                        <p:attrNameLst>
                                          <p:attrName>style.visibility</p:attrName>
                                        </p:attrNameLst>
                                      </p:cBhvr>
                                      <p:to>
                                        <p:strVal val="visible"/>
                                      </p:to>
                                    </p:set>
                                    <p:animEffect transition="in" filter="wipe(left)">
                                      <p:cBhvr>
                                        <p:cTn id="160" dur="500"/>
                                        <p:tgtEl>
                                          <p:spTgt spid="87"/>
                                        </p:tgtEl>
                                      </p:cBhvr>
                                    </p:animEffect>
                                  </p:childTnLst>
                                </p:cTn>
                              </p:par>
                              <p:par>
                                <p:cTn id="161" presetID="22" presetClass="entr" presetSubtype="8" fill="hold" nodeType="withEffect">
                                  <p:stCondLst>
                                    <p:cond delay="500"/>
                                  </p:stCondLst>
                                  <p:childTnLst>
                                    <p:set>
                                      <p:cBhvr>
                                        <p:cTn id="162" dur="1" fill="hold">
                                          <p:stCondLst>
                                            <p:cond delay="0"/>
                                          </p:stCondLst>
                                        </p:cTn>
                                        <p:tgtEl>
                                          <p:spTgt spid="88"/>
                                        </p:tgtEl>
                                        <p:attrNameLst>
                                          <p:attrName>style.visibility</p:attrName>
                                        </p:attrNameLst>
                                      </p:cBhvr>
                                      <p:to>
                                        <p:strVal val="visible"/>
                                      </p:to>
                                    </p:set>
                                    <p:animEffect transition="in" filter="wipe(left)">
                                      <p:cBhvr>
                                        <p:cTn id="163" dur="500"/>
                                        <p:tgtEl>
                                          <p:spTgt spid="88"/>
                                        </p:tgtEl>
                                      </p:cBhvr>
                                    </p:animEffect>
                                  </p:childTnLst>
                                </p:cTn>
                              </p:par>
                              <p:par>
                                <p:cTn id="164" presetID="2" presetClass="entr" presetSubtype="2" decel="100000" fill="hold" grpId="0" nodeType="withEffect">
                                  <p:stCondLst>
                                    <p:cond delay="500"/>
                                  </p:stCondLst>
                                  <p:childTnLst>
                                    <p:set>
                                      <p:cBhvr>
                                        <p:cTn id="165" dur="1" fill="hold">
                                          <p:stCondLst>
                                            <p:cond delay="0"/>
                                          </p:stCondLst>
                                        </p:cTn>
                                        <p:tgtEl>
                                          <p:spTgt spid="94">
                                            <p:txEl>
                                              <p:pRg st="0" end="0"/>
                                            </p:txEl>
                                          </p:spTgt>
                                        </p:tgtEl>
                                        <p:attrNameLst>
                                          <p:attrName>style.visibility</p:attrName>
                                        </p:attrNameLst>
                                      </p:cBhvr>
                                      <p:to>
                                        <p:strVal val="visible"/>
                                      </p:to>
                                    </p:set>
                                    <p:anim calcmode="lin" valueType="num">
                                      <p:cBhvr additive="base">
                                        <p:cTn id="166" dur="1000" fill="hold"/>
                                        <p:tgtEl>
                                          <p:spTgt spid="94">
                                            <p:txEl>
                                              <p:pRg st="0" end="0"/>
                                            </p:txEl>
                                          </p:spTgt>
                                        </p:tgtEl>
                                        <p:attrNameLst>
                                          <p:attrName>ppt_x</p:attrName>
                                        </p:attrNameLst>
                                      </p:cBhvr>
                                      <p:tavLst>
                                        <p:tav tm="0">
                                          <p:val>
                                            <p:strVal val="1+#ppt_w/2"/>
                                          </p:val>
                                        </p:tav>
                                        <p:tav tm="100000">
                                          <p:val>
                                            <p:strVal val="#ppt_x"/>
                                          </p:val>
                                        </p:tav>
                                      </p:tavLst>
                                    </p:anim>
                                    <p:anim calcmode="lin" valueType="num">
                                      <p:cBhvr additive="base">
                                        <p:cTn id="167" dur="1000" fill="hold"/>
                                        <p:tgtEl>
                                          <p:spTgt spid="94">
                                            <p:txEl>
                                              <p:pRg st="0" end="0"/>
                                            </p:txEl>
                                          </p:spTgt>
                                        </p:tgtEl>
                                        <p:attrNameLst>
                                          <p:attrName>ppt_y</p:attrName>
                                        </p:attrNameLst>
                                      </p:cBhvr>
                                      <p:tavLst>
                                        <p:tav tm="0">
                                          <p:val>
                                            <p:strVal val="#ppt_y"/>
                                          </p:val>
                                        </p:tav>
                                        <p:tav tm="100000">
                                          <p:val>
                                            <p:strVal val="#ppt_y"/>
                                          </p:val>
                                        </p:tav>
                                      </p:tavLst>
                                    </p:anim>
                                  </p:childTnLst>
                                </p:cTn>
                              </p:par>
                              <p:par>
                                <p:cTn id="168" presetID="10" presetClass="entr" presetSubtype="0" fill="hold" grpId="1" nodeType="withEffect">
                                  <p:stCondLst>
                                    <p:cond delay="1000"/>
                                  </p:stCondLst>
                                  <p:childTnLst>
                                    <p:set>
                                      <p:cBhvr>
                                        <p:cTn id="169" dur="1" fill="hold">
                                          <p:stCondLst>
                                            <p:cond delay="0"/>
                                          </p:stCondLst>
                                        </p:cTn>
                                        <p:tgtEl>
                                          <p:spTgt spid="94">
                                            <p:txEl>
                                              <p:pRg st="0" end="0"/>
                                            </p:txEl>
                                          </p:spTgt>
                                        </p:tgtEl>
                                        <p:attrNameLst>
                                          <p:attrName>style.visibility</p:attrName>
                                        </p:attrNameLst>
                                      </p:cBhvr>
                                      <p:to>
                                        <p:strVal val="visible"/>
                                      </p:to>
                                    </p:set>
                                    <p:animEffect transition="in" filter="fade">
                                      <p:cBhvr>
                                        <p:cTn id="170" dur="500"/>
                                        <p:tgtEl>
                                          <p:spTgt spid="94">
                                            <p:txEl>
                                              <p:pRg st="0" end="0"/>
                                            </p:txEl>
                                          </p:spTgt>
                                        </p:tgtEl>
                                      </p:cBhvr>
                                    </p:animEffect>
                                  </p:childTnLst>
                                </p:cTn>
                              </p:par>
                              <p:par>
                                <p:cTn id="171" presetID="1" presetClass="exit" presetSubtype="0" fill="hold" grpId="2" nodeType="withEffect">
                                  <p:stCondLst>
                                    <p:cond delay="500"/>
                                  </p:stCondLst>
                                  <p:childTnLst>
                                    <p:set>
                                      <p:cBhvr>
                                        <p:cTn id="172" dur="1" fill="hold">
                                          <p:stCondLst>
                                            <p:cond delay="0"/>
                                          </p:stCondLst>
                                        </p:cTn>
                                        <p:tgtEl>
                                          <p:spTgt spid="94">
                                            <p:txEl>
                                              <p:pRg st="0" end="0"/>
                                            </p:txEl>
                                          </p:spTgt>
                                        </p:tgtEl>
                                        <p:attrNameLst>
                                          <p:attrName>style.visibility</p:attrName>
                                        </p:attrNameLst>
                                      </p:cBhvr>
                                      <p:to>
                                        <p:strVal val="hidden"/>
                                      </p:to>
                                    </p:set>
                                  </p:childTnLst>
                                </p:cTn>
                              </p:par>
                            </p:childTnLst>
                          </p:cTn>
                        </p:par>
                        <p:par>
                          <p:cTn id="173" fill="hold">
                            <p:stCondLst>
                              <p:cond delay="15000"/>
                            </p:stCondLst>
                            <p:childTnLst>
                              <p:par>
                                <p:cTn id="174" presetID="22" presetClass="entr" presetSubtype="8" fill="hold" grpId="0" nodeType="afterEffect">
                                  <p:stCondLst>
                                    <p:cond delay="0"/>
                                  </p:stCondLst>
                                  <p:childTnLst>
                                    <p:set>
                                      <p:cBhvr>
                                        <p:cTn id="175" dur="1" fill="hold">
                                          <p:stCondLst>
                                            <p:cond delay="0"/>
                                          </p:stCondLst>
                                        </p:cTn>
                                        <p:tgtEl>
                                          <p:spTgt spid="96">
                                            <p:txEl>
                                              <p:pRg st="0" end="0"/>
                                            </p:txEl>
                                          </p:spTgt>
                                        </p:tgtEl>
                                        <p:attrNameLst>
                                          <p:attrName>style.visibility</p:attrName>
                                        </p:attrNameLst>
                                      </p:cBhvr>
                                      <p:to>
                                        <p:strVal val="visible"/>
                                      </p:to>
                                    </p:set>
                                    <p:animEffect transition="in" filter="wipe(left)">
                                      <p:cBhvr>
                                        <p:cTn id="176" dur="500"/>
                                        <p:tgtEl>
                                          <p:spTgt spid="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7" grpId="0" animBg="1"/>
      <p:bldP spid="14" grpId="0" build="p">
        <p:tmplLst>
          <p:tmpl lvl="1">
            <p:tnLst>
              <p:par>
                <p:cTn presetID="2" presetClass="entr" presetSubtype="2" decel="100000" fill="hold" nodeType="withEffect">
                  <p:stCondLst>
                    <p:cond delay="50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1000" fill="hold"/>
                        <p:tgtEl>
                          <p:spTgt spid="14"/>
                        </p:tgtEl>
                        <p:attrNameLst>
                          <p:attrName>ppt_x</p:attrName>
                        </p:attrNameLst>
                      </p:cBhvr>
                      <p:tavLst>
                        <p:tav tm="0">
                          <p:val>
                            <p:strVal val="1+#ppt_w/2"/>
                          </p:val>
                        </p:tav>
                        <p:tav tm="100000">
                          <p:val>
                            <p:strVal val="#ppt_x"/>
                          </p:val>
                        </p:tav>
                      </p:tavLst>
                    </p:anim>
                    <p:anim calcmode="lin" valueType="num">
                      <p:cBhvr additive="base">
                        <p:cTn dur="1000" fill="hold"/>
                        <p:tgtEl>
                          <p:spTgt spid="14"/>
                        </p:tgtEl>
                        <p:attrNameLst>
                          <p:attrName>ppt_y</p:attrName>
                        </p:attrNameLst>
                      </p:cBhvr>
                      <p:tavLst>
                        <p:tav tm="0">
                          <p:val>
                            <p:strVal val="#ppt_y"/>
                          </p:val>
                        </p:tav>
                        <p:tav tm="100000">
                          <p:val>
                            <p:strVal val="#ppt_y"/>
                          </p:val>
                        </p:tav>
                      </p:tavLst>
                    </p:anim>
                  </p:childTnLst>
                </p:cTn>
              </p:par>
            </p:tnLst>
          </p:tmpl>
        </p:tmplLst>
      </p:bldP>
      <p:bldP spid="14" grpId="1" build="p">
        <p:tmplLst>
          <p:tmpl lvl="1">
            <p:tnLst>
              <p:par>
                <p:cTn presetID="10" presetClass="entr" presetSubtype="0" fill="hold" nodeType="withEffect">
                  <p:stCondLst>
                    <p:cond delay="100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4" grpId="2" build="p">
        <p:tmplLst>
          <p:tmpl lvl="1">
            <p:tnLst>
              <p:par>
                <p:cTn presetID="1" presetClass="exit" presetSubtype="0" fill="hold" nodeType="withEffect">
                  <p:stCondLst>
                    <p:cond delay="500"/>
                  </p:stCondLst>
                  <p:childTnLst>
                    <p:set>
                      <p:cBhvr>
                        <p:cTn dur="1" fill="hold">
                          <p:stCondLst>
                            <p:cond delay="0"/>
                          </p:stCondLst>
                        </p:cTn>
                        <p:tgtEl>
                          <p:spTgt spid="14"/>
                        </p:tgtEl>
                        <p:attrNameLst>
                          <p:attrName>style.visibility</p:attrName>
                        </p:attrNameLst>
                      </p:cBhvr>
                      <p:to>
                        <p:strVal val="hidden"/>
                      </p:to>
                    </p:set>
                  </p:childTnLst>
                </p:cTn>
              </p:par>
            </p:tnLst>
          </p:tmpl>
        </p:tmplLst>
      </p:bldP>
      <p:bldP spid="15" grpId="0" build="p">
        <p:tmplLst>
          <p:tmpl lvl="1">
            <p:tnLst>
              <p:par>
                <p:cTn presetID="2" presetClass="entr" presetSubtype="8" decel="10000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0-#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P spid="16" grpId="0" build="p">
        <p:tmplLst>
          <p:tmpl lvl="1">
            <p:tnLst>
              <p:par>
                <p:cTn presetID="22" presetClass="entr" presetSubtype="8"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wipe(left)">
                      <p:cBhvr>
                        <p:cTn dur="500"/>
                        <p:tgtEl>
                          <p:spTgt spid="16"/>
                        </p:tgtEl>
                      </p:cBhvr>
                    </p:animEffect>
                  </p:childTnLst>
                </p:cTn>
              </p:par>
            </p:tnLst>
          </p:tmpl>
        </p:tmplLst>
      </p:bldP>
      <p:bldP spid="17" grpId="0" animBg="1"/>
      <p:bldP spid="24" grpId="0" build="p">
        <p:tmplLst>
          <p:tmpl lvl="1">
            <p:tnLst>
              <p:par>
                <p:cTn presetID="2" presetClass="entr" presetSubtype="2" decel="100000" fill="hold" nodeType="withEffect">
                  <p:stCondLst>
                    <p:cond delay="50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1000" fill="hold"/>
                        <p:tgtEl>
                          <p:spTgt spid="24"/>
                        </p:tgtEl>
                        <p:attrNameLst>
                          <p:attrName>ppt_x</p:attrName>
                        </p:attrNameLst>
                      </p:cBhvr>
                      <p:tavLst>
                        <p:tav tm="0">
                          <p:val>
                            <p:strVal val="1+#ppt_w/2"/>
                          </p:val>
                        </p:tav>
                        <p:tav tm="100000">
                          <p:val>
                            <p:strVal val="#ppt_x"/>
                          </p:val>
                        </p:tav>
                      </p:tavLst>
                    </p:anim>
                    <p:anim calcmode="lin" valueType="num">
                      <p:cBhvr additive="base">
                        <p:cTn dur="1000" fill="hold"/>
                        <p:tgtEl>
                          <p:spTgt spid="24"/>
                        </p:tgtEl>
                        <p:attrNameLst>
                          <p:attrName>ppt_y</p:attrName>
                        </p:attrNameLst>
                      </p:cBhvr>
                      <p:tavLst>
                        <p:tav tm="0">
                          <p:val>
                            <p:strVal val="#ppt_y"/>
                          </p:val>
                        </p:tav>
                        <p:tav tm="100000">
                          <p:val>
                            <p:strVal val="#ppt_y"/>
                          </p:val>
                        </p:tav>
                      </p:tavLst>
                    </p:anim>
                  </p:childTnLst>
                </p:cTn>
              </p:par>
            </p:tnLst>
          </p:tmpl>
        </p:tmplLst>
      </p:bldP>
      <p:bldP spid="24" grpId="1" build="p">
        <p:tmplLst>
          <p:tmpl lvl="1">
            <p:tnLst>
              <p:par>
                <p:cTn presetID="10" presetClass="entr" presetSubtype="0" fill="hold" nodeType="withEffect">
                  <p:stCondLst>
                    <p:cond delay="100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4" grpId="2" build="p">
        <p:tmplLst>
          <p:tmpl lvl="1">
            <p:tnLst>
              <p:par>
                <p:cTn presetID="1" presetClass="exit" presetSubtype="0" fill="hold" nodeType="withEffect">
                  <p:stCondLst>
                    <p:cond delay="500"/>
                  </p:stCondLst>
                  <p:childTnLst>
                    <p:set>
                      <p:cBhvr>
                        <p:cTn dur="1" fill="hold">
                          <p:stCondLst>
                            <p:cond delay="0"/>
                          </p:stCondLst>
                        </p:cTn>
                        <p:tgtEl>
                          <p:spTgt spid="24"/>
                        </p:tgtEl>
                        <p:attrNameLst>
                          <p:attrName>style.visibility</p:attrName>
                        </p:attrNameLst>
                      </p:cBhvr>
                      <p:to>
                        <p:strVal val="hidden"/>
                      </p:to>
                    </p:set>
                  </p:childTnLst>
                </p:cTn>
              </p:par>
            </p:tnLst>
          </p:tmpl>
        </p:tmplLst>
      </p:bldP>
      <p:bldP spid="25" grpId="0" build="p">
        <p:tmplLst>
          <p:tmpl lvl="1">
            <p:tnLst>
              <p:par>
                <p:cTn presetID="2" presetClass="entr" presetSubtype="8"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0-#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2" presetClass="entr" presetSubtype="8"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wipe(left)">
                      <p:cBhvr>
                        <p:cTn dur="500"/>
                        <p:tgtEl>
                          <p:spTgt spid="26"/>
                        </p:tgtEl>
                      </p:cBhvr>
                    </p:animEffect>
                  </p:childTnLst>
                </p:cTn>
              </p:par>
            </p:tnLst>
          </p:tmpl>
        </p:tmplLst>
      </p:bldP>
      <p:bldP spid="27" grpId="0" animBg="1"/>
      <p:bldP spid="34" grpId="0" build="p">
        <p:tmplLst>
          <p:tmpl lvl="1">
            <p:tnLst>
              <p:par>
                <p:cTn presetID="2" presetClass="entr" presetSubtype="2" decel="100000" fill="hold" nodeType="withEffect">
                  <p:stCondLst>
                    <p:cond delay="50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1000" fill="hold"/>
                        <p:tgtEl>
                          <p:spTgt spid="34"/>
                        </p:tgtEl>
                        <p:attrNameLst>
                          <p:attrName>ppt_x</p:attrName>
                        </p:attrNameLst>
                      </p:cBhvr>
                      <p:tavLst>
                        <p:tav tm="0">
                          <p:val>
                            <p:strVal val="1+#ppt_w/2"/>
                          </p:val>
                        </p:tav>
                        <p:tav tm="100000">
                          <p:val>
                            <p:strVal val="#ppt_x"/>
                          </p:val>
                        </p:tav>
                      </p:tavLst>
                    </p:anim>
                    <p:anim calcmode="lin" valueType="num">
                      <p:cBhvr additive="base">
                        <p:cTn dur="1000" fill="hold"/>
                        <p:tgtEl>
                          <p:spTgt spid="34"/>
                        </p:tgtEl>
                        <p:attrNameLst>
                          <p:attrName>ppt_y</p:attrName>
                        </p:attrNameLst>
                      </p:cBhvr>
                      <p:tavLst>
                        <p:tav tm="0">
                          <p:val>
                            <p:strVal val="#ppt_y"/>
                          </p:val>
                        </p:tav>
                        <p:tav tm="100000">
                          <p:val>
                            <p:strVal val="#ppt_y"/>
                          </p:val>
                        </p:tav>
                      </p:tavLst>
                    </p:anim>
                  </p:childTnLst>
                </p:cTn>
              </p:par>
            </p:tnLst>
          </p:tmpl>
        </p:tmplLst>
      </p:bldP>
      <p:bldP spid="34" grpId="1" build="p">
        <p:tmplLst>
          <p:tmpl lvl="1">
            <p:tnLst>
              <p:par>
                <p:cTn presetID="10" presetClass="entr" presetSubtype="0" fill="hold" nodeType="withEffect">
                  <p:stCondLst>
                    <p:cond delay="100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4" grpId="2" build="p">
        <p:tmplLst>
          <p:tmpl lvl="1">
            <p:tnLst>
              <p:par>
                <p:cTn presetID="1" presetClass="exit" presetSubtype="0" fill="hold" nodeType="withEffect">
                  <p:stCondLst>
                    <p:cond delay="500"/>
                  </p:stCondLst>
                  <p:childTnLst>
                    <p:set>
                      <p:cBhvr>
                        <p:cTn dur="1" fill="hold">
                          <p:stCondLst>
                            <p:cond delay="0"/>
                          </p:stCondLst>
                        </p:cTn>
                        <p:tgtEl>
                          <p:spTgt spid="34"/>
                        </p:tgtEl>
                        <p:attrNameLst>
                          <p:attrName>style.visibility</p:attrName>
                        </p:attrNameLst>
                      </p:cBhvr>
                      <p:to>
                        <p:strVal val="hidden"/>
                      </p:to>
                    </p:set>
                  </p:childTnLst>
                </p:cTn>
              </p:par>
            </p:tnLst>
          </p:tmpl>
        </p:tmplLst>
      </p:bldP>
      <p:bldP spid="35" grpId="0" build="p">
        <p:tmplLst>
          <p:tmpl lvl="1">
            <p:tnLst>
              <p:par>
                <p:cTn presetID="2" presetClass="entr" presetSubtype="8"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0-#ppt_w/2"/>
                          </p:val>
                        </p:tav>
                        <p:tav tm="100000">
                          <p:val>
                            <p:strVal val="#ppt_x"/>
                          </p:val>
                        </p:tav>
                      </p:tavLst>
                    </p:anim>
                    <p:anim calcmode="lin" valueType="num">
                      <p:cBhvr additive="base">
                        <p:cTn dur="500" fill="hold"/>
                        <p:tgtEl>
                          <p:spTgt spid="35"/>
                        </p:tgtEl>
                        <p:attrNameLst>
                          <p:attrName>ppt_y</p:attrName>
                        </p:attrNameLst>
                      </p:cBhvr>
                      <p:tavLst>
                        <p:tav tm="0">
                          <p:val>
                            <p:strVal val="#ppt_y"/>
                          </p:val>
                        </p:tav>
                        <p:tav tm="100000">
                          <p:val>
                            <p:strVal val="#ppt_y"/>
                          </p:val>
                        </p:tav>
                      </p:tavLst>
                    </p:anim>
                  </p:childTnLst>
                </p:cTn>
              </p:par>
            </p:tnLst>
          </p:tmpl>
        </p:tmplLst>
      </p:bldP>
      <p:bldP spid="36" grpId="0" build="p">
        <p:tmplLst>
          <p:tmpl lvl="1">
            <p:tnLst>
              <p:par>
                <p:cTn presetID="22" presetClass="entr" presetSubtype="8"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wipe(left)">
                      <p:cBhvr>
                        <p:cTn dur="500"/>
                        <p:tgtEl>
                          <p:spTgt spid="36"/>
                        </p:tgtEl>
                      </p:cBhvr>
                    </p:animEffect>
                  </p:childTnLst>
                </p:cTn>
              </p:par>
            </p:tnLst>
          </p:tmpl>
        </p:tmplLst>
      </p:bldP>
      <p:bldP spid="67" grpId="0" animBg="1"/>
      <p:bldP spid="74" grpId="0" build="p">
        <p:tmplLst>
          <p:tmpl lvl="1">
            <p:tnLst>
              <p:par>
                <p:cTn presetID="2" presetClass="entr" presetSubtype="2" decel="100000" fill="hold" nodeType="withEffect">
                  <p:stCondLst>
                    <p:cond delay="500"/>
                  </p:stCondLst>
                  <p:childTnLst>
                    <p:set>
                      <p:cBhvr>
                        <p:cTn dur="1" fill="hold">
                          <p:stCondLst>
                            <p:cond delay="0"/>
                          </p:stCondLst>
                        </p:cTn>
                        <p:tgtEl>
                          <p:spTgt spid="74"/>
                        </p:tgtEl>
                        <p:attrNameLst>
                          <p:attrName>style.visibility</p:attrName>
                        </p:attrNameLst>
                      </p:cBhvr>
                      <p:to>
                        <p:strVal val="visible"/>
                      </p:to>
                    </p:set>
                    <p:anim calcmode="lin" valueType="num">
                      <p:cBhvr additive="base">
                        <p:cTn dur="1000" fill="hold"/>
                        <p:tgtEl>
                          <p:spTgt spid="74"/>
                        </p:tgtEl>
                        <p:attrNameLst>
                          <p:attrName>ppt_x</p:attrName>
                        </p:attrNameLst>
                      </p:cBhvr>
                      <p:tavLst>
                        <p:tav tm="0">
                          <p:val>
                            <p:strVal val="1+#ppt_w/2"/>
                          </p:val>
                        </p:tav>
                        <p:tav tm="100000">
                          <p:val>
                            <p:strVal val="#ppt_x"/>
                          </p:val>
                        </p:tav>
                      </p:tavLst>
                    </p:anim>
                    <p:anim calcmode="lin" valueType="num">
                      <p:cBhvr additive="base">
                        <p:cTn dur="1000" fill="hold"/>
                        <p:tgtEl>
                          <p:spTgt spid="74"/>
                        </p:tgtEl>
                        <p:attrNameLst>
                          <p:attrName>ppt_y</p:attrName>
                        </p:attrNameLst>
                      </p:cBhvr>
                      <p:tavLst>
                        <p:tav tm="0">
                          <p:val>
                            <p:strVal val="#ppt_y"/>
                          </p:val>
                        </p:tav>
                        <p:tav tm="100000">
                          <p:val>
                            <p:strVal val="#ppt_y"/>
                          </p:val>
                        </p:tav>
                      </p:tavLst>
                    </p:anim>
                  </p:childTnLst>
                </p:cTn>
              </p:par>
            </p:tnLst>
          </p:tmpl>
        </p:tmplLst>
      </p:bldP>
      <p:bldP spid="74" grpId="1" build="p">
        <p:tmplLst>
          <p:tmpl lvl="1">
            <p:tnLst>
              <p:par>
                <p:cTn presetID="10" presetClass="entr" presetSubtype="0" fill="hold" nodeType="withEffect">
                  <p:stCondLst>
                    <p:cond delay="1000"/>
                  </p:stCondLst>
                  <p:childTnLst>
                    <p:set>
                      <p:cBhvr>
                        <p:cTn dur="1" fill="hold">
                          <p:stCondLst>
                            <p:cond delay="0"/>
                          </p:stCondLst>
                        </p:cTn>
                        <p:tgtEl>
                          <p:spTgt spid="74"/>
                        </p:tgtEl>
                        <p:attrNameLst>
                          <p:attrName>style.visibility</p:attrName>
                        </p:attrNameLst>
                      </p:cBhvr>
                      <p:to>
                        <p:strVal val="visible"/>
                      </p:to>
                    </p:set>
                    <p:animEffect transition="in" filter="fade">
                      <p:cBhvr>
                        <p:cTn dur="500"/>
                        <p:tgtEl>
                          <p:spTgt spid="74"/>
                        </p:tgtEl>
                      </p:cBhvr>
                    </p:animEffect>
                  </p:childTnLst>
                </p:cTn>
              </p:par>
            </p:tnLst>
          </p:tmpl>
        </p:tmplLst>
      </p:bldP>
      <p:bldP spid="74" grpId="2" build="p">
        <p:tmplLst>
          <p:tmpl lvl="1">
            <p:tnLst>
              <p:par>
                <p:cTn presetID="1" presetClass="exit" presetSubtype="0" fill="hold" nodeType="withEffect">
                  <p:stCondLst>
                    <p:cond delay="500"/>
                  </p:stCondLst>
                  <p:childTnLst>
                    <p:set>
                      <p:cBhvr>
                        <p:cTn dur="1" fill="hold">
                          <p:stCondLst>
                            <p:cond delay="0"/>
                          </p:stCondLst>
                        </p:cTn>
                        <p:tgtEl>
                          <p:spTgt spid="74"/>
                        </p:tgtEl>
                        <p:attrNameLst>
                          <p:attrName>style.visibility</p:attrName>
                        </p:attrNameLst>
                      </p:cBhvr>
                      <p:to>
                        <p:strVal val="hidden"/>
                      </p:to>
                    </p:set>
                  </p:childTnLst>
                </p:cTn>
              </p:par>
            </p:tnLst>
          </p:tmpl>
        </p:tmplLst>
      </p:bldP>
      <p:bldP spid="75" grpId="0" build="p">
        <p:tmplLst>
          <p:tmpl lvl="1">
            <p:tnLst>
              <p:par>
                <p:cTn presetID="2" presetClass="entr" presetSubtype="8" decel="100000" fill="hold" nodeType="afterEffect">
                  <p:stCondLst>
                    <p:cond delay="0"/>
                  </p:stCondLst>
                  <p:childTnLst>
                    <p:set>
                      <p:cBhvr>
                        <p:cTn dur="1" fill="hold">
                          <p:stCondLst>
                            <p:cond delay="0"/>
                          </p:stCondLst>
                        </p:cTn>
                        <p:tgtEl>
                          <p:spTgt spid="75"/>
                        </p:tgtEl>
                        <p:attrNameLst>
                          <p:attrName>style.visibility</p:attrName>
                        </p:attrNameLst>
                      </p:cBhvr>
                      <p:to>
                        <p:strVal val="visible"/>
                      </p:to>
                    </p:set>
                    <p:anim calcmode="lin" valueType="num">
                      <p:cBhvr additive="base">
                        <p:cTn dur="500" fill="hold"/>
                        <p:tgtEl>
                          <p:spTgt spid="75"/>
                        </p:tgtEl>
                        <p:attrNameLst>
                          <p:attrName>ppt_x</p:attrName>
                        </p:attrNameLst>
                      </p:cBhvr>
                      <p:tavLst>
                        <p:tav tm="0">
                          <p:val>
                            <p:strVal val="0-#ppt_w/2"/>
                          </p:val>
                        </p:tav>
                        <p:tav tm="100000">
                          <p:val>
                            <p:strVal val="#ppt_x"/>
                          </p:val>
                        </p:tav>
                      </p:tavLst>
                    </p:anim>
                    <p:anim calcmode="lin" valueType="num">
                      <p:cBhvr additive="base">
                        <p:cTn dur="500" fill="hold"/>
                        <p:tgtEl>
                          <p:spTgt spid="75"/>
                        </p:tgtEl>
                        <p:attrNameLst>
                          <p:attrName>ppt_y</p:attrName>
                        </p:attrNameLst>
                      </p:cBhvr>
                      <p:tavLst>
                        <p:tav tm="0">
                          <p:val>
                            <p:strVal val="#ppt_y"/>
                          </p:val>
                        </p:tav>
                        <p:tav tm="100000">
                          <p:val>
                            <p:strVal val="#ppt_y"/>
                          </p:val>
                        </p:tav>
                      </p:tavLst>
                    </p:anim>
                  </p:childTnLst>
                </p:cTn>
              </p:par>
            </p:tnLst>
          </p:tmpl>
        </p:tmplLst>
      </p:bldP>
      <p:bldP spid="76" grpId="0" build="p">
        <p:tmplLst>
          <p:tmpl lvl="1">
            <p:tnLst>
              <p:par>
                <p:cTn presetID="22" presetClass="entr" presetSubtype="8" fill="hold" nodeType="afterEffect">
                  <p:stCondLst>
                    <p:cond delay="0"/>
                  </p:stCondLst>
                  <p:childTnLst>
                    <p:set>
                      <p:cBhvr>
                        <p:cTn dur="1" fill="hold">
                          <p:stCondLst>
                            <p:cond delay="0"/>
                          </p:stCondLst>
                        </p:cTn>
                        <p:tgtEl>
                          <p:spTgt spid="76"/>
                        </p:tgtEl>
                        <p:attrNameLst>
                          <p:attrName>style.visibility</p:attrName>
                        </p:attrNameLst>
                      </p:cBhvr>
                      <p:to>
                        <p:strVal val="visible"/>
                      </p:to>
                    </p:set>
                    <p:animEffect transition="in" filter="wipe(left)">
                      <p:cBhvr>
                        <p:cTn dur="500"/>
                        <p:tgtEl>
                          <p:spTgt spid="76"/>
                        </p:tgtEl>
                      </p:cBhvr>
                    </p:animEffect>
                  </p:childTnLst>
                </p:cTn>
              </p:par>
            </p:tnLst>
          </p:tmpl>
        </p:tmplLst>
      </p:bldP>
      <p:bldP spid="77" grpId="0" animBg="1"/>
      <p:bldP spid="84" grpId="0" build="p">
        <p:tmplLst>
          <p:tmpl lvl="1">
            <p:tnLst>
              <p:par>
                <p:cTn presetID="2" presetClass="entr" presetSubtype="2" decel="100000" fill="hold" nodeType="withEffect">
                  <p:stCondLst>
                    <p:cond delay="500"/>
                  </p:stCondLst>
                  <p:childTnLst>
                    <p:set>
                      <p:cBhvr>
                        <p:cTn dur="1" fill="hold">
                          <p:stCondLst>
                            <p:cond delay="0"/>
                          </p:stCondLst>
                        </p:cTn>
                        <p:tgtEl>
                          <p:spTgt spid="84"/>
                        </p:tgtEl>
                        <p:attrNameLst>
                          <p:attrName>style.visibility</p:attrName>
                        </p:attrNameLst>
                      </p:cBhvr>
                      <p:to>
                        <p:strVal val="visible"/>
                      </p:to>
                    </p:set>
                    <p:anim calcmode="lin" valueType="num">
                      <p:cBhvr additive="base">
                        <p:cTn dur="1000" fill="hold"/>
                        <p:tgtEl>
                          <p:spTgt spid="84"/>
                        </p:tgtEl>
                        <p:attrNameLst>
                          <p:attrName>ppt_x</p:attrName>
                        </p:attrNameLst>
                      </p:cBhvr>
                      <p:tavLst>
                        <p:tav tm="0">
                          <p:val>
                            <p:strVal val="1+#ppt_w/2"/>
                          </p:val>
                        </p:tav>
                        <p:tav tm="100000">
                          <p:val>
                            <p:strVal val="#ppt_x"/>
                          </p:val>
                        </p:tav>
                      </p:tavLst>
                    </p:anim>
                    <p:anim calcmode="lin" valueType="num">
                      <p:cBhvr additive="base">
                        <p:cTn dur="1000" fill="hold"/>
                        <p:tgtEl>
                          <p:spTgt spid="84"/>
                        </p:tgtEl>
                        <p:attrNameLst>
                          <p:attrName>ppt_y</p:attrName>
                        </p:attrNameLst>
                      </p:cBhvr>
                      <p:tavLst>
                        <p:tav tm="0">
                          <p:val>
                            <p:strVal val="#ppt_y"/>
                          </p:val>
                        </p:tav>
                        <p:tav tm="100000">
                          <p:val>
                            <p:strVal val="#ppt_y"/>
                          </p:val>
                        </p:tav>
                      </p:tavLst>
                    </p:anim>
                  </p:childTnLst>
                </p:cTn>
              </p:par>
            </p:tnLst>
          </p:tmpl>
        </p:tmplLst>
      </p:bldP>
      <p:bldP spid="84" grpId="1" build="p">
        <p:tmplLst>
          <p:tmpl lvl="1">
            <p:tnLst>
              <p:par>
                <p:cTn presetID="10" presetClass="entr" presetSubtype="0" fill="hold" nodeType="withEffect">
                  <p:stCondLst>
                    <p:cond delay="100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4" grpId="2" build="p">
        <p:tmplLst>
          <p:tmpl lvl="1">
            <p:tnLst>
              <p:par>
                <p:cTn presetID="1" presetClass="exit" presetSubtype="0" fill="hold" nodeType="withEffect">
                  <p:stCondLst>
                    <p:cond delay="500"/>
                  </p:stCondLst>
                  <p:childTnLst>
                    <p:set>
                      <p:cBhvr>
                        <p:cTn dur="1" fill="hold">
                          <p:stCondLst>
                            <p:cond delay="0"/>
                          </p:stCondLst>
                        </p:cTn>
                        <p:tgtEl>
                          <p:spTgt spid="84"/>
                        </p:tgtEl>
                        <p:attrNameLst>
                          <p:attrName>style.visibility</p:attrName>
                        </p:attrNameLst>
                      </p:cBhvr>
                      <p:to>
                        <p:strVal val="hidden"/>
                      </p:to>
                    </p:set>
                  </p:childTnLst>
                </p:cTn>
              </p:par>
            </p:tnLst>
          </p:tmpl>
        </p:tmplLst>
      </p:bldP>
      <p:bldP spid="85" grpId="0" build="p">
        <p:tmplLst>
          <p:tmpl lvl="1">
            <p:tnLst>
              <p:par>
                <p:cTn presetID="2" presetClass="entr" presetSubtype="8" decel="100000" fill="hold" nodeType="afterEffect">
                  <p:stCondLst>
                    <p:cond delay="0"/>
                  </p:stCondLst>
                  <p:childTnLst>
                    <p:set>
                      <p:cBhvr>
                        <p:cTn dur="1" fill="hold">
                          <p:stCondLst>
                            <p:cond delay="0"/>
                          </p:stCondLst>
                        </p:cTn>
                        <p:tgtEl>
                          <p:spTgt spid="85"/>
                        </p:tgtEl>
                        <p:attrNameLst>
                          <p:attrName>style.visibility</p:attrName>
                        </p:attrNameLst>
                      </p:cBhvr>
                      <p:to>
                        <p:strVal val="visible"/>
                      </p:to>
                    </p:set>
                    <p:anim calcmode="lin" valueType="num">
                      <p:cBhvr additive="base">
                        <p:cTn dur="500" fill="hold"/>
                        <p:tgtEl>
                          <p:spTgt spid="85"/>
                        </p:tgtEl>
                        <p:attrNameLst>
                          <p:attrName>ppt_x</p:attrName>
                        </p:attrNameLst>
                      </p:cBhvr>
                      <p:tavLst>
                        <p:tav tm="0">
                          <p:val>
                            <p:strVal val="0-#ppt_w/2"/>
                          </p:val>
                        </p:tav>
                        <p:tav tm="100000">
                          <p:val>
                            <p:strVal val="#ppt_x"/>
                          </p:val>
                        </p:tav>
                      </p:tavLst>
                    </p:anim>
                    <p:anim calcmode="lin" valueType="num">
                      <p:cBhvr additive="base">
                        <p:cTn dur="500" fill="hold"/>
                        <p:tgtEl>
                          <p:spTgt spid="85"/>
                        </p:tgtEl>
                        <p:attrNameLst>
                          <p:attrName>ppt_y</p:attrName>
                        </p:attrNameLst>
                      </p:cBhvr>
                      <p:tavLst>
                        <p:tav tm="0">
                          <p:val>
                            <p:strVal val="#ppt_y"/>
                          </p:val>
                        </p:tav>
                        <p:tav tm="100000">
                          <p:val>
                            <p:strVal val="#ppt_y"/>
                          </p:val>
                        </p:tav>
                      </p:tavLst>
                    </p:anim>
                  </p:childTnLst>
                </p:cTn>
              </p:par>
            </p:tnLst>
          </p:tmpl>
        </p:tmplLst>
      </p:bldP>
      <p:bldP spid="86" grpId="0" build="p">
        <p:tmplLst>
          <p:tmpl lvl="1">
            <p:tnLst>
              <p:par>
                <p:cTn presetID="22" presetClass="entr" presetSubtype="8" fill="hold" nodeType="afterEffect">
                  <p:stCondLst>
                    <p:cond delay="0"/>
                  </p:stCondLst>
                  <p:childTnLst>
                    <p:set>
                      <p:cBhvr>
                        <p:cTn dur="1" fill="hold">
                          <p:stCondLst>
                            <p:cond delay="0"/>
                          </p:stCondLst>
                        </p:cTn>
                        <p:tgtEl>
                          <p:spTgt spid="86"/>
                        </p:tgtEl>
                        <p:attrNameLst>
                          <p:attrName>style.visibility</p:attrName>
                        </p:attrNameLst>
                      </p:cBhvr>
                      <p:to>
                        <p:strVal val="visible"/>
                      </p:to>
                    </p:set>
                    <p:animEffect transition="in" filter="wipe(left)">
                      <p:cBhvr>
                        <p:cTn dur="500"/>
                        <p:tgtEl>
                          <p:spTgt spid="86"/>
                        </p:tgtEl>
                      </p:cBhvr>
                    </p:animEffect>
                  </p:childTnLst>
                </p:cTn>
              </p:par>
            </p:tnLst>
          </p:tmpl>
        </p:tmplLst>
      </p:bldP>
      <p:bldP spid="87" grpId="0" animBg="1"/>
      <p:bldP spid="94" grpId="0" build="p">
        <p:tmplLst>
          <p:tmpl lvl="1">
            <p:tnLst>
              <p:par>
                <p:cTn presetID="2" presetClass="entr" presetSubtype="2" decel="100000" fill="hold" nodeType="withEffect">
                  <p:stCondLst>
                    <p:cond delay="500"/>
                  </p:stCondLst>
                  <p:childTnLst>
                    <p:set>
                      <p:cBhvr>
                        <p:cTn dur="1" fill="hold">
                          <p:stCondLst>
                            <p:cond delay="0"/>
                          </p:stCondLst>
                        </p:cTn>
                        <p:tgtEl>
                          <p:spTgt spid="94"/>
                        </p:tgtEl>
                        <p:attrNameLst>
                          <p:attrName>style.visibility</p:attrName>
                        </p:attrNameLst>
                      </p:cBhvr>
                      <p:to>
                        <p:strVal val="visible"/>
                      </p:to>
                    </p:set>
                    <p:anim calcmode="lin" valueType="num">
                      <p:cBhvr additive="base">
                        <p:cTn dur="1000" fill="hold"/>
                        <p:tgtEl>
                          <p:spTgt spid="94"/>
                        </p:tgtEl>
                        <p:attrNameLst>
                          <p:attrName>ppt_x</p:attrName>
                        </p:attrNameLst>
                      </p:cBhvr>
                      <p:tavLst>
                        <p:tav tm="0">
                          <p:val>
                            <p:strVal val="1+#ppt_w/2"/>
                          </p:val>
                        </p:tav>
                        <p:tav tm="100000">
                          <p:val>
                            <p:strVal val="#ppt_x"/>
                          </p:val>
                        </p:tav>
                      </p:tavLst>
                    </p:anim>
                    <p:anim calcmode="lin" valueType="num">
                      <p:cBhvr additive="base">
                        <p:cTn dur="1000" fill="hold"/>
                        <p:tgtEl>
                          <p:spTgt spid="94"/>
                        </p:tgtEl>
                        <p:attrNameLst>
                          <p:attrName>ppt_y</p:attrName>
                        </p:attrNameLst>
                      </p:cBhvr>
                      <p:tavLst>
                        <p:tav tm="0">
                          <p:val>
                            <p:strVal val="#ppt_y"/>
                          </p:val>
                        </p:tav>
                        <p:tav tm="100000">
                          <p:val>
                            <p:strVal val="#ppt_y"/>
                          </p:val>
                        </p:tav>
                      </p:tavLst>
                    </p:anim>
                  </p:childTnLst>
                </p:cTn>
              </p:par>
            </p:tnLst>
          </p:tmpl>
        </p:tmplLst>
      </p:bldP>
      <p:bldP spid="94" grpId="1" build="p">
        <p:tmplLst>
          <p:tmpl lvl="1">
            <p:tnLst>
              <p:par>
                <p:cTn presetID="10" presetClass="entr" presetSubtype="0" fill="hold" nodeType="withEffect">
                  <p:stCondLst>
                    <p:cond delay="1000"/>
                  </p:stCondLst>
                  <p:childTnLst>
                    <p:set>
                      <p:cBhvr>
                        <p:cTn dur="1" fill="hold">
                          <p:stCondLst>
                            <p:cond delay="0"/>
                          </p:stCondLst>
                        </p:cTn>
                        <p:tgtEl>
                          <p:spTgt spid="94"/>
                        </p:tgtEl>
                        <p:attrNameLst>
                          <p:attrName>style.visibility</p:attrName>
                        </p:attrNameLst>
                      </p:cBhvr>
                      <p:to>
                        <p:strVal val="visible"/>
                      </p:to>
                    </p:set>
                    <p:animEffect transition="in" filter="fade">
                      <p:cBhvr>
                        <p:cTn dur="500"/>
                        <p:tgtEl>
                          <p:spTgt spid="94"/>
                        </p:tgtEl>
                      </p:cBhvr>
                    </p:animEffect>
                  </p:childTnLst>
                </p:cTn>
              </p:par>
            </p:tnLst>
          </p:tmpl>
        </p:tmplLst>
      </p:bldP>
      <p:bldP spid="94" grpId="2" build="p">
        <p:tmplLst>
          <p:tmpl lvl="1">
            <p:tnLst>
              <p:par>
                <p:cTn presetID="1" presetClass="exit" presetSubtype="0" fill="hold" nodeType="withEffect">
                  <p:stCondLst>
                    <p:cond delay="500"/>
                  </p:stCondLst>
                  <p:childTnLst>
                    <p:set>
                      <p:cBhvr>
                        <p:cTn dur="1" fill="hold">
                          <p:stCondLst>
                            <p:cond delay="0"/>
                          </p:stCondLst>
                        </p:cTn>
                        <p:tgtEl>
                          <p:spTgt spid="94"/>
                        </p:tgtEl>
                        <p:attrNameLst>
                          <p:attrName>style.visibility</p:attrName>
                        </p:attrNameLst>
                      </p:cBhvr>
                      <p:to>
                        <p:strVal val="hidden"/>
                      </p:to>
                    </p:set>
                  </p:childTnLst>
                </p:cTn>
              </p:par>
            </p:tnLst>
          </p:tmpl>
        </p:tmplLst>
      </p:bldP>
      <p:bldP spid="95" grpId="0" build="p">
        <p:tmplLst>
          <p:tmpl lvl="1">
            <p:tnLst>
              <p:par>
                <p:cTn presetID="2" presetClass="entr" presetSubtype="8" decel="100000" fill="hold" nodeType="afterEffect">
                  <p:stCondLst>
                    <p:cond delay="0"/>
                  </p:stCondLst>
                  <p:childTnLst>
                    <p:set>
                      <p:cBhvr>
                        <p:cTn dur="1" fill="hold">
                          <p:stCondLst>
                            <p:cond delay="0"/>
                          </p:stCondLst>
                        </p:cTn>
                        <p:tgtEl>
                          <p:spTgt spid="95"/>
                        </p:tgtEl>
                        <p:attrNameLst>
                          <p:attrName>style.visibility</p:attrName>
                        </p:attrNameLst>
                      </p:cBhvr>
                      <p:to>
                        <p:strVal val="visible"/>
                      </p:to>
                    </p:set>
                    <p:anim calcmode="lin" valueType="num">
                      <p:cBhvr additive="base">
                        <p:cTn dur="500" fill="hold"/>
                        <p:tgtEl>
                          <p:spTgt spid="95"/>
                        </p:tgtEl>
                        <p:attrNameLst>
                          <p:attrName>ppt_x</p:attrName>
                        </p:attrNameLst>
                      </p:cBhvr>
                      <p:tavLst>
                        <p:tav tm="0">
                          <p:val>
                            <p:strVal val="0-#ppt_w/2"/>
                          </p:val>
                        </p:tav>
                        <p:tav tm="100000">
                          <p:val>
                            <p:strVal val="#ppt_x"/>
                          </p:val>
                        </p:tav>
                      </p:tavLst>
                    </p:anim>
                    <p:anim calcmode="lin" valueType="num">
                      <p:cBhvr additive="base">
                        <p:cTn dur="500" fill="hold"/>
                        <p:tgtEl>
                          <p:spTgt spid="95"/>
                        </p:tgtEl>
                        <p:attrNameLst>
                          <p:attrName>ppt_y</p:attrName>
                        </p:attrNameLst>
                      </p:cBhvr>
                      <p:tavLst>
                        <p:tav tm="0">
                          <p:val>
                            <p:strVal val="#ppt_y"/>
                          </p:val>
                        </p:tav>
                        <p:tav tm="100000">
                          <p:val>
                            <p:strVal val="#ppt_y"/>
                          </p:val>
                        </p:tav>
                      </p:tavLst>
                    </p:anim>
                  </p:childTnLst>
                </p:cTn>
              </p:par>
            </p:tnLst>
          </p:tmpl>
        </p:tmplLst>
      </p:bldP>
      <p:bldP spid="96" grpId="0" build="p">
        <p:tmplLst>
          <p:tmpl lvl="1">
            <p:tnLst>
              <p:par>
                <p:cTn presetID="22" presetClass="entr" presetSubtype="8" fill="hold" nodeType="afterEffect">
                  <p:stCondLst>
                    <p:cond delay="0"/>
                  </p:stCondLst>
                  <p:childTnLst>
                    <p:set>
                      <p:cBhvr>
                        <p:cTn dur="1" fill="hold">
                          <p:stCondLst>
                            <p:cond delay="0"/>
                          </p:stCondLst>
                        </p:cTn>
                        <p:tgtEl>
                          <p:spTgt spid="96"/>
                        </p:tgtEl>
                        <p:attrNameLst>
                          <p:attrName>style.visibility</p:attrName>
                        </p:attrNameLst>
                      </p:cBhvr>
                      <p:to>
                        <p:strVal val="visible"/>
                      </p:to>
                    </p:set>
                    <p:animEffect transition="in" filter="wipe(left)">
                      <p:cBhvr>
                        <p:cTn dur="500"/>
                        <p:tgtEl>
                          <p:spTgt spid="96"/>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 4 Item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dirty="0"/>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7" name="二等辺三角形 10"/>
          <p:cNvSpPr/>
          <p:nvPr userDrawn="1"/>
        </p:nvSpPr>
        <p:spPr>
          <a:xfrm rot="5400000">
            <a:off x="5633540" y="1351033"/>
            <a:ext cx="899888" cy="5469558"/>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 name="グループ化 7"/>
          <p:cNvGrpSpPr/>
          <p:nvPr userDrawn="1"/>
        </p:nvGrpSpPr>
        <p:grpSpPr>
          <a:xfrm>
            <a:off x="3478246" y="3746086"/>
            <a:ext cx="5128897" cy="663576"/>
            <a:chOff x="2539364" y="3126253"/>
            <a:chExt cx="5128897" cy="663576"/>
          </a:xfrm>
        </p:grpSpPr>
        <p:cxnSp>
          <p:nvCxnSpPr>
            <p:cNvPr id="9" name="直線コネクタ 8"/>
            <p:cNvCxnSpPr/>
            <p:nvPr/>
          </p:nvCxnSpPr>
          <p:spPr>
            <a:xfrm>
              <a:off x="2539364" y="3126253"/>
              <a:ext cx="478218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a:off x="2539364" y="3789828"/>
              <a:ext cx="4782187"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13" name="図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79185" y="3224479"/>
            <a:ext cx="482540" cy="1722666"/>
          </a:xfrm>
          <a:prstGeom prst="rect">
            <a:avLst/>
          </a:prstGeom>
        </p:spPr>
      </p:pic>
      <p:sp>
        <p:nvSpPr>
          <p:cNvPr id="14" name="テキスト プレースホルダー 5"/>
          <p:cNvSpPr>
            <a:spLocks noGrp="1"/>
          </p:cNvSpPr>
          <p:nvPr>
            <p:ph type="body" sz="quarter" idx="15" hasCustomPrompt="1"/>
          </p:nvPr>
        </p:nvSpPr>
        <p:spPr>
          <a:xfrm>
            <a:off x="3478245" y="3746086"/>
            <a:ext cx="4782187"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15" name="テキスト プレースホルダー 5"/>
          <p:cNvSpPr>
            <a:spLocks noGrp="1"/>
          </p:cNvSpPr>
          <p:nvPr>
            <p:ph type="body" sz="quarter" idx="16" hasCustomPrompt="1"/>
          </p:nvPr>
        </p:nvSpPr>
        <p:spPr>
          <a:xfrm>
            <a:off x="915851" y="3747455"/>
            <a:ext cx="243285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00:00 - 00:00</a:t>
            </a:r>
            <a:endParaRPr kumimoji="1" lang="ja-JP" altLang="en-US" dirty="0"/>
          </a:p>
        </p:txBody>
      </p:sp>
      <p:sp>
        <p:nvSpPr>
          <p:cNvPr id="16" name="テキスト プレースホルダー 5"/>
          <p:cNvSpPr>
            <a:spLocks noGrp="1"/>
          </p:cNvSpPr>
          <p:nvPr>
            <p:ph type="body" sz="quarter" idx="17" hasCustomPrompt="1"/>
          </p:nvPr>
        </p:nvSpPr>
        <p:spPr>
          <a:xfrm>
            <a:off x="3466274" y="4535756"/>
            <a:ext cx="4895757" cy="1018254"/>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p>
        </p:txBody>
      </p:sp>
      <p:sp>
        <p:nvSpPr>
          <p:cNvPr id="17" name="二等辺三角形 10"/>
          <p:cNvSpPr/>
          <p:nvPr userDrawn="1"/>
        </p:nvSpPr>
        <p:spPr>
          <a:xfrm rot="5400000">
            <a:off x="5633540" y="3925063"/>
            <a:ext cx="899888" cy="5469558"/>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8" name="グループ化 17"/>
          <p:cNvGrpSpPr/>
          <p:nvPr userDrawn="1"/>
        </p:nvGrpSpPr>
        <p:grpSpPr>
          <a:xfrm>
            <a:off x="3478246" y="6320116"/>
            <a:ext cx="5128897" cy="663576"/>
            <a:chOff x="2539364" y="3126253"/>
            <a:chExt cx="5128897" cy="663576"/>
          </a:xfrm>
        </p:grpSpPr>
        <p:cxnSp>
          <p:nvCxnSpPr>
            <p:cNvPr id="19" name="直線コネクタ 18"/>
            <p:cNvCxnSpPr/>
            <p:nvPr/>
          </p:nvCxnSpPr>
          <p:spPr>
            <a:xfrm>
              <a:off x="2539364" y="3126253"/>
              <a:ext cx="478218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a:off x="2539364" y="3789828"/>
              <a:ext cx="4782187"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23" name="図 2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79185" y="5798509"/>
            <a:ext cx="482540" cy="1722666"/>
          </a:xfrm>
          <a:prstGeom prst="rect">
            <a:avLst/>
          </a:prstGeom>
        </p:spPr>
      </p:pic>
      <p:sp>
        <p:nvSpPr>
          <p:cNvPr id="24" name="テキスト プレースホルダー 5"/>
          <p:cNvSpPr>
            <a:spLocks noGrp="1"/>
          </p:cNvSpPr>
          <p:nvPr>
            <p:ph type="body" sz="quarter" idx="18" hasCustomPrompt="1"/>
          </p:nvPr>
        </p:nvSpPr>
        <p:spPr>
          <a:xfrm>
            <a:off x="3478245" y="6320116"/>
            <a:ext cx="4782187"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25" name="テキスト プレースホルダー 5"/>
          <p:cNvSpPr>
            <a:spLocks noGrp="1"/>
          </p:cNvSpPr>
          <p:nvPr>
            <p:ph type="body" sz="quarter" idx="19" hasCustomPrompt="1"/>
          </p:nvPr>
        </p:nvSpPr>
        <p:spPr>
          <a:xfrm>
            <a:off x="915851" y="6321485"/>
            <a:ext cx="243285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00:00 - 00:00</a:t>
            </a:r>
            <a:endParaRPr kumimoji="1" lang="ja-JP" altLang="en-US" dirty="0"/>
          </a:p>
        </p:txBody>
      </p:sp>
      <p:sp>
        <p:nvSpPr>
          <p:cNvPr id="26" name="テキスト プレースホルダー 5"/>
          <p:cNvSpPr>
            <a:spLocks noGrp="1"/>
          </p:cNvSpPr>
          <p:nvPr>
            <p:ph type="body" sz="quarter" idx="20" hasCustomPrompt="1"/>
          </p:nvPr>
        </p:nvSpPr>
        <p:spPr>
          <a:xfrm>
            <a:off x="3466274" y="7109786"/>
            <a:ext cx="4895757" cy="1018254"/>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p>
        </p:txBody>
      </p:sp>
      <p:sp>
        <p:nvSpPr>
          <p:cNvPr id="67" name="二等辺三角形 10"/>
          <p:cNvSpPr/>
          <p:nvPr userDrawn="1"/>
        </p:nvSpPr>
        <p:spPr>
          <a:xfrm rot="5400000">
            <a:off x="13841375" y="1353791"/>
            <a:ext cx="899888" cy="5469558"/>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8" name="グループ化 67"/>
          <p:cNvGrpSpPr/>
          <p:nvPr userDrawn="1"/>
        </p:nvGrpSpPr>
        <p:grpSpPr>
          <a:xfrm>
            <a:off x="11686081" y="3748844"/>
            <a:ext cx="5128897" cy="663576"/>
            <a:chOff x="2539364" y="3126253"/>
            <a:chExt cx="5128897" cy="663576"/>
          </a:xfrm>
        </p:grpSpPr>
        <p:cxnSp>
          <p:nvCxnSpPr>
            <p:cNvPr id="69" name="直線コネクタ 68"/>
            <p:cNvCxnSpPr/>
            <p:nvPr/>
          </p:nvCxnSpPr>
          <p:spPr>
            <a:xfrm>
              <a:off x="2539364" y="3126253"/>
              <a:ext cx="478218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0" name="直線コネクタ 69"/>
            <p:cNvCxnSpPr/>
            <p:nvPr/>
          </p:nvCxnSpPr>
          <p:spPr>
            <a:xfrm>
              <a:off x="2539364" y="3789828"/>
              <a:ext cx="4782187"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1" name="直線コネクタ 70"/>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2" name="直線コネクタ 71"/>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73" name="図 7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87020" y="3227237"/>
            <a:ext cx="482540" cy="1722666"/>
          </a:xfrm>
          <a:prstGeom prst="rect">
            <a:avLst/>
          </a:prstGeom>
        </p:spPr>
      </p:pic>
      <p:sp>
        <p:nvSpPr>
          <p:cNvPr id="74" name="テキスト プレースホルダー 5"/>
          <p:cNvSpPr>
            <a:spLocks noGrp="1"/>
          </p:cNvSpPr>
          <p:nvPr>
            <p:ph type="body" sz="quarter" idx="24" hasCustomPrompt="1"/>
          </p:nvPr>
        </p:nvSpPr>
        <p:spPr>
          <a:xfrm>
            <a:off x="11686080" y="3748844"/>
            <a:ext cx="4782187"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75" name="テキスト プレースホルダー 5"/>
          <p:cNvSpPr>
            <a:spLocks noGrp="1"/>
          </p:cNvSpPr>
          <p:nvPr>
            <p:ph type="body" sz="quarter" idx="25" hasCustomPrompt="1"/>
          </p:nvPr>
        </p:nvSpPr>
        <p:spPr>
          <a:xfrm>
            <a:off x="9123686" y="3750213"/>
            <a:ext cx="243285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00:00 - 00:00</a:t>
            </a:r>
            <a:endParaRPr kumimoji="1" lang="ja-JP" altLang="en-US" dirty="0"/>
          </a:p>
        </p:txBody>
      </p:sp>
      <p:sp>
        <p:nvSpPr>
          <p:cNvPr id="76" name="テキスト プレースホルダー 5"/>
          <p:cNvSpPr>
            <a:spLocks noGrp="1"/>
          </p:cNvSpPr>
          <p:nvPr>
            <p:ph type="body" sz="quarter" idx="26" hasCustomPrompt="1"/>
          </p:nvPr>
        </p:nvSpPr>
        <p:spPr>
          <a:xfrm>
            <a:off x="11674109" y="4538514"/>
            <a:ext cx="4895757" cy="1018254"/>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p>
        </p:txBody>
      </p:sp>
      <p:sp>
        <p:nvSpPr>
          <p:cNvPr id="77" name="二等辺三角形 10"/>
          <p:cNvSpPr/>
          <p:nvPr userDrawn="1"/>
        </p:nvSpPr>
        <p:spPr>
          <a:xfrm rot="5400000">
            <a:off x="13841375" y="3927821"/>
            <a:ext cx="899888" cy="5469558"/>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8" name="グループ化 77"/>
          <p:cNvGrpSpPr/>
          <p:nvPr userDrawn="1"/>
        </p:nvGrpSpPr>
        <p:grpSpPr>
          <a:xfrm>
            <a:off x="11686081" y="6322874"/>
            <a:ext cx="5128897" cy="663576"/>
            <a:chOff x="2539364" y="3126253"/>
            <a:chExt cx="5128897" cy="663576"/>
          </a:xfrm>
        </p:grpSpPr>
        <p:cxnSp>
          <p:nvCxnSpPr>
            <p:cNvPr id="79" name="直線コネクタ 78"/>
            <p:cNvCxnSpPr/>
            <p:nvPr/>
          </p:nvCxnSpPr>
          <p:spPr>
            <a:xfrm>
              <a:off x="2539364" y="3126253"/>
              <a:ext cx="478218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0" name="直線コネクタ 79"/>
            <p:cNvCxnSpPr/>
            <p:nvPr/>
          </p:nvCxnSpPr>
          <p:spPr>
            <a:xfrm>
              <a:off x="2539364" y="3789828"/>
              <a:ext cx="4782187"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1" name="直線コネクタ 80"/>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2" name="直線コネクタ 81"/>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83" name="図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587020" y="5801267"/>
            <a:ext cx="482540" cy="1722666"/>
          </a:xfrm>
          <a:prstGeom prst="rect">
            <a:avLst/>
          </a:prstGeom>
        </p:spPr>
      </p:pic>
      <p:sp>
        <p:nvSpPr>
          <p:cNvPr id="84" name="テキスト プレースホルダー 5"/>
          <p:cNvSpPr>
            <a:spLocks noGrp="1"/>
          </p:cNvSpPr>
          <p:nvPr>
            <p:ph type="body" sz="quarter" idx="27" hasCustomPrompt="1"/>
          </p:nvPr>
        </p:nvSpPr>
        <p:spPr>
          <a:xfrm>
            <a:off x="11686080" y="6322874"/>
            <a:ext cx="4782187"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85" name="テキスト プレースホルダー 5"/>
          <p:cNvSpPr>
            <a:spLocks noGrp="1"/>
          </p:cNvSpPr>
          <p:nvPr>
            <p:ph type="body" sz="quarter" idx="28" hasCustomPrompt="1"/>
          </p:nvPr>
        </p:nvSpPr>
        <p:spPr>
          <a:xfrm>
            <a:off x="9123686" y="6324243"/>
            <a:ext cx="243285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00:00 - 00:00</a:t>
            </a:r>
            <a:endParaRPr kumimoji="1" lang="ja-JP" altLang="en-US" dirty="0"/>
          </a:p>
        </p:txBody>
      </p:sp>
      <p:sp>
        <p:nvSpPr>
          <p:cNvPr id="86" name="テキスト プレースホルダー 5"/>
          <p:cNvSpPr>
            <a:spLocks noGrp="1"/>
          </p:cNvSpPr>
          <p:nvPr>
            <p:ph type="body" sz="quarter" idx="29" hasCustomPrompt="1"/>
          </p:nvPr>
        </p:nvSpPr>
        <p:spPr>
          <a:xfrm>
            <a:off x="11674109" y="7112544"/>
            <a:ext cx="4895757" cy="1018254"/>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p>
        </p:txBody>
      </p:sp>
    </p:spTree>
    <p:extLst>
      <p:ext uri="{BB962C8B-B14F-4D97-AF65-F5344CB8AC3E}">
        <p14:creationId xmlns:p14="http://schemas.microsoft.com/office/powerpoint/2010/main" val="4213957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8" decel="100000" fill="hold" grpId="0" nodeType="after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 calcmode="lin" valueType="num">
                                      <p:cBhvr additive="base">
                                        <p:cTn id="12"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5">
                                            <p:txEl>
                                              <p:pRg st="0" end="0"/>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250"/>
                                        <p:tgtEl>
                                          <p:spTgt spid="13"/>
                                        </p:tgtEl>
                                      </p:cBhvr>
                                    </p:animEffect>
                                  </p:childTnLst>
                                </p:cTn>
                              </p:par>
                              <p:par>
                                <p:cTn id="18" presetID="22" presetClass="entr" presetSubtype="8" fill="hold" grpId="0" nodeType="withEffect">
                                  <p:stCondLst>
                                    <p:cond delay="25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par>
                                <p:cTn id="21" presetID="22" presetClass="entr" presetSubtype="8" fill="hold" nodeType="withEffect">
                                  <p:stCondLst>
                                    <p:cond delay="50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par>
                                <p:cTn id="24" presetID="2" presetClass="entr" presetSubtype="2" decel="100000" fill="hold" grpId="0" nodeType="withEffect">
                                  <p:stCondLst>
                                    <p:cond delay="500"/>
                                  </p:stCondLst>
                                  <p:childTnLst>
                                    <p:set>
                                      <p:cBhvr>
                                        <p:cTn id="25" dur="1" fill="hold">
                                          <p:stCondLst>
                                            <p:cond delay="0"/>
                                          </p:stCondLst>
                                        </p:cTn>
                                        <p:tgtEl>
                                          <p:spTgt spid="14">
                                            <p:txEl>
                                              <p:pRg st="0" end="0"/>
                                            </p:txEl>
                                          </p:spTgt>
                                        </p:tgtEl>
                                        <p:attrNameLst>
                                          <p:attrName>style.visibility</p:attrName>
                                        </p:attrNameLst>
                                      </p:cBhvr>
                                      <p:to>
                                        <p:strVal val="visible"/>
                                      </p:to>
                                    </p:set>
                                    <p:anim calcmode="lin" valueType="num">
                                      <p:cBhvr additive="base">
                                        <p:cTn id="26" dur="10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27" dur="1000" fill="hold"/>
                                        <p:tgtEl>
                                          <p:spTgt spid="14">
                                            <p:txEl>
                                              <p:pRg st="0" end="0"/>
                                            </p:txEl>
                                          </p:spTgt>
                                        </p:tgtEl>
                                        <p:attrNameLst>
                                          <p:attrName>ppt_y</p:attrName>
                                        </p:attrNameLst>
                                      </p:cBhvr>
                                      <p:tavLst>
                                        <p:tav tm="0">
                                          <p:val>
                                            <p:strVal val="#ppt_y"/>
                                          </p:val>
                                        </p:tav>
                                        <p:tav tm="100000">
                                          <p:val>
                                            <p:strVal val="#ppt_y"/>
                                          </p:val>
                                        </p:tav>
                                      </p:tavLst>
                                    </p:anim>
                                  </p:childTnLst>
                                </p:cTn>
                              </p:par>
                              <p:par>
                                <p:cTn id="28" presetID="10" presetClass="entr" presetSubtype="0" fill="hold" grpId="1" nodeType="withEffect">
                                  <p:stCondLst>
                                    <p:cond delay="1000"/>
                                  </p:stCondLst>
                                  <p:childTnLst>
                                    <p:set>
                                      <p:cBhvr>
                                        <p:cTn id="29" dur="1" fill="hold">
                                          <p:stCondLst>
                                            <p:cond delay="0"/>
                                          </p:stCondLst>
                                        </p:cTn>
                                        <p:tgtEl>
                                          <p:spTgt spid="14">
                                            <p:txEl>
                                              <p:pRg st="0" end="0"/>
                                            </p:txEl>
                                          </p:spTgt>
                                        </p:tgtEl>
                                        <p:attrNameLst>
                                          <p:attrName>style.visibility</p:attrName>
                                        </p:attrNameLst>
                                      </p:cBhvr>
                                      <p:to>
                                        <p:strVal val="visible"/>
                                      </p:to>
                                    </p:set>
                                    <p:animEffect transition="in" filter="fade">
                                      <p:cBhvr>
                                        <p:cTn id="30" dur="500"/>
                                        <p:tgtEl>
                                          <p:spTgt spid="14">
                                            <p:txEl>
                                              <p:pRg st="0" end="0"/>
                                            </p:txEl>
                                          </p:spTgt>
                                        </p:tgtEl>
                                      </p:cBhvr>
                                    </p:animEffect>
                                  </p:childTnLst>
                                </p:cTn>
                              </p:par>
                              <p:par>
                                <p:cTn id="31" presetID="1" presetClass="exit" presetSubtype="0" fill="hold" grpId="2" nodeType="withEffect">
                                  <p:stCondLst>
                                    <p:cond delay="500"/>
                                  </p:stCondLst>
                                  <p:childTnLst>
                                    <p:set>
                                      <p:cBhvr>
                                        <p:cTn id="32" dur="1" fill="hold">
                                          <p:stCondLst>
                                            <p:cond delay="0"/>
                                          </p:stCondLst>
                                        </p:cTn>
                                        <p:tgtEl>
                                          <p:spTgt spid="14">
                                            <p:txEl>
                                              <p:pRg st="0" end="0"/>
                                            </p:txEl>
                                          </p:spTgt>
                                        </p:tgtEl>
                                        <p:attrNameLst>
                                          <p:attrName>style.visibility</p:attrName>
                                        </p:attrNameLst>
                                      </p:cBhvr>
                                      <p:to>
                                        <p:strVal val="hidden"/>
                                      </p:to>
                                    </p:set>
                                  </p:childTnLst>
                                </p:cTn>
                              </p:par>
                            </p:childTnLst>
                          </p:cTn>
                        </p:par>
                        <p:par>
                          <p:cTn id="33" fill="hold">
                            <p:stCondLst>
                              <p:cond delay="2500"/>
                            </p:stCondLst>
                            <p:childTnLst>
                              <p:par>
                                <p:cTn id="34" presetID="22" presetClass="entr" presetSubtype="8" fill="hold" grpId="0" nodeType="afterEffect">
                                  <p:stCondLst>
                                    <p:cond delay="0"/>
                                  </p:stCondLst>
                                  <p:childTnLst>
                                    <p:set>
                                      <p:cBhvr>
                                        <p:cTn id="35" dur="1" fill="hold">
                                          <p:stCondLst>
                                            <p:cond delay="0"/>
                                          </p:stCondLst>
                                        </p:cTn>
                                        <p:tgtEl>
                                          <p:spTgt spid="16">
                                            <p:txEl>
                                              <p:pRg st="0" end="0"/>
                                            </p:txEl>
                                          </p:spTgt>
                                        </p:tgtEl>
                                        <p:attrNameLst>
                                          <p:attrName>style.visibility</p:attrName>
                                        </p:attrNameLst>
                                      </p:cBhvr>
                                      <p:to>
                                        <p:strVal val="visible"/>
                                      </p:to>
                                    </p:set>
                                    <p:animEffect transition="in" filter="wipe(left)">
                                      <p:cBhvr>
                                        <p:cTn id="36" dur="500"/>
                                        <p:tgtEl>
                                          <p:spTgt spid="16">
                                            <p:txEl>
                                              <p:pRg st="0" end="0"/>
                                            </p:txEl>
                                          </p:spTgt>
                                        </p:tgtEl>
                                      </p:cBhvr>
                                    </p:animEffect>
                                  </p:childTnLst>
                                </p:cTn>
                              </p:par>
                            </p:childTnLst>
                          </p:cTn>
                        </p:par>
                        <p:par>
                          <p:cTn id="37" fill="hold">
                            <p:stCondLst>
                              <p:cond delay="3000"/>
                            </p:stCondLst>
                            <p:childTnLst>
                              <p:par>
                                <p:cTn id="38" presetID="2" presetClass="entr" presetSubtype="8" decel="100000" fill="hold" grpId="0" nodeType="afterEffect">
                                  <p:stCondLst>
                                    <p:cond delay="0"/>
                                  </p:stCondLst>
                                  <p:childTnLst>
                                    <p:set>
                                      <p:cBhvr>
                                        <p:cTn id="39" dur="1" fill="hold">
                                          <p:stCondLst>
                                            <p:cond delay="0"/>
                                          </p:stCondLst>
                                        </p:cTn>
                                        <p:tgtEl>
                                          <p:spTgt spid="25">
                                            <p:txEl>
                                              <p:pRg st="0" end="0"/>
                                            </p:txEl>
                                          </p:spTgt>
                                        </p:tgtEl>
                                        <p:attrNameLst>
                                          <p:attrName>style.visibility</p:attrName>
                                        </p:attrNameLst>
                                      </p:cBhvr>
                                      <p:to>
                                        <p:strVal val="visible"/>
                                      </p:to>
                                    </p:set>
                                    <p:anim calcmode="lin" valueType="num">
                                      <p:cBhvr additive="base">
                                        <p:cTn id="40" dur="500" fill="hold"/>
                                        <p:tgtEl>
                                          <p:spTgt spid="25">
                                            <p:txEl>
                                              <p:pRg st="0" end="0"/>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par>
                          <p:cTn id="42" fill="hold">
                            <p:stCondLst>
                              <p:cond delay="3500"/>
                            </p:stCondLst>
                            <p:childTnLst>
                              <p:par>
                                <p:cTn id="43" presetID="22" presetClass="entr" presetSubtype="1" fill="hold" nodeType="after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up)">
                                      <p:cBhvr>
                                        <p:cTn id="45" dur="250"/>
                                        <p:tgtEl>
                                          <p:spTgt spid="23"/>
                                        </p:tgtEl>
                                      </p:cBhvr>
                                    </p:animEffect>
                                  </p:childTnLst>
                                </p:cTn>
                              </p:par>
                              <p:par>
                                <p:cTn id="46" presetID="22" presetClass="entr" presetSubtype="8" fill="hold" grpId="0" nodeType="withEffect">
                                  <p:stCondLst>
                                    <p:cond delay="25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par>
                                <p:cTn id="49" presetID="22" presetClass="entr" presetSubtype="8" fill="hold" nodeType="withEffect">
                                  <p:stCondLst>
                                    <p:cond delay="500"/>
                                  </p:stCondLst>
                                  <p:childTnLst>
                                    <p:set>
                                      <p:cBhvr>
                                        <p:cTn id="50" dur="1" fill="hold">
                                          <p:stCondLst>
                                            <p:cond delay="0"/>
                                          </p:stCondLst>
                                        </p:cTn>
                                        <p:tgtEl>
                                          <p:spTgt spid="18"/>
                                        </p:tgtEl>
                                        <p:attrNameLst>
                                          <p:attrName>style.visibility</p:attrName>
                                        </p:attrNameLst>
                                      </p:cBhvr>
                                      <p:to>
                                        <p:strVal val="visible"/>
                                      </p:to>
                                    </p:set>
                                    <p:animEffect transition="in" filter="wipe(left)">
                                      <p:cBhvr>
                                        <p:cTn id="51" dur="500"/>
                                        <p:tgtEl>
                                          <p:spTgt spid="18"/>
                                        </p:tgtEl>
                                      </p:cBhvr>
                                    </p:animEffect>
                                  </p:childTnLst>
                                </p:cTn>
                              </p:par>
                              <p:par>
                                <p:cTn id="52" presetID="2" presetClass="entr" presetSubtype="2" decel="100000" fill="hold" grpId="0" nodeType="withEffect">
                                  <p:stCondLst>
                                    <p:cond delay="50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1000" fill="hold"/>
                                        <p:tgtEl>
                                          <p:spTgt spid="24">
                                            <p:txEl>
                                              <p:pRg st="0" end="0"/>
                                            </p:txEl>
                                          </p:spTgt>
                                        </p:tgtEl>
                                        <p:attrNameLst>
                                          <p:attrName>ppt_x</p:attrName>
                                        </p:attrNameLst>
                                      </p:cBhvr>
                                      <p:tavLst>
                                        <p:tav tm="0">
                                          <p:val>
                                            <p:strVal val="1+#ppt_w/2"/>
                                          </p:val>
                                        </p:tav>
                                        <p:tav tm="100000">
                                          <p:val>
                                            <p:strVal val="#ppt_x"/>
                                          </p:val>
                                        </p:tav>
                                      </p:tavLst>
                                    </p:anim>
                                    <p:anim calcmode="lin" valueType="num">
                                      <p:cBhvr additive="base">
                                        <p:cTn id="55" dur="1000" fill="hold"/>
                                        <p:tgtEl>
                                          <p:spTgt spid="24">
                                            <p:txEl>
                                              <p:pRg st="0" end="0"/>
                                            </p:txEl>
                                          </p:spTgt>
                                        </p:tgtEl>
                                        <p:attrNameLst>
                                          <p:attrName>ppt_y</p:attrName>
                                        </p:attrNameLst>
                                      </p:cBhvr>
                                      <p:tavLst>
                                        <p:tav tm="0">
                                          <p:val>
                                            <p:strVal val="#ppt_y"/>
                                          </p:val>
                                        </p:tav>
                                        <p:tav tm="100000">
                                          <p:val>
                                            <p:strVal val="#ppt_y"/>
                                          </p:val>
                                        </p:tav>
                                      </p:tavLst>
                                    </p:anim>
                                  </p:childTnLst>
                                </p:cTn>
                              </p:par>
                              <p:par>
                                <p:cTn id="56" presetID="10" presetClass="entr" presetSubtype="0" fill="hold" grpId="1" nodeType="withEffect">
                                  <p:stCondLst>
                                    <p:cond delay="1000"/>
                                  </p:stCondLst>
                                  <p:childTnLst>
                                    <p:set>
                                      <p:cBhvr>
                                        <p:cTn id="57" dur="1" fill="hold">
                                          <p:stCondLst>
                                            <p:cond delay="0"/>
                                          </p:stCondLst>
                                        </p:cTn>
                                        <p:tgtEl>
                                          <p:spTgt spid="24">
                                            <p:txEl>
                                              <p:pRg st="0" end="0"/>
                                            </p:txEl>
                                          </p:spTgt>
                                        </p:tgtEl>
                                        <p:attrNameLst>
                                          <p:attrName>style.visibility</p:attrName>
                                        </p:attrNameLst>
                                      </p:cBhvr>
                                      <p:to>
                                        <p:strVal val="visible"/>
                                      </p:to>
                                    </p:set>
                                    <p:animEffect transition="in" filter="fade">
                                      <p:cBhvr>
                                        <p:cTn id="58" dur="500"/>
                                        <p:tgtEl>
                                          <p:spTgt spid="24">
                                            <p:txEl>
                                              <p:pRg st="0" end="0"/>
                                            </p:txEl>
                                          </p:spTgt>
                                        </p:tgtEl>
                                      </p:cBhvr>
                                    </p:animEffect>
                                  </p:childTnLst>
                                </p:cTn>
                              </p:par>
                              <p:par>
                                <p:cTn id="59" presetID="1" presetClass="exit" presetSubtype="0" fill="hold" grpId="2" nodeType="withEffect">
                                  <p:stCondLst>
                                    <p:cond delay="500"/>
                                  </p:stCondLst>
                                  <p:childTnLst>
                                    <p:set>
                                      <p:cBhvr>
                                        <p:cTn id="60" dur="1" fill="hold">
                                          <p:stCondLst>
                                            <p:cond delay="0"/>
                                          </p:stCondLst>
                                        </p:cTn>
                                        <p:tgtEl>
                                          <p:spTgt spid="24">
                                            <p:txEl>
                                              <p:pRg st="0" end="0"/>
                                            </p:txEl>
                                          </p:spTgt>
                                        </p:tgtEl>
                                        <p:attrNameLst>
                                          <p:attrName>style.visibility</p:attrName>
                                        </p:attrNameLst>
                                      </p:cBhvr>
                                      <p:to>
                                        <p:strVal val="hidden"/>
                                      </p:to>
                                    </p:set>
                                  </p:childTnLst>
                                </p:cTn>
                              </p:par>
                            </p:childTnLst>
                          </p:cTn>
                        </p:par>
                        <p:par>
                          <p:cTn id="61" fill="hold">
                            <p:stCondLst>
                              <p:cond delay="5000"/>
                            </p:stCondLst>
                            <p:childTnLst>
                              <p:par>
                                <p:cTn id="62" presetID="22" presetClass="entr" presetSubtype="8" fill="hold" grpId="0" nodeType="afterEffect">
                                  <p:stCondLst>
                                    <p:cond delay="0"/>
                                  </p:stCondLst>
                                  <p:childTnLst>
                                    <p:set>
                                      <p:cBhvr>
                                        <p:cTn id="63" dur="1" fill="hold">
                                          <p:stCondLst>
                                            <p:cond delay="0"/>
                                          </p:stCondLst>
                                        </p:cTn>
                                        <p:tgtEl>
                                          <p:spTgt spid="26">
                                            <p:txEl>
                                              <p:pRg st="0" end="0"/>
                                            </p:txEl>
                                          </p:spTgt>
                                        </p:tgtEl>
                                        <p:attrNameLst>
                                          <p:attrName>style.visibility</p:attrName>
                                        </p:attrNameLst>
                                      </p:cBhvr>
                                      <p:to>
                                        <p:strVal val="visible"/>
                                      </p:to>
                                    </p:set>
                                    <p:animEffect transition="in" filter="wipe(left)">
                                      <p:cBhvr>
                                        <p:cTn id="64" dur="500"/>
                                        <p:tgtEl>
                                          <p:spTgt spid="26">
                                            <p:txEl>
                                              <p:pRg st="0" end="0"/>
                                            </p:txEl>
                                          </p:spTgt>
                                        </p:tgtEl>
                                      </p:cBhvr>
                                    </p:animEffect>
                                  </p:childTnLst>
                                </p:cTn>
                              </p:par>
                            </p:childTnLst>
                          </p:cTn>
                        </p:par>
                        <p:par>
                          <p:cTn id="65" fill="hold">
                            <p:stCondLst>
                              <p:cond delay="5500"/>
                            </p:stCondLst>
                            <p:childTnLst>
                              <p:par>
                                <p:cTn id="66" presetID="2" presetClass="entr" presetSubtype="8" decel="100000" fill="hold" grpId="0" nodeType="afterEffect">
                                  <p:stCondLst>
                                    <p:cond delay="0"/>
                                  </p:stCondLst>
                                  <p:childTnLst>
                                    <p:set>
                                      <p:cBhvr>
                                        <p:cTn id="67" dur="1" fill="hold">
                                          <p:stCondLst>
                                            <p:cond delay="0"/>
                                          </p:stCondLst>
                                        </p:cTn>
                                        <p:tgtEl>
                                          <p:spTgt spid="75">
                                            <p:txEl>
                                              <p:pRg st="0" end="0"/>
                                            </p:txEl>
                                          </p:spTgt>
                                        </p:tgtEl>
                                        <p:attrNameLst>
                                          <p:attrName>style.visibility</p:attrName>
                                        </p:attrNameLst>
                                      </p:cBhvr>
                                      <p:to>
                                        <p:strVal val="visible"/>
                                      </p:to>
                                    </p:set>
                                    <p:anim calcmode="lin" valueType="num">
                                      <p:cBhvr additive="base">
                                        <p:cTn id="68" dur="500" fill="hold"/>
                                        <p:tgtEl>
                                          <p:spTgt spid="75">
                                            <p:txEl>
                                              <p:pRg st="0" end="0"/>
                                            </p:txEl>
                                          </p:spTgt>
                                        </p:tgtEl>
                                        <p:attrNameLst>
                                          <p:attrName>ppt_x</p:attrName>
                                        </p:attrNameLst>
                                      </p:cBhvr>
                                      <p:tavLst>
                                        <p:tav tm="0">
                                          <p:val>
                                            <p:strVal val="0-#ppt_w/2"/>
                                          </p:val>
                                        </p:tav>
                                        <p:tav tm="100000">
                                          <p:val>
                                            <p:strVal val="#ppt_x"/>
                                          </p:val>
                                        </p:tav>
                                      </p:tavLst>
                                    </p:anim>
                                    <p:anim calcmode="lin" valueType="num">
                                      <p:cBhvr additive="base">
                                        <p:cTn id="69" dur="500" fill="hold"/>
                                        <p:tgtEl>
                                          <p:spTgt spid="75">
                                            <p:txEl>
                                              <p:pRg st="0" end="0"/>
                                            </p:txEl>
                                          </p:spTgt>
                                        </p:tgtEl>
                                        <p:attrNameLst>
                                          <p:attrName>ppt_y</p:attrName>
                                        </p:attrNameLst>
                                      </p:cBhvr>
                                      <p:tavLst>
                                        <p:tav tm="0">
                                          <p:val>
                                            <p:strVal val="#ppt_y"/>
                                          </p:val>
                                        </p:tav>
                                        <p:tav tm="100000">
                                          <p:val>
                                            <p:strVal val="#ppt_y"/>
                                          </p:val>
                                        </p:tav>
                                      </p:tavLst>
                                    </p:anim>
                                  </p:childTnLst>
                                </p:cTn>
                              </p:par>
                            </p:childTnLst>
                          </p:cTn>
                        </p:par>
                        <p:par>
                          <p:cTn id="70" fill="hold">
                            <p:stCondLst>
                              <p:cond delay="6000"/>
                            </p:stCondLst>
                            <p:childTnLst>
                              <p:par>
                                <p:cTn id="71" presetID="22" presetClass="entr" presetSubtype="1" fill="hold" nodeType="afterEffect">
                                  <p:stCondLst>
                                    <p:cond delay="0"/>
                                  </p:stCondLst>
                                  <p:childTnLst>
                                    <p:set>
                                      <p:cBhvr>
                                        <p:cTn id="72" dur="1" fill="hold">
                                          <p:stCondLst>
                                            <p:cond delay="0"/>
                                          </p:stCondLst>
                                        </p:cTn>
                                        <p:tgtEl>
                                          <p:spTgt spid="73"/>
                                        </p:tgtEl>
                                        <p:attrNameLst>
                                          <p:attrName>style.visibility</p:attrName>
                                        </p:attrNameLst>
                                      </p:cBhvr>
                                      <p:to>
                                        <p:strVal val="visible"/>
                                      </p:to>
                                    </p:set>
                                    <p:animEffect transition="in" filter="wipe(up)">
                                      <p:cBhvr>
                                        <p:cTn id="73" dur="250"/>
                                        <p:tgtEl>
                                          <p:spTgt spid="73"/>
                                        </p:tgtEl>
                                      </p:cBhvr>
                                    </p:animEffect>
                                  </p:childTnLst>
                                </p:cTn>
                              </p:par>
                              <p:par>
                                <p:cTn id="74" presetID="22" presetClass="entr" presetSubtype="8" fill="hold" grpId="0" nodeType="withEffect">
                                  <p:stCondLst>
                                    <p:cond delay="250"/>
                                  </p:stCondLst>
                                  <p:childTnLst>
                                    <p:set>
                                      <p:cBhvr>
                                        <p:cTn id="75" dur="1" fill="hold">
                                          <p:stCondLst>
                                            <p:cond delay="0"/>
                                          </p:stCondLst>
                                        </p:cTn>
                                        <p:tgtEl>
                                          <p:spTgt spid="67"/>
                                        </p:tgtEl>
                                        <p:attrNameLst>
                                          <p:attrName>style.visibility</p:attrName>
                                        </p:attrNameLst>
                                      </p:cBhvr>
                                      <p:to>
                                        <p:strVal val="visible"/>
                                      </p:to>
                                    </p:set>
                                    <p:animEffect transition="in" filter="wipe(left)">
                                      <p:cBhvr>
                                        <p:cTn id="76" dur="500"/>
                                        <p:tgtEl>
                                          <p:spTgt spid="67"/>
                                        </p:tgtEl>
                                      </p:cBhvr>
                                    </p:animEffect>
                                  </p:childTnLst>
                                </p:cTn>
                              </p:par>
                              <p:par>
                                <p:cTn id="77" presetID="22" presetClass="entr" presetSubtype="8" fill="hold" nodeType="withEffect">
                                  <p:stCondLst>
                                    <p:cond delay="500"/>
                                  </p:stCondLst>
                                  <p:childTnLst>
                                    <p:set>
                                      <p:cBhvr>
                                        <p:cTn id="78" dur="1" fill="hold">
                                          <p:stCondLst>
                                            <p:cond delay="0"/>
                                          </p:stCondLst>
                                        </p:cTn>
                                        <p:tgtEl>
                                          <p:spTgt spid="68"/>
                                        </p:tgtEl>
                                        <p:attrNameLst>
                                          <p:attrName>style.visibility</p:attrName>
                                        </p:attrNameLst>
                                      </p:cBhvr>
                                      <p:to>
                                        <p:strVal val="visible"/>
                                      </p:to>
                                    </p:set>
                                    <p:animEffect transition="in" filter="wipe(left)">
                                      <p:cBhvr>
                                        <p:cTn id="79" dur="500"/>
                                        <p:tgtEl>
                                          <p:spTgt spid="68"/>
                                        </p:tgtEl>
                                      </p:cBhvr>
                                    </p:animEffect>
                                  </p:childTnLst>
                                </p:cTn>
                              </p:par>
                              <p:par>
                                <p:cTn id="80" presetID="2" presetClass="entr" presetSubtype="2" decel="100000" fill="hold" grpId="0" nodeType="withEffect">
                                  <p:stCondLst>
                                    <p:cond delay="500"/>
                                  </p:stCondLst>
                                  <p:childTnLst>
                                    <p:set>
                                      <p:cBhvr>
                                        <p:cTn id="81" dur="1" fill="hold">
                                          <p:stCondLst>
                                            <p:cond delay="0"/>
                                          </p:stCondLst>
                                        </p:cTn>
                                        <p:tgtEl>
                                          <p:spTgt spid="74">
                                            <p:txEl>
                                              <p:pRg st="0" end="0"/>
                                            </p:txEl>
                                          </p:spTgt>
                                        </p:tgtEl>
                                        <p:attrNameLst>
                                          <p:attrName>style.visibility</p:attrName>
                                        </p:attrNameLst>
                                      </p:cBhvr>
                                      <p:to>
                                        <p:strVal val="visible"/>
                                      </p:to>
                                    </p:set>
                                    <p:anim calcmode="lin" valueType="num">
                                      <p:cBhvr additive="base">
                                        <p:cTn id="82" dur="1000" fill="hold"/>
                                        <p:tgtEl>
                                          <p:spTgt spid="74">
                                            <p:txEl>
                                              <p:pRg st="0" end="0"/>
                                            </p:txEl>
                                          </p:spTgt>
                                        </p:tgtEl>
                                        <p:attrNameLst>
                                          <p:attrName>ppt_x</p:attrName>
                                        </p:attrNameLst>
                                      </p:cBhvr>
                                      <p:tavLst>
                                        <p:tav tm="0">
                                          <p:val>
                                            <p:strVal val="1+#ppt_w/2"/>
                                          </p:val>
                                        </p:tav>
                                        <p:tav tm="100000">
                                          <p:val>
                                            <p:strVal val="#ppt_x"/>
                                          </p:val>
                                        </p:tav>
                                      </p:tavLst>
                                    </p:anim>
                                    <p:anim calcmode="lin" valueType="num">
                                      <p:cBhvr additive="base">
                                        <p:cTn id="83" dur="1000" fill="hold"/>
                                        <p:tgtEl>
                                          <p:spTgt spid="74">
                                            <p:txEl>
                                              <p:pRg st="0" end="0"/>
                                            </p:txEl>
                                          </p:spTgt>
                                        </p:tgtEl>
                                        <p:attrNameLst>
                                          <p:attrName>ppt_y</p:attrName>
                                        </p:attrNameLst>
                                      </p:cBhvr>
                                      <p:tavLst>
                                        <p:tav tm="0">
                                          <p:val>
                                            <p:strVal val="#ppt_y"/>
                                          </p:val>
                                        </p:tav>
                                        <p:tav tm="100000">
                                          <p:val>
                                            <p:strVal val="#ppt_y"/>
                                          </p:val>
                                        </p:tav>
                                      </p:tavLst>
                                    </p:anim>
                                  </p:childTnLst>
                                </p:cTn>
                              </p:par>
                              <p:par>
                                <p:cTn id="84" presetID="10" presetClass="entr" presetSubtype="0" fill="hold" grpId="1" nodeType="withEffect">
                                  <p:stCondLst>
                                    <p:cond delay="1000"/>
                                  </p:stCondLst>
                                  <p:childTnLst>
                                    <p:set>
                                      <p:cBhvr>
                                        <p:cTn id="85" dur="1" fill="hold">
                                          <p:stCondLst>
                                            <p:cond delay="0"/>
                                          </p:stCondLst>
                                        </p:cTn>
                                        <p:tgtEl>
                                          <p:spTgt spid="74">
                                            <p:txEl>
                                              <p:pRg st="0" end="0"/>
                                            </p:txEl>
                                          </p:spTgt>
                                        </p:tgtEl>
                                        <p:attrNameLst>
                                          <p:attrName>style.visibility</p:attrName>
                                        </p:attrNameLst>
                                      </p:cBhvr>
                                      <p:to>
                                        <p:strVal val="visible"/>
                                      </p:to>
                                    </p:set>
                                    <p:animEffect transition="in" filter="fade">
                                      <p:cBhvr>
                                        <p:cTn id="86" dur="500"/>
                                        <p:tgtEl>
                                          <p:spTgt spid="74">
                                            <p:txEl>
                                              <p:pRg st="0" end="0"/>
                                            </p:txEl>
                                          </p:spTgt>
                                        </p:tgtEl>
                                      </p:cBhvr>
                                    </p:animEffect>
                                  </p:childTnLst>
                                </p:cTn>
                              </p:par>
                              <p:par>
                                <p:cTn id="87" presetID="1" presetClass="exit" presetSubtype="0" fill="hold" grpId="2" nodeType="withEffect">
                                  <p:stCondLst>
                                    <p:cond delay="500"/>
                                  </p:stCondLst>
                                  <p:childTnLst>
                                    <p:set>
                                      <p:cBhvr>
                                        <p:cTn id="88" dur="1" fill="hold">
                                          <p:stCondLst>
                                            <p:cond delay="0"/>
                                          </p:stCondLst>
                                        </p:cTn>
                                        <p:tgtEl>
                                          <p:spTgt spid="74">
                                            <p:txEl>
                                              <p:pRg st="0" end="0"/>
                                            </p:txEl>
                                          </p:spTgt>
                                        </p:tgtEl>
                                        <p:attrNameLst>
                                          <p:attrName>style.visibility</p:attrName>
                                        </p:attrNameLst>
                                      </p:cBhvr>
                                      <p:to>
                                        <p:strVal val="hidden"/>
                                      </p:to>
                                    </p:set>
                                  </p:childTnLst>
                                </p:cTn>
                              </p:par>
                            </p:childTnLst>
                          </p:cTn>
                        </p:par>
                        <p:par>
                          <p:cTn id="89" fill="hold">
                            <p:stCondLst>
                              <p:cond delay="7500"/>
                            </p:stCondLst>
                            <p:childTnLst>
                              <p:par>
                                <p:cTn id="90" presetID="22" presetClass="entr" presetSubtype="8" fill="hold" grpId="0" nodeType="afterEffect">
                                  <p:stCondLst>
                                    <p:cond delay="0"/>
                                  </p:stCondLst>
                                  <p:childTnLst>
                                    <p:set>
                                      <p:cBhvr>
                                        <p:cTn id="91" dur="1" fill="hold">
                                          <p:stCondLst>
                                            <p:cond delay="0"/>
                                          </p:stCondLst>
                                        </p:cTn>
                                        <p:tgtEl>
                                          <p:spTgt spid="76">
                                            <p:txEl>
                                              <p:pRg st="0" end="0"/>
                                            </p:txEl>
                                          </p:spTgt>
                                        </p:tgtEl>
                                        <p:attrNameLst>
                                          <p:attrName>style.visibility</p:attrName>
                                        </p:attrNameLst>
                                      </p:cBhvr>
                                      <p:to>
                                        <p:strVal val="visible"/>
                                      </p:to>
                                    </p:set>
                                    <p:animEffect transition="in" filter="wipe(left)">
                                      <p:cBhvr>
                                        <p:cTn id="92" dur="500"/>
                                        <p:tgtEl>
                                          <p:spTgt spid="76">
                                            <p:txEl>
                                              <p:pRg st="0" end="0"/>
                                            </p:txEl>
                                          </p:spTgt>
                                        </p:tgtEl>
                                      </p:cBhvr>
                                    </p:animEffect>
                                  </p:childTnLst>
                                </p:cTn>
                              </p:par>
                            </p:childTnLst>
                          </p:cTn>
                        </p:par>
                        <p:par>
                          <p:cTn id="93" fill="hold">
                            <p:stCondLst>
                              <p:cond delay="8000"/>
                            </p:stCondLst>
                            <p:childTnLst>
                              <p:par>
                                <p:cTn id="94" presetID="2" presetClass="entr" presetSubtype="8" decel="100000" fill="hold" grpId="0" nodeType="afterEffect">
                                  <p:stCondLst>
                                    <p:cond delay="0"/>
                                  </p:stCondLst>
                                  <p:childTnLst>
                                    <p:set>
                                      <p:cBhvr>
                                        <p:cTn id="95" dur="1" fill="hold">
                                          <p:stCondLst>
                                            <p:cond delay="0"/>
                                          </p:stCondLst>
                                        </p:cTn>
                                        <p:tgtEl>
                                          <p:spTgt spid="85">
                                            <p:txEl>
                                              <p:pRg st="0" end="0"/>
                                            </p:txEl>
                                          </p:spTgt>
                                        </p:tgtEl>
                                        <p:attrNameLst>
                                          <p:attrName>style.visibility</p:attrName>
                                        </p:attrNameLst>
                                      </p:cBhvr>
                                      <p:to>
                                        <p:strVal val="visible"/>
                                      </p:to>
                                    </p:set>
                                    <p:anim calcmode="lin" valueType="num">
                                      <p:cBhvr additive="base">
                                        <p:cTn id="96" dur="500" fill="hold"/>
                                        <p:tgtEl>
                                          <p:spTgt spid="85">
                                            <p:txEl>
                                              <p:pRg st="0" end="0"/>
                                            </p:txEl>
                                          </p:spTgt>
                                        </p:tgtEl>
                                        <p:attrNameLst>
                                          <p:attrName>ppt_x</p:attrName>
                                        </p:attrNameLst>
                                      </p:cBhvr>
                                      <p:tavLst>
                                        <p:tav tm="0">
                                          <p:val>
                                            <p:strVal val="0-#ppt_w/2"/>
                                          </p:val>
                                        </p:tav>
                                        <p:tav tm="100000">
                                          <p:val>
                                            <p:strVal val="#ppt_x"/>
                                          </p:val>
                                        </p:tav>
                                      </p:tavLst>
                                    </p:anim>
                                    <p:anim calcmode="lin" valueType="num">
                                      <p:cBhvr additive="base">
                                        <p:cTn id="97" dur="500" fill="hold"/>
                                        <p:tgtEl>
                                          <p:spTgt spid="85">
                                            <p:txEl>
                                              <p:pRg st="0" end="0"/>
                                            </p:txEl>
                                          </p:spTgt>
                                        </p:tgtEl>
                                        <p:attrNameLst>
                                          <p:attrName>ppt_y</p:attrName>
                                        </p:attrNameLst>
                                      </p:cBhvr>
                                      <p:tavLst>
                                        <p:tav tm="0">
                                          <p:val>
                                            <p:strVal val="#ppt_y"/>
                                          </p:val>
                                        </p:tav>
                                        <p:tav tm="100000">
                                          <p:val>
                                            <p:strVal val="#ppt_y"/>
                                          </p:val>
                                        </p:tav>
                                      </p:tavLst>
                                    </p:anim>
                                  </p:childTnLst>
                                </p:cTn>
                              </p:par>
                            </p:childTnLst>
                          </p:cTn>
                        </p:par>
                        <p:par>
                          <p:cTn id="98" fill="hold">
                            <p:stCondLst>
                              <p:cond delay="8500"/>
                            </p:stCondLst>
                            <p:childTnLst>
                              <p:par>
                                <p:cTn id="99" presetID="22" presetClass="entr" presetSubtype="1" fill="hold" nodeType="afterEffect">
                                  <p:stCondLst>
                                    <p:cond delay="0"/>
                                  </p:stCondLst>
                                  <p:childTnLst>
                                    <p:set>
                                      <p:cBhvr>
                                        <p:cTn id="100" dur="1" fill="hold">
                                          <p:stCondLst>
                                            <p:cond delay="0"/>
                                          </p:stCondLst>
                                        </p:cTn>
                                        <p:tgtEl>
                                          <p:spTgt spid="83"/>
                                        </p:tgtEl>
                                        <p:attrNameLst>
                                          <p:attrName>style.visibility</p:attrName>
                                        </p:attrNameLst>
                                      </p:cBhvr>
                                      <p:to>
                                        <p:strVal val="visible"/>
                                      </p:to>
                                    </p:set>
                                    <p:animEffect transition="in" filter="wipe(up)">
                                      <p:cBhvr>
                                        <p:cTn id="101" dur="250"/>
                                        <p:tgtEl>
                                          <p:spTgt spid="83"/>
                                        </p:tgtEl>
                                      </p:cBhvr>
                                    </p:animEffect>
                                  </p:childTnLst>
                                </p:cTn>
                              </p:par>
                              <p:par>
                                <p:cTn id="102" presetID="22" presetClass="entr" presetSubtype="8" fill="hold" grpId="0" nodeType="withEffect">
                                  <p:stCondLst>
                                    <p:cond delay="250"/>
                                  </p:stCondLst>
                                  <p:childTnLst>
                                    <p:set>
                                      <p:cBhvr>
                                        <p:cTn id="103" dur="1" fill="hold">
                                          <p:stCondLst>
                                            <p:cond delay="0"/>
                                          </p:stCondLst>
                                        </p:cTn>
                                        <p:tgtEl>
                                          <p:spTgt spid="77"/>
                                        </p:tgtEl>
                                        <p:attrNameLst>
                                          <p:attrName>style.visibility</p:attrName>
                                        </p:attrNameLst>
                                      </p:cBhvr>
                                      <p:to>
                                        <p:strVal val="visible"/>
                                      </p:to>
                                    </p:set>
                                    <p:animEffect transition="in" filter="wipe(left)">
                                      <p:cBhvr>
                                        <p:cTn id="104" dur="500"/>
                                        <p:tgtEl>
                                          <p:spTgt spid="77"/>
                                        </p:tgtEl>
                                      </p:cBhvr>
                                    </p:animEffect>
                                  </p:childTnLst>
                                </p:cTn>
                              </p:par>
                              <p:par>
                                <p:cTn id="105" presetID="22" presetClass="entr" presetSubtype="8" fill="hold" nodeType="withEffect">
                                  <p:stCondLst>
                                    <p:cond delay="500"/>
                                  </p:stCondLst>
                                  <p:childTnLst>
                                    <p:set>
                                      <p:cBhvr>
                                        <p:cTn id="106" dur="1" fill="hold">
                                          <p:stCondLst>
                                            <p:cond delay="0"/>
                                          </p:stCondLst>
                                        </p:cTn>
                                        <p:tgtEl>
                                          <p:spTgt spid="78"/>
                                        </p:tgtEl>
                                        <p:attrNameLst>
                                          <p:attrName>style.visibility</p:attrName>
                                        </p:attrNameLst>
                                      </p:cBhvr>
                                      <p:to>
                                        <p:strVal val="visible"/>
                                      </p:to>
                                    </p:set>
                                    <p:animEffect transition="in" filter="wipe(left)">
                                      <p:cBhvr>
                                        <p:cTn id="107" dur="500"/>
                                        <p:tgtEl>
                                          <p:spTgt spid="78"/>
                                        </p:tgtEl>
                                      </p:cBhvr>
                                    </p:animEffect>
                                  </p:childTnLst>
                                </p:cTn>
                              </p:par>
                              <p:par>
                                <p:cTn id="108" presetID="2" presetClass="entr" presetSubtype="2" decel="100000" fill="hold" grpId="0" nodeType="withEffect">
                                  <p:stCondLst>
                                    <p:cond delay="500"/>
                                  </p:stCondLst>
                                  <p:childTnLst>
                                    <p:set>
                                      <p:cBhvr>
                                        <p:cTn id="109" dur="1" fill="hold">
                                          <p:stCondLst>
                                            <p:cond delay="0"/>
                                          </p:stCondLst>
                                        </p:cTn>
                                        <p:tgtEl>
                                          <p:spTgt spid="84">
                                            <p:txEl>
                                              <p:pRg st="0" end="0"/>
                                            </p:txEl>
                                          </p:spTgt>
                                        </p:tgtEl>
                                        <p:attrNameLst>
                                          <p:attrName>style.visibility</p:attrName>
                                        </p:attrNameLst>
                                      </p:cBhvr>
                                      <p:to>
                                        <p:strVal val="visible"/>
                                      </p:to>
                                    </p:set>
                                    <p:anim calcmode="lin" valueType="num">
                                      <p:cBhvr additive="base">
                                        <p:cTn id="110" dur="1000" fill="hold"/>
                                        <p:tgtEl>
                                          <p:spTgt spid="84">
                                            <p:txEl>
                                              <p:pRg st="0" end="0"/>
                                            </p:txEl>
                                          </p:spTgt>
                                        </p:tgtEl>
                                        <p:attrNameLst>
                                          <p:attrName>ppt_x</p:attrName>
                                        </p:attrNameLst>
                                      </p:cBhvr>
                                      <p:tavLst>
                                        <p:tav tm="0">
                                          <p:val>
                                            <p:strVal val="1+#ppt_w/2"/>
                                          </p:val>
                                        </p:tav>
                                        <p:tav tm="100000">
                                          <p:val>
                                            <p:strVal val="#ppt_x"/>
                                          </p:val>
                                        </p:tav>
                                      </p:tavLst>
                                    </p:anim>
                                    <p:anim calcmode="lin" valueType="num">
                                      <p:cBhvr additive="base">
                                        <p:cTn id="111" dur="1000" fill="hold"/>
                                        <p:tgtEl>
                                          <p:spTgt spid="84">
                                            <p:txEl>
                                              <p:pRg st="0" end="0"/>
                                            </p:txEl>
                                          </p:spTgt>
                                        </p:tgtEl>
                                        <p:attrNameLst>
                                          <p:attrName>ppt_y</p:attrName>
                                        </p:attrNameLst>
                                      </p:cBhvr>
                                      <p:tavLst>
                                        <p:tav tm="0">
                                          <p:val>
                                            <p:strVal val="#ppt_y"/>
                                          </p:val>
                                        </p:tav>
                                        <p:tav tm="100000">
                                          <p:val>
                                            <p:strVal val="#ppt_y"/>
                                          </p:val>
                                        </p:tav>
                                      </p:tavLst>
                                    </p:anim>
                                  </p:childTnLst>
                                </p:cTn>
                              </p:par>
                              <p:par>
                                <p:cTn id="112" presetID="10" presetClass="entr" presetSubtype="0" fill="hold" grpId="1" nodeType="withEffect">
                                  <p:stCondLst>
                                    <p:cond delay="1000"/>
                                  </p:stCondLst>
                                  <p:childTnLst>
                                    <p:set>
                                      <p:cBhvr>
                                        <p:cTn id="113" dur="1" fill="hold">
                                          <p:stCondLst>
                                            <p:cond delay="0"/>
                                          </p:stCondLst>
                                        </p:cTn>
                                        <p:tgtEl>
                                          <p:spTgt spid="84">
                                            <p:txEl>
                                              <p:pRg st="0" end="0"/>
                                            </p:txEl>
                                          </p:spTgt>
                                        </p:tgtEl>
                                        <p:attrNameLst>
                                          <p:attrName>style.visibility</p:attrName>
                                        </p:attrNameLst>
                                      </p:cBhvr>
                                      <p:to>
                                        <p:strVal val="visible"/>
                                      </p:to>
                                    </p:set>
                                    <p:animEffect transition="in" filter="fade">
                                      <p:cBhvr>
                                        <p:cTn id="114" dur="500"/>
                                        <p:tgtEl>
                                          <p:spTgt spid="84">
                                            <p:txEl>
                                              <p:pRg st="0" end="0"/>
                                            </p:txEl>
                                          </p:spTgt>
                                        </p:tgtEl>
                                      </p:cBhvr>
                                    </p:animEffect>
                                  </p:childTnLst>
                                </p:cTn>
                              </p:par>
                              <p:par>
                                <p:cTn id="115" presetID="1" presetClass="exit" presetSubtype="0" fill="hold" grpId="2" nodeType="withEffect">
                                  <p:stCondLst>
                                    <p:cond delay="500"/>
                                  </p:stCondLst>
                                  <p:childTnLst>
                                    <p:set>
                                      <p:cBhvr>
                                        <p:cTn id="116" dur="1" fill="hold">
                                          <p:stCondLst>
                                            <p:cond delay="0"/>
                                          </p:stCondLst>
                                        </p:cTn>
                                        <p:tgtEl>
                                          <p:spTgt spid="84">
                                            <p:txEl>
                                              <p:pRg st="0" end="0"/>
                                            </p:txEl>
                                          </p:spTgt>
                                        </p:tgtEl>
                                        <p:attrNameLst>
                                          <p:attrName>style.visibility</p:attrName>
                                        </p:attrNameLst>
                                      </p:cBhvr>
                                      <p:to>
                                        <p:strVal val="hidden"/>
                                      </p:to>
                                    </p:set>
                                  </p:childTnLst>
                                </p:cTn>
                              </p:par>
                            </p:childTnLst>
                          </p:cTn>
                        </p:par>
                        <p:par>
                          <p:cTn id="117" fill="hold">
                            <p:stCondLst>
                              <p:cond delay="10000"/>
                            </p:stCondLst>
                            <p:childTnLst>
                              <p:par>
                                <p:cTn id="118" presetID="22" presetClass="entr" presetSubtype="8" fill="hold" grpId="0" nodeType="afterEffect">
                                  <p:stCondLst>
                                    <p:cond delay="0"/>
                                  </p:stCondLst>
                                  <p:childTnLst>
                                    <p:set>
                                      <p:cBhvr>
                                        <p:cTn id="119" dur="1" fill="hold">
                                          <p:stCondLst>
                                            <p:cond delay="0"/>
                                          </p:stCondLst>
                                        </p:cTn>
                                        <p:tgtEl>
                                          <p:spTgt spid="86">
                                            <p:txEl>
                                              <p:pRg st="0" end="0"/>
                                            </p:txEl>
                                          </p:spTgt>
                                        </p:tgtEl>
                                        <p:attrNameLst>
                                          <p:attrName>style.visibility</p:attrName>
                                        </p:attrNameLst>
                                      </p:cBhvr>
                                      <p:to>
                                        <p:strVal val="visible"/>
                                      </p:to>
                                    </p:set>
                                    <p:animEffect transition="in" filter="wipe(left)">
                                      <p:cBhvr>
                                        <p:cTn id="120" dur="500"/>
                                        <p:tgtEl>
                                          <p:spTgt spid="8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7" grpId="0" animBg="1"/>
      <p:bldP spid="14" grpId="0" build="p">
        <p:tmplLst>
          <p:tmpl lvl="1">
            <p:tnLst>
              <p:par>
                <p:cTn presetID="2" presetClass="entr" presetSubtype="2" decel="100000" fill="hold" nodeType="withEffect">
                  <p:stCondLst>
                    <p:cond delay="50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1000" fill="hold"/>
                        <p:tgtEl>
                          <p:spTgt spid="14"/>
                        </p:tgtEl>
                        <p:attrNameLst>
                          <p:attrName>ppt_x</p:attrName>
                        </p:attrNameLst>
                      </p:cBhvr>
                      <p:tavLst>
                        <p:tav tm="0">
                          <p:val>
                            <p:strVal val="1+#ppt_w/2"/>
                          </p:val>
                        </p:tav>
                        <p:tav tm="100000">
                          <p:val>
                            <p:strVal val="#ppt_x"/>
                          </p:val>
                        </p:tav>
                      </p:tavLst>
                    </p:anim>
                    <p:anim calcmode="lin" valueType="num">
                      <p:cBhvr additive="base">
                        <p:cTn dur="1000" fill="hold"/>
                        <p:tgtEl>
                          <p:spTgt spid="14"/>
                        </p:tgtEl>
                        <p:attrNameLst>
                          <p:attrName>ppt_y</p:attrName>
                        </p:attrNameLst>
                      </p:cBhvr>
                      <p:tavLst>
                        <p:tav tm="0">
                          <p:val>
                            <p:strVal val="#ppt_y"/>
                          </p:val>
                        </p:tav>
                        <p:tav tm="100000">
                          <p:val>
                            <p:strVal val="#ppt_y"/>
                          </p:val>
                        </p:tav>
                      </p:tavLst>
                    </p:anim>
                  </p:childTnLst>
                </p:cTn>
              </p:par>
            </p:tnLst>
          </p:tmpl>
        </p:tmplLst>
      </p:bldP>
      <p:bldP spid="14" grpId="1" build="p">
        <p:tmplLst>
          <p:tmpl lvl="1">
            <p:tnLst>
              <p:par>
                <p:cTn presetID="10" presetClass="entr" presetSubtype="0" fill="hold" nodeType="withEffect">
                  <p:stCondLst>
                    <p:cond delay="100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4" grpId="2" build="p">
        <p:tmplLst>
          <p:tmpl lvl="1">
            <p:tnLst>
              <p:par>
                <p:cTn presetID="1" presetClass="exit" presetSubtype="0" fill="hold" nodeType="withEffect">
                  <p:stCondLst>
                    <p:cond delay="500"/>
                  </p:stCondLst>
                  <p:childTnLst>
                    <p:set>
                      <p:cBhvr>
                        <p:cTn dur="1" fill="hold">
                          <p:stCondLst>
                            <p:cond delay="0"/>
                          </p:stCondLst>
                        </p:cTn>
                        <p:tgtEl>
                          <p:spTgt spid="14"/>
                        </p:tgtEl>
                        <p:attrNameLst>
                          <p:attrName>style.visibility</p:attrName>
                        </p:attrNameLst>
                      </p:cBhvr>
                      <p:to>
                        <p:strVal val="hidden"/>
                      </p:to>
                    </p:set>
                  </p:childTnLst>
                </p:cTn>
              </p:par>
            </p:tnLst>
          </p:tmpl>
        </p:tmplLst>
      </p:bldP>
      <p:bldP spid="15" grpId="0" build="p">
        <p:tmplLst>
          <p:tmpl lvl="1">
            <p:tnLst>
              <p:par>
                <p:cTn presetID="2" presetClass="entr" presetSubtype="8" decel="10000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0-#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P spid="16" grpId="0" build="p">
        <p:tmplLst>
          <p:tmpl lvl="1">
            <p:tnLst>
              <p:par>
                <p:cTn presetID="22" presetClass="entr" presetSubtype="8"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wipe(left)">
                      <p:cBhvr>
                        <p:cTn dur="500"/>
                        <p:tgtEl>
                          <p:spTgt spid="16"/>
                        </p:tgtEl>
                      </p:cBhvr>
                    </p:animEffect>
                  </p:childTnLst>
                </p:cTn>
              </p:par>
            </p:tnLst>
          </p:tmpl>
        </p:tmplLst>
      </p:bldP>
      <p:bldP spid="17" grpId="0" animBg="1"/>
      <p:bldP spid="24" grpId="0" build="p">
        <p:tmplLst>
          <p:tmpl lvl="1">
            <p:tnLst>
              <p:par>
                <p:cTn presetID="2" presetClass="entr" presetSubtype="2" decel="100000" fill="hold" nodeType="withEffect">
                  <p:stCondLst>
                    <p:cond delay="50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1000" fill="hold"/>
                        <p:tgtEl>
                          <p:spTgt spid="24"/>
                        </p:tgtEl>
                        <p:attrNameLst>
                          <p:attrName>ppt_x</p:attrName>
                        </p:attrNameLst>
                      </p:cBhvr>
                      <p:tavLst>
                        <p:tav tm="0">
                          <p:val>
                            <p:strVal val="1+#ppt_w/2"/>
                          </p:val>
                        </p:tav>
                        <p:tav tm="100000">
                          <p:val>
                            <p:strVal val="#ppt_x"/>
                          </p:val>
                        </p:tav>
                      </p:tavLst>
                    </p:anim>
                    <p:anim calcmode="lin" valueType="num">
                      <p:cBhvr additive="base">
                        <p:cTn dur="1000" fill="hold"/>
                        <p:tgtEl>
                          <p:spTgt spid="24"/>
                        </p:tgtEl>
                        <p:attrNameLst>
                          <p:attrName>ppt_y</p:attrName>
                        </p:attrNameLst>
                      </p:cBhvr>
                      <p:tavLst>
                        <p:tav tm="0">
                          <p:val>
                            <p:strVal val="#ppt_y"/>
                          </p:val>
                        </p:tav>
                        <p:tav tm="100000">
                          <p:val>
                            <p:strVal val="#ppt_y"/>
                          </p:val>
                        </p:tav>
                      </p:tavLst>
                    </p:anim>
                  </p:childTnLst>
                </p:cTn>
              </p:par>
            </p:tnLst>
          </p:tmpl>
        </p:tmplLst>
      </p:bldP>
      <p:bldP spid="24" grpId="1" build="p">
        <p:tmplLst>
          <p:tmpl lvl="1">
            <p:tnLst>
              <p:par>
                <p:cTn presetID="10" presetClass="entr" presetSubtype="0" fill="hold" nodeType="withEffect">
                  <p:stCondLst>
                    <p:cond delay="100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4" grpId="2" build="p">
        <p:tmplLst>
          <p:tmpl lvl="1">
            <p:tnLst>
              <p:par>
                <p:cTn presetID="1" presetClass="exit" presetSubtype="0" fill="hold" nodeType="withEffect">
                  <p:stCondLst>
                    <p:cond delay="500"/>
                  </p:stCondLst>
                  <p:childTnLst>
                    <p:set>
                      <p:cBhvr>
                        <p:cTn dur="1" fill="hold">
                          <p:stCondLst>
                            <p:cond delay="0"/>
                          </p:stCondLst>
                        </p:cTn>
                        <p:tgtEl>
                          <p:spTgt spid="24"/>
                        </p:tgtEl>
                        <p:attrNameLst>
                          <p:attrName>style.visibility</p:attrName>
                        </p:attrNameLst>
                      </p:cBhvr>
                      <p:to>
                        <p:strVal val="hidden"/>
                      </p:to>
                    </p:set>
                  </p:childTnLst>
                </p:cTn>
              </p:par>
            </p:tnLst>
          </p:tmpl>
        </p:tmplLst>
      </p:bldP>
      <p:bldP spid="25" grpId="0" build="p">
        <p:tmplLst>
          <p:tmpl lvl="1">
            <p:tnLst>
              <p:par>
                <p:cTn presetID="2" presetClass="entr" presetSubtype="8"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0-#ppt_w/2"/>
                          </p:val>
                        </p:tav>
                        <p:tav tm="100000">
                          <p:val>
                            <p:strVal val="#ppt_x"/>
                          </p:val>
                        </p:tav>
                      </p:tavLst>
                    </p:anim>
                    <p:anim calcmode="lin" valueType="num">
                      <p:cBhvr additive="base">
                        <p:cTn dur="500" fill="hold"/>
                        <p:tgtEl>
                          <p:spTgt spid="25"/>
                        </p:tgtEl>
                        <p:attrNameLst>
                          <p:attrName>ppt_y</p:attrName>
                        </p:attrNameLst>
                      </p:cBhvr>
                      <p:tavLst>
                        <p:tav tm="0">
                          <p:val>
                            <p:strVal val="#ppt_y"/>
                          </p:val>
                        </p:tav>
                        <p:tav tm="100000">
                          <p:val>
                            <p:strVal val="#ppt_y"/>
                          </p:val>
                        </p:tav>
                      </p:tavLst>
                    </p:anim>
                  </p:childTnLst>
                </p:cTn>
              </p:par>
            </p:tnLst>
          </p:tmpl>
        </p:tmplLst>
      </p:bldP>
      <p:bldP spid="26" grpId="0" build="p">
        <p:tmplLst>
          <p:tmpl lvl="1">
            <p:tnLst>
              <p:par>
                <p:cTn presetID="22" presetClass="entr" presetSubtype="8" fill="hold" nodeType="after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wipe(left)">
                      <p:cBhvr>
                        <p:cTn dur="500"/>
                        <p:tgtEl>
                          <p:spTgt spid="26"/>
                        </p:tgtEl>
                      </p:cBhvr>
                    </p:animEffect>
                  </p:childTnLst>
                </p:cTn>
              </p:par>
            </p:tnLst>
          </p:tmpl>
        </p:tmplLst>
      </p:bldP>
      <p:bldP spid="67" grpId="0" animBg="1"/>
      <p:bldP spid="74" grpId="0" build="p">
        <p:tmplLst>
          <p:tmpl lvl="1">
            <p:tnLst>
              <p:par>
                <p:cTn presetID="2" presetClass="entr" presetSubtype="2" decel="100000" fill="hold" nodeType="withEffect">
                  <p:stCondLst>
                    <p:cond delay="500"/>
                  </p:stCondLst>
                  <p:childTnLst>
                    <p:set>
                      <p:cBhvr>
                        <p:cTn dur="1" fill="hold">
                          <p:stCondLst>
                            <p:cond delay="0"/>
                          </p:stCondLst>
                        </p:cTn>
                        <p:tgtEl>
                          <p:spTgt spid="74"/>
                        </p:tgtEl>
                        <p:attrNameLst>
                          <p:attrName>style.visibility</p:attrName>
                        </p:attrNameLst>
                      </p:cBhvr>
                      <p:to>
                        <p:strVal val="visible"/>
                      </p:to>
                    </p:set>
                    <p:anim calcmode="lin" valueType="num">
                      <p:cBhvr additive="base">
                        <p:cTn dur="1000" fill="hold"/>
                        <p:tgtEl>
                          <p:spTgt spid="74"/>
                        </p:tgtEl>
                        <p:attrNameLst>
                          <p:attrName>ppt_x</p:attrName>
                        </p:attrNameLst>
                      </p:cBhvr>
                      <p:tavLst>
                        <p:tav tm="0">
                          <p:val>
                            <p:strVal val="1+#ppt_w/2"/>
                          </p:val>
                        </p:tav>
                        <p:tav tm="100000">
                          <p:val>
                            <p:strVal val="#ppt_x"/>
                          </p:val>
                        </p:tav>
                      </p:tavLst>
                    </p:anim>
                    <p:anim calcmode="lin" valueType="num">
                      <p:cBhvr additive="base">
                        <p:cTn dur="1000" fill="hold"/>
                        <p:tgtEl>
                          <p:spTgt spid="74"/>
                        </p:tgtEl>
                        <p:attrNameLst>
                          <p:attrName>ppt_y</p:attrName>
                        </p:attrNameLst>
                      </p:cBhvr>
                      <p:tavLst>
                        <p:tav tm="0">
                          <p:val>
                            <p:strVal val="#ppt_y"/>
                          </p:val>
                        </p:tav>
                        <p:tav tm="100000">
                          <p:val>
                            <p:strVal val="#ppt_y"/>
                          </p:val>
                        </p:tav>
                      </p:tavLst>
                    </p:anim>
                  </p:childTnLst>
                </p:cTn>
              </p:par>
            </p:tnLst>
          </p:tmpl>
        </p:tmplLst>
      </p:bldP>
      <p:bldP spid="74" grpId="1" build="p">
        <p:tmplLst>
          <p:tmpl lvl="1">
            <p:tnLst>
              <p:par>
                <p:cTn presetID="10" presetClass="entr" presetSubtype="0" fill="hold" nodeType="withEffect">
                  <p:stCondLst>
                    <p:cond delay="1000"/>
                  </p:stCondLst>
                  <p:childTnLst>
                    <p:set>
                      <p:cBhvr>
                        <p:cTn dur="1" fill="hold">
                          <p:stCondLst>
                            <p:cond delay="0"/>
                          </p:stCondLst>
                        </p:cTn>
                        <p:tgtEl>
                          <p:spTgt spid="74"/>
                        </p:tgtEl>
                        <p:attrNameLst>
                          <p:attrName>style.visibility</p:attrName>
                        </p:attrNameLst>
                      </p:cBhvr>
                      <p:to>
                        <p:strVal val="visible"/>
                      </p:to>
                    </p:set>
                    <p:animEffect transition="in" filter="fade">
                      <p:cBhvr>
                        <p:cTn dur="500"/>
                        <p:tgtEl>
                          <p:spTgt spid="74"/>
                        </p:tgtEl>
                      </p:cBhvr>
                    </p:animEffect>
                  </p:childTnLst>
                </p:cTn>
              </p:par>
            </p:tnLst>
          </p:tmpl>
        </p:tmplLst>
      </p:bldP>
      <p:bldP spid="74" grpId="2" build="p">
        <p:tmplLst>
          <p:tmpl lvl="1">
            <p:tnLst>
              <p:par>
                <p:cTn presetID="1" presetClass="exit" presetSubtype="0" fill="hold" nodeType="withEffect">
                  <p:stCondLst>
                    <p:cond delay="500"/>
                  </p:stCondLst>
                  <p:childTnLst>
                    <p:set>
                      <p:cBhvr>
                        <p:cTn dur="1" fill="hold">
                          <p:stCondLst>
                            <p:cond delay="0"/>
                          </p:stCondLst>
                        </p:cTn>
                        <p:tgtEl>
                          <p:spTgt spid="74"/>
                        </p:tgtEl>
                        <p:attrNameLst>
                          <p:attrName>style.visibility</p:attrName>
                        </p:attrNameLst>
                      </p:cBhvr>
                      <p:to>
                        <p:strVal val="hidden"/>
                      </p:to>
                    </p:set>
                  </p:childTnLst>
                </p:cTn>
              </p:par>
            </p:tnLst>
          </p:tmpl>
        </p:tmplLst>
      </p:bldP>
      <p:bldP spid="75" grpId="0" build="p">
        <p:tmplLst>
          <p:tmpl lvl="1">
            <p:tnLst>
              <p:par>
                <p:cTn presetID="2" presetClass="entr" presetSubtype="8" decel="100000" fill="hold" nodeType="afterEffect">
                  <p:stCondLst>
                    <p:cond delay="0"/>
                  </p:stCondLst>
                  <p:childTnLst>
                    <p:set>
                      <p:cBhvr>
                        <p:cTn dur="1" fill="hold">
                          <p:stCondLst>
                            <p:cond delay="0"/>
                          </p:stCondLst>
                        </p:cTn>
                        <p:tgtEl>
                          <p:spTgt spid="75"/>
                        </p:tgtEl>
                        <p:attrNameLst>
                          <p:attrName>style.visibility</p:attrName>
                        </p:attrNameLst>
                      </p:cBhvr>
                      <p:to>
                        <p:strVal val="visible"/>
                      </p:to>
                    </p:set>
                    <p:anim calcmode="lin" valueType="num">
                      <p:cBhvr additive="base">
                        <p:cTn dur="500" fill="hold"/>
                        <p:tgtEl>
                          <p:spTgt spid="75"/>
                        </p:tgtEl>
                        <p:attrNameLst>
                          <p:attrName>ppt_x</p:attrName>
                        </p:attrNameLst>
                      </p:cBhvr>
                      <p:tavLst>
                        <p:tav tm="0">
                          <p:val>
                            <p:strVal val="0-#ppt_w/2"/>
                          </p:val>
                        </p:tav>
                        <p:tav tm="100000">
                          <p:val>
                            <p:strVal val="#ppt_x"/>
                          </p:val>
                        </p:tav>
                      </p:tavLst>
                    </p:anim>
                    <p:anim calcmode="lin" valueType="num">
                      <p:cBhvr additive="base">
                        <p:cTn dur="500" fill="hold"/>
                        <p:tgtEl>
                          <p:spTgt spid="75"/>
                        </p:tgtEl>
                        <p:attrNameLst>
                          <p:attrName>ppt_y</p:attrName>
                        </p:attrNameLst>
                      </p:cBhvr>
                      <p:tavLst>
                        <p:tav tm="0">
                          <p:val>
                            <p:strVal val="#ppt_y"/>
                          </p:val>
                        </p:tav>
                        <p:tav tm="100000">
                          <p:val>
                            <p:strVal val="#ppt_y"/>
                          </p:val>
                        </p:tav>
                      </p:tavLst>
                    </p:anim>
                  </p:childTnLst>
                </p:cTn>
              </p:par>
            </p:tnLst>
          </p:tmpl>
        </p:tmplLst>
      </p:bldP>
      <p:bldP spid="76" grpId="0" build="p">
        <p:tmplLst>
          <p:tmpl lvl="1">
            <p:tnLst>
              <p:par>
                <p:cTn presetID="22" presetClass="entr" presetSubtype="8" fill="hold" nodeType="afterEffect">
                  <p:stCondLst>
                    <p:cond delay="0"/>
                  </p:stCondLst>
                  <p:childTnLst>
                    <p:set>
                      <p:cBhvr>
                        <p:cTn dur="1" fill="hold">
                          <p:stCondLst>
                            <p:cond delay="0"/>
                          </p:stCondLst>
                        </p:cTn>
                        <p:tgtEl>
                          <p:spTgt spid="76"/>
                        </p:tgtEl>
                        <p:attrNameLst>
                          <p:attrName>style.visibility</p:attrName>
                        </p:attrNameLst>
                      </p:cBhvr>
                      <p:to>
                        <p:strVal val="visible"/>
                      </p:to>
                    </p:set>
                    <p:animEffect transition="in" filter="wipe(left)">
                      <p:cBhvr>
                        <p:cTn dur="500"/>
                        <p:tgtEl>
                          <p:spTgt spid="76"/>
                        </p:tgtEl>
                      </p:cBhvr>
                    </p:animEffect>
                  </p:childTnLst>
                </p:cTn>
              </p:par>
            </p:tnLst>
          </p:tmpl>
        </p:tmplLst>
      </p:bldP>
      <p:bldP spid="77" grpId="0" animBg="1"/>
      <p:bldP spid="84" grpId="0" build="p">
        <p:tmplLst>
          <p:tmpl lvl="1">
            <p:tnLst>
              <p:par>
                <p:cTn presetID="2" presetClass="entr" presetSubtype="2" decel="100000" fill="hold" nodeType="withEffect">
                  <p:stCondLst>
                    <p:cond delay="500"/>
                  </p:stCondLst>
                  <p:childTnLst>
                    <p:set>
                      <p:cBhvr>
                        <p:cTn dur="1" fill="hold">
                          <p:stCondLst>
                            <p:cond delay="0"/>
                          </p:stCondLst>
                        </p:cTn>
                        <p:tgtEl>
                          <p:spTgt spid="84"/>
                        </p:tgtEl>
                        <p:attrNameLst>
                          <p:attrName>style.visibility</p:attrName>
                        </p:attrNameLst>
                      </p:cBhvr>
                      <p:to>
                        <p:strVal val="visible"/>
                      </p:to>
                    </p:set>
                    <p:anim calcmode="lin" valueType="num">
                      <p:cBhvr additive="base">
                        <p:cTn dur="1000" fill="hold"/>
                        <p:tgtEl>
                          <p:spTgt spid="84"/>
                        </p:tgtEl>
                        <p:attrNameLst>
                          <p:attrName>ppt_x</p:attrName>
                        </p:attrNameLst>
                      </p:cBhvr>
                      <p:tavLst>
                        <p:tav tm="0">
                          <p:val>
                            <p:strVal val="1+#ppt_w/2"/>
                          </p:val>
                        </p:tav>
                        <p:tav tm="100000">
                          <p:val>
                            <p:strVal val="#ppt_x"/>
                          </p:val>
                        </p:tav>
                      </p:tavLst>
                    </p:anim>
                    <p:anim calcmode="lin" valueType="num">
                      <p:cBhvr additive="base">
                        <p:cTn dur="1000" fill="hold"/>
                        <p:tgtEl>
                          <p:spTgt spid="84"/>
                        </p:tgtEl>
                        <p:attrNameLst>
                          <p:attrName>ppt_y</p:attrName>
                        </p:attrNameLst>
                      </p:cBhvr>
                      <p:tavLst>
                        <p:tav tm="0">
                          <p:val>
                            <p:strVal val="#ppt_y"/>
                          </p:val>
                        </p:tav>
                        <p:tav tm="100000">
                          <p:val>
                            <p:strVal val="#ppt_y"/>
                          </p:val>
                        </p:tav>
                      </p:tavLst>
                    </p:anim>
                  </p:childTnLst>
                </p:cTn>
              </p:par>
            </p:tnLst>
          </p:tmpl>
        </p:tmplLst>
      </p:bldP>
      <p:bldP spid="84" grpId="1" build="p">
        <p:tmplLst>
          <p:tmpl lvl="1">
            <p:tnLst>
              <p:par>
                <p:cTn presetID="10" presetClass="entr" presetSubtype="0" fill="hold" nodeType="withEffect">
                  <p:stCondLst>
                    <p:cond delay="100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4" grpId="2" build="p">
        <p:tmplLst>
          <p:tmpl lvl="1">
            <p:tnLst>
              <p:par>
                <p:cTn presetID="1" presetClass="exit" presetSubtype="0" fill="hold" nodeType="withEffect">
                  <p:stCondLst>
                    <p:cond delay="500"/>
                  </p:stCondLst>
                  <p:childTnLst>
                    <p:set>
                      <p:cBhvr>
                        <p:cTn dur="1" fill="hold">
                          <p:stCondLst>
                            <p:cond delay="0"/>
                          </p:stCondLst>
                        </p:cTn>
                        <p:tgtEl>
                          <p:spTgt spid="84"/>
                        </p:tgtEl>
                        <p:attrNameLst>
                          <p:attrName>style.visibility</p:attrName>
                        </p:attrNameLst>
                      </p:cBhvr>
                      <p:to>
                        <p:strVal val="hidden"/>
                      </p:to>
                    </p:set>
                  </p:childTnLst>
                </p:cTn>
              </p:par>
            </p:tnLst>
          </p:tmpl>
        </p:tmplLst>
      </p:bldP>
      <p:bldP spid="85" grpId="0" build="p">
        <p:tmplLst>
          <p:tmpl lvl="1">
            <p:tnLst>
              <p:par>
                <p:cTn presetID="2" presetClass="entr" presetSubtype="8" decel="100000" fill="hold" nodeType="afterEffect">
                  <p:stCondLst>
                    <p:cond delay="0"/>
                  </p:stCondLst>
                  <p:childTnLst>
                    <p:set>
                      <p:cBhvr>
                        <p:cTn dur="1" fill="hold">
                          <p:stCondLst>
                            <p:cond delay="0"/>
                          </p:stCondLst>
                        </p:cTn>
                        <p:tgtEl>
                          <p:spTgt spid="85"/>
                        </p:tgtEl>
                        <p:attrNameLst>
                          <p:attrName>style.visibility</p:attrName>
                        </p:attrNameLst>
                      </p:cBhvr>
                      <p:to>
                        <p:strVal val="visible"/>
                      </p:to>
                    </p:set>
                    <p:anim calcmode="lin" valueType="num">
                      <p:cBhvr additive="base">
                        <p:cTn dur="500" fill="hold"/>
                        <p:tgtEl>
                          <p:spTgt spid="85"/>
                        </p:tgtEl>
                        <p:attrNameLst>
                          <p:attrName>ppt_x</p:attrName>
                        </p:attrNameLst>
                      </p:cBhvr>
                      <p:tavLst>
                        <p:tav tm="0">
                          <p:val>
                            <p:strVal val="0-#ppt_w/2"/>
                          </p:val>
                        </p:tav>
                        <p:tav tm="100000">
                          <p:val>
                            <p:strVal val="#ppt_x"/>
                          </p:val>
                        </p:tav>
                      </p:tavLst>
                    </p:anim>
                    <p:anim calcmode="lin" valueType="num">
                      <p:cBhvr additive="base">
                        <p:cTn dur="500" fill="hold"/>
                        <p:tgtEl>
                          <p:spTgt spid="85"/>
                        </p:tgtEl>
                        <p:attrNameLst>
                          <p:attrName>ppt_y</p:attrName>
                        </p:attrNameLst>
                      </p:cBhvr>
                      <p:tavLst>
                        <p:tav tm="0">
                          <p:val>
                            <p:strVal val="#ppt_y"/>
                          </p:val>
                        </p:tav>
                        <p:tav tm="100000">
                          <p:val>
                            <p:strVal val="#ppt_y"/>
                          </p:val>
                        </p:tav>
                      </p:tavLst>
                    </p:anim>
                  </p:childTnLst>
                </p:cTn>
              </p:par>
            </p:tnLst>
          </p:tmpl>
        </p:tmplLst>
      </p:bldP>
      <p:bldP spid="86" grpId="0" build="p">
        <p:tmplLst>
          <p:tmpl lvl="1">
            <p:tnLst>
              <p:par>
                <p:cTn presetID="22" presetClass="entr" presetSubtype="8" fill="hold" nodeType="afterEffect">
                  <p:stCondLst>
                    <p:cond delay="0"/>
                  </p:stCondLst>
                  <p:childTnLst>
                    <p:set>
                      <p:cBhvr>
                        <p:cTn dur="1" fill="hold">
                          <p:stCondLst>
                            <p:cond delay="0"/>
                          </p:stCondLst>
                        </p:cTn>
                        <p:tgtEl>
                          <p:spTgt spid="86"/>
                        </p:tgtEl>
                        <p:attrNameLst>
                          <p:attrName>style.visibility</p:attrName>
                        </p:attrNameLst>
                      </p:cBhvr>
                      <p:to>
                        <p:strVal val="visible"/>
                      </p:to>
                    </p:set>
                    <p:animEffect transition="in" filter="wipe(left)">
                      <p:cBhvr>
                        <p:cTn dur="500"/>
                        <p:tgtEl>
                          <p:spTgt spid="86"/>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Image and 2 Colum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33" name="正方形/長方形 32"/>
          <p:cNvSpPr/>
          <p:nvPr userDrawn="1"/>
        </p:nvSpPr>
        <p:spPr>
          <a:xfrm>
            <a:off x="856342" y="3143774"/>
            <a:ext cx="7939315" cy="4933426"/>
          </a:xfrm>
          <a:prstGeom prst="rect">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cxnSp>
        <p:nvCxnSpPr>
          <p:cNvPr id="34" name="直線コネクタ 33"/>
          <p:cNvCxnSpPr/>
          <p:nvPr userDrawn="1"/>
        </p:nvCxnSpPr>
        <p:spPr>
          <a:xfrm>
            <a:off x="885370" y="3324874"/>
            <a:ext cx="793931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userDrawn="1"/>
        </p:nvCxnSpPr>
        <p:spPr>
          <a:xfrm>
            <a:off x="1052998" y="3143774"/>
            <a:ext cx="0" cy="49334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userDrawn="1"/>
        </p:nvCxnSpPr>
        <p:spPr>
          <a:xfrm>
            <a:off x="885370" y="7876916"/>
            <a:ext cx="793931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p:nvPr userDrawn="1"/>
        </p:nvCxnSpPr>
        <p:spPr>
          <a:xfrm flipV="1">
            <a:off x="8592457" y="3100233"/>
            <a:ext cx="0" cy="4976967"/>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8" name="図プレースホルダー 24"/>
          <p:cNvSpPr>
            <a:spLocks noGrp="1"/>
          </p:cNvSpPr>
          <p:nvPr>
            <p:ph type="pic" sz="quarter" idx="14" hasCustomPrompt="1"/>
          </p:nvPr>
        </p:nvSpPr>
        <p:spPr>
          <a:xfrm>
            <a:off x="1165224" y="3423116"/>
            <a:ext cx="7321550" cy="4336583"/>
          </a:xfrm>
          <a:effectLst>
            <a:innerShdw blurRad="114300">
              <a:prstClr val="black"/>
            </a:innerShdw>
          </a:effectLst>
        </p:spPr>
        <p:txBody>
          <a:bodyPr>
            <a:normAutofit/>
          </a:bodyPr>
          <a:lstStyle>
            <a:lvl1pPr>
              <a:defRPr sz="2000">
                <a:solidFill>
                  <a:schemeClr val="bg2"/>
                </a:solidFill>
              </a:defRPr>
            </a:lvl1pPr>
          </a:lstStyle>
          <a:p>
            <a:r>
              <a:rPr kumimoji="1" lang="en-US" altLang="ja-JP" dirty="0"/>
              <a:t>Add an image</a:t>
            </a:r>
            <a:endParaRPr kumimoji="1" lang="ja-JP" altLang="en-US" dirty="0"/>
          </a:p>
        </p:txBody>
      </p:sp>
      <p:sp>
        <p:nvSpPr>
          <p:cNvPr id="39" name="二等辺三角形 10"/>
          <p:cNvSpPr/>
          <p:nvPr userDrawn="1"/>
        </p:nvSpPr>
        <p:spPr>
          <a:xfrm rot="5400000">
            <a:off x="12577847" y="-67651"/>
            <a:ext cx="899888" cy="6981537"/>
          </a:xfrm>
          <a:custGeom>
            <a:avLst/>
            <a:gdLst/>
            <a:ahLst/>
            <a:cxnLst/>
            <a:rect l="l" t="t" r="r" b="b"/>
            <a:pathLst>
              <a:path w="899888" h="6981537">
                <a:moveTo>
                  <a:pt x="0" y="6981537"/>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6981537"/>
                </a:ln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0" name="グループ化 39"/>
          <p:cNvGrpSpPr/>
          <p:nvPr userDrawn="1"/>
        </p:nvGrpSpPr>
        <p:grpSpPr>
          <a:xfrm>
            <a:off x="9651549" y="3083391"/>
            <a:ext cx="6655890" cy="663576"/>
            <a:chOff x="1012371" y="3126253"/>
            <a:chExt cx="6655890" cy="663576"/>
          </a:xfrm>
        </p:grpSpPr>
        <p:cxnSp>
          <p:nvCxnSpPr>
            <p:cNvPr id="41" name="直線コネクタ 40"/>
            <p:cNvCxnSpPr/>
            <p:nvPr/>
          </p:nvCxnSpPr>
          <p:spPr>
            <a:xfrm>
              <a:off x="1012371" y="3126253"/>
              <a:ext cx="6309180"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flipV="1">
              <a:off x="1012371" y="3789828"/>
              <a:ext cx="6309180"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45" name="図 4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53214" y="2561784"/>
            <a:ext cx="482540" cy="1722666"/>
          </a:xfrm>
          <a:prstGeom prst="rect">
            <a:avLst/>
          </a:prstGeom>
        </p:spPr>
      </p:pic>
      <p:sp>
        <p:nvSpPr>
          <p:cNvPr id="46" name="テキスト プレースホルダー 5"/>
          <p:cNvSpPr>
            <a:spLocks noGrp="1"/>
          </p:cNvSpPr>
          <p:nvPr>
            <p:ph type="body" sz="quarter" idx="15" hasCustomPrompt="1"/>
          </p:nvPr>
        </p:nvSpPr>
        <p:spPr>
          <a:xfrm>
            <a:off x="9651549" y="3083391"/>
            <a:ext cx="630918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47" name="テキスト プレースホルダー 5"/>
          <p:cNvSpPr>
            <a:spLocks noGrp="1"/>
          </p:cNvSpPr>
          <p:nvPr>
            <p:ph type="body" sz="quarter" idx="12" hasCustomPrompt="1"/>
          </p:nvPr>
        </p:nvSpPr>
        <p:spPr>
          <a:xfrm>
            <a:off x="9651549" y="3915926"/>
            <a:ext cx="6309180" cy="1727631"/>
          </a:xfrm>
        </p:spPr>
        <p:txBody>
          <a:bodyPr anchor="t">
            <a:normAutofit/>
          </a:bodyPr>
          <a:lstStyle>
            <a:lvl1pPr algn="l">
              <a:defRPr sz="2000" baseline="0">
                <a:solidFill>
                  <a:schemeClr val="tx2"/>
                </a:solidFill>
              </a:defRPr>
            </a:lvl1pPr>
          </a:lstStyle>
          <a:p>
            <a:pPr lvl="0"/>
            <a:r>
              <a:rPr kumimoji="1" lang="en-US" altLang="ja-JP" dirty="0"/>
              <a:t>Text Here</a:t>
            </a:r>
            <a:endParaRPr kumimoji="1" lang="ja-JP" altLang="en-US" dirty="0"/>
          </a:p>
        </p:txBody>
      </p:sp>
      <p:sp>
        <p:nvSpPr>
          <p:cNvPr id="48" name="二等辺三角形 10"/>
          <p:cNvSpPr/>
          <p:nvPr userDrawn="1"/>
        </p:nvSpPr>
        <p:spPr>
          <a:xfrm rot="5400000">
            <a:off x="12579750" y="3085132"/>
            <a:ext cx="899888" cy="6981537"/>
          </a:xfrm>
          <a:custGeom>
            <a:avLst/>
            <a:gdLst/>
            <a:ahLst/>
            <a:cxnLst/>
            <a:rect l="l" t="t" r="r" b="b"/>
            <a:pathLst>
              <a:path w="899888" h="6981537">
                <a:moveTo>
                  <a:pt x="0" y="6981537"/>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6981537"/>
                </a:lnTo>
                <a:close/>
              </a:path>
            </a:pathLst>
          </a:custGeom>
          <a:blipFill dpi="0" rotWithShape="1">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9" name="グループ化 48"/>
          <p:cNvGrpSpPr/>
          <p:nvPr userDrawn="1"/>
        </p:nvGrpSpPr>
        <p:grpSpPr>
          <a:xfrm>
            <a:off x="9653452" y="6236174"/>
            <a:ext cx="6655890" cy="663576"/>
            <a:chOff x="1012371" y="3126253"/>
            <a:chExt cx="6655890" cy="663576"/>
          </a:xfrm>
        </p:grpSpPr>
        <p:cxnSp>
          <p:nvCxnSpPr>
            <p:cNvPr id="50" name="直線コネクタ 49"/>
            <p:cNvCxnSpPr/>
            <p:nvPr/>
          </p:nvCxnSpPr>
          <p:spPr>
            <a:xfrm>
              <a:off x="1012371" y="3126253"/>
              <a:ext cx="6309180"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1" name="直線コネクタ 50"/>
            <p:cNvCxnSpPr/>
            <p:nvPr/>
          </p:nvCxnSpPr>
          <p:spPr>
            <a:xfrm flipV="1">
              <a:off x="1012371" y="3789828"/>
              <a:ext cx="6309180"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2" name="直線コネクタ 51"/>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53" name="直線コネクタ 52"/>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pic>
        <p:nvPicPr>
          <p:cNvPr id="54" name="図 5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55117" y="5714567"/>
            <a:ext cx="482540" cy="1722666"/>
          </a:xfrm>
          <a:prstGeom prst="rect">
            <a:avLst/>
          </a:prstGeom>
        </p:spPr>
      </p:pic>
      <p:sp>
        <p:nvSpPr>
          <p:cNvPr id="55" name="テキスト プレースホルダー 5"/>
          <p:cNvSpPr>
            <a:spLocks noGrp="1"/>
          </p:cNvSpPr>
          <p:nvPr>
            <p:ph type="body" sz="quarter" idx="18" hasCustomPrompt="1"/>
          </p:nvPr>
        </p:nvSpPr>
        <p:spPr>
          <a:xfrm>
            <a:off x="9653452" y="6236174"/>
            <a:ext cx="630918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6" name="テキスト プレースホルダー 5"/>
          <p:cNvSpPr>
            <a:spLocks noGrp="1"/>
          </p:cNvSpPr>
          <p:nvPr>
            <p:ph type="body" sz="quarter" idx="19" hasCustomPrompt="1"/>
          </p:nvPr>
        </p:nvSpPr>
        <p:spPr>
          <a:xfrm>
            <a:off x="9653452" y="7068709"/>
            <a:ext cx="6309180" cy="1727631"/>
          </a:xfrm>
        </p:spPr>
        <p:txBody>
          <a:bodyPr anchor="t">
            <a:normAutofit/>
          </a:bodyPr>
          <a:lstStyle>
            <a:lvl1pPr algn="l">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2643599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6" presetClass="entr" presetSubtype="37" fill="hold" grpId="0" nodeType="after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barn(outVertical)">
                                      <p:cBhvr>
                                        <p:cTn id="12" dur="500"/>
                                        <p:tgtEl>
                                          <p:spTgt spid="33"/>
                                        </p:tgtEl>
                                      </p:cBhvr>
                                    </p:animEffect>
                                  </p:childTnLst>
                                </p:cTn>
                              </p:par>
                              <p:par>
                                <p:cTn id="13" presetID="22" presetClass="entr" presetSubtype="4" fill="hold" nodeType="withEffect">
                                  <p:stCondLst>
                                    <p:cond delay="250"/>
                                  </p:stCondLst>
                                  <p:childTnLst>
                                    <p:set>
                                      <p:cBhvr>
                                        <p:cTn id="14" dur="1" fill="hold">
                                          <p:stCondLst>
                                            <p:cond delay="0"/>
                                          </p:stCondLst>
                                        </p:cTn>
                                        <p:tgtEl>
                                          <p:spTgt spid="37"/>
                                        </p:tgtEl>
                                        <p:attrNameLst>
                                          <p:attrName>style.visibility</p:attrName>
                                        </p:attrNameLst>
                                      </p:cBhvr>
                                      <p:to>
                                        <p:strVal val="visible"/>
                                      </p:to>
                                    </p:set>
                                    <p:animEffect transition="in" filter="wipe(down)">
                                      <p:cBhvr>
                                        <p:cTn id="15" dur="750"/>
                                        <p:tgtEl>
                                          <p:spTgt spid="37"/>
                                        </p:tgtEl>
                                      </p:cBhvr>
                                    </p:animEffect>
                                  </p:childTnLst>
                                </p:cTn>
                              </p:par>
                              <p:par>
                                <p:cTn id="16" presetID="22" presetClass="entr" presetSubtype="1" fill="hold" nodeType="withEffect">
                                  <p:stCondLst>
                                    <p:cond delay="250"/>
                                  </p:stCondLst>
                                  <p:childTnLst>
                                    <p:set>
                                      <p:cBhvr>
                                        <p:cTn id="17" dur="1" fill="hold">
                                          <p:stCondLst>
                                            <p:cond delay="0"/>
                                          </p:stCondLst>
                                        </p:cTn>
                                        <p:tgtEl>
                                          <p:spTgt spid="35"/>
                                        </p:tgtEl>
                                        <p:attrNameLst>
                                          <p:attrName>style.visibility</p:attrName>
                                        </p:attrNameLst>
                                      </p:cBhvr>
                                      <p:to>
                                        <p:strVal val="visible"/>
                                      </p:to>
                                    </p:set>
                                    <p:animEffect transition="in" filter="wipe(up)">
                                      <p:cBhvr>
                                        <p:cTn id="18" dur="750"/>
                                        <p:tgtEl>
                                          <p:spTgt spid="35"/>
                                        </p:tgtEl>
                                      </p:cBhvr>
                                    </p:animEffect>
                                  </p:childTnLst>
                                </p:cTn>
                              </p:par>
                              <p:par>
                                <p:cTn id="19" presetID="22" presetClass="entr" presetSubtype="8" fill="hold" nodeType="withEffect">
                                  <p:stCondLst>
                                    <p:cond delay="250"/>
                                  </p:stCondLst>
                                  <p:childTnLst>
                                    <p:set>
                                      <p:cBhvr>
                                        <p:cTn id="20" dur="1" fill="hold">
                                          <p:stCondLst>
                                            <p:cond delay="0"/>
                                          </p:stCondLst>
                                        </p:cTn>
                                        <p:tgtEl>
                                          <p:spTgt spid="34"/>
                                        </p:tgtEl>
                                        <p:attrNameLst>
                                          <p:attrName>style.visibility</p:attrName>
                                        </p:attrNameLst>
                                      </p:cBhvr>
                                      <p:to>
                                        <p:strVal val="visible"/>
                                      </p:to>
                                    </p:set>
                                    <p:animEffect transition="in" filter="wipe(left)">
                                      <p:cBhvr>
                                        <p:cTn id="21" dur="750"/>
                                        <p:tgtEl>
                                          <p:spTgt spid="34"/>
                                        </p:tgtEl>
                                      </p:cBhvr>
                                    </p:animEffect>
                                  </p:childTnLst>
                                </p:cTn>
                              </p:par>
                              <p:par>
                                <p:cTn id="22" presetID="22" presetClass="entr" presetSubtype="2" fill="hold" nodeType="withEffect">
                                  <p:stCondLst>
                                    <p:cond delay="250"/>
                                  </p:stCondLst>
                                  <p:childTnLst>
                                    <p:set>
                                      <p:cBhvr>
                                        <p:cTn id="23" dur="1" fill="hold">
                                          <p:stCondLst>
                                            <p:cond delay="0"/>
                                          </p:stCondLst>
                                        </p:cTn>
                                        <p:tgtEl>
                                          <p:spTgt spid="36"/>
                                        </p:tgtEl>
                                        <p:attrNameLst>
                                          <p:attrName>style.visibility</p:attrName>
                                        </p:attrNameLst>
                                      </p:cBhvr>
                                      <p:to>
                                        <p:strVal val="visible"/>
                                      </p:to>
                                    </p:set>
                                    <p:animEffect transition="in" filter="wipe(right)">
                                      <p:cBhvr>
                                        <p:cTn id="24" dur="750"/>
                                        <p:tgtEl>
                                          <p:spTgt spid="36"/>
                                        </p:tgtEl>
                                      </p:cBhvr>
                                    </p:animEffect>
                                  </p:childTnLst>
                                </p:cTn>
                              </p:par>
                              <p:par>
                                <p:cTn id="25" presetID="10" presetClass="entr" presetSubtype="0" fill="hold" grpId="0" nodeType="withEffect">
                                  <p:stCondLst>
                                    <p:cond delay="25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750"/>
                                        <p:tgtEl>
                                          <p:spTgt spid="38"/>
                                        </p:tgtEl>
                                      </p:cBhvr>
                                    </p:animEffect>
                                  </p:childTnLst>
                                </p:cTn>
                              </p:par>
                            </p:childTnLst>
                          </p:cTn>
                        </p:par>
                        <p:par>
                          <p:cTn id="28" fill="hold">
                            <p:stCondLst>
                              <p:cond delay="1500"/>
                            </p:stCondLst>
                            <p:childTnLst>
                              <p:par>
                                <p:cTn id="29" presetID="22" presetClass="entr" presetSubtype="1" fill="hold"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up)">
                                      <p:cBhvr>
                                        <p:cTn id="31" dur="250"/>
                                        <p:tgtEl>
                                          <p:spTgt spid="45"/>
                                        </p:tgtEl>
                                      </p:cBhvr>
                                    </p:animEffect>
                                  </p:childTnLst>
                                </p:cTn>
                              </p:par>
                              <p:par>
                                <p:cTn id="32" presetID="22" presetClass="entr" presetSubtype="8" fill="hold" grpId="0" nodeType="withEffect">
                                  <p:stCondLst>
                                    <p:cond delay="250"/>
                                  </p:stCondLst>
                                  <p:childTnLst>
                                    <p:set>
                                      <p:cBhvr>
                                        <p:cTn id="33" dur="1" fill="hold">
                                          <p:stCondLst>
                                            <p:cond delay="0"/>
                                          </p:stCondLst>
                                        </p:cTn>
                                        <p:tgtEl>
                                          <p:spTgt spid="39"/>
                                        </p:tgtEl>
                                        <p:attrNameLst>
                                          <p:attrName>style.visibility</p:attrName>
                                        </p:attrNameLst>
                                      </p:cBhvr>
                                      <p:to>
                                        <p:strVal val="visible"/>
                                      </p:to>
                                    </p:set>
                                    <p:animEffect transition="in" filter="wipe(left)">
                                      <p:cBhvr>
                                        <p:cTn id="34" dur="500"/>
                                        <p:tgtEl>
                                          <p:spTgt spid="39"/>
                                        </p:tgtEl>
                                      </p:cBhvr>
                                    </p:animEffect>
                                  </p:childTnLst>
                                </p:cTn>
                              </p:par>
                              <p:par>
                                <p:cTn id="35" presetID="22" presetClass="entr" presetSubtype="8" fill="hold" nodeType="withEffect">
                                  <p:stCondLst>
                                    <p:cond delay="500"/>
                                  </p:stCondLst>
                                  <p:childTnLst>
                                    <p:set>
                                      <p:cBhvr>
                                        <p:cTn id="36" dur="1" fill="hold">
                                          <p:stCondLst>
                                            <p:cond delay="0"/>
                                          </p:stCondLst>
                                        </p:cTn>
                                        <p:tgtEl>
                                          <p:spTgt spid="40"/>
                                        </p:tgtEl>
                                        <p:attrNameLst>
                                          <p:attrName>style.visibility</p:attrName>
                                        </p:attrNameLst>
                                      </p:cBhvr>
                                      <p:to>
                                        <p:strVal val="visible"/>
                                      </p:to>
                                    </p:set>
                                    <p:animEffect transition="in" filter="wipe(left)">
                                      <p:cBhvr>
                                        <p:cTn id="37" dur="500"/>
                                        <p:tgtEl>
                                          <p:spTgt spid="40"/>
                                        </p:tgtEl>
                                      </p:cBhvr>
                                    </p:animEffect>
                                  </p:childTnLst>
                                </p:cTn>
                              </p:par>
                              <p:par>
                                <p:cTn id="38" presetID="2" presetClass="entr" presetSubtype="2" decel="100000" fill="hold" grpId="0" nodeType="withEffect">
                                  <p:stCondLst>
                                    <p:cond delay="500"/>
                                  </p:stCondLst>
                                  <p:childTnLst>
                                    <p:set>
                                      <p:cBhvr>
                                        <p:cTn id="39" dur="1" fill="hold">
                                          <p:stCondLst>
                                            <p:cond delay="0"/>
                                          </p:stCondLst>
                                        </p:cTn>
                                        <p:tgtEl>
                                          <p:spTgt spid="46">
                                            <p:txEl>
                                              <p:pRg st="0" end="0"/>
                                            </p:txEl>
                                          </p:spTgt>
                                        </p:tgtEl>
                                        <p:attrNameLst>
                                          <p:attrName>style.visibility</p:attrName>
                                        </p:attrNameLst>
                                      </p:cBhvr>
                                      <p:to>
                                        <p:strVal val="visible"/>
                                      </p:to>
                                    </p:set>
                                    <p:anim calcmode="lin" valueType="num">
                                      <p:cBhvr additive="base">
                                        <p:cTn id="40" dur="1000" fill="hold"/>
                                        <p:tgtEl>
                                          <p:spTgt spid="46">
                                            <p:txEl>
                                              <p:pRg st="0" end="0"/>
                                            </p:txEl>
                                          </p:spTgt>
                                        </p:tgtEl>
                                        <p:attrNameLst>
                                          <p:attrName>ppt_x</p:attrName>
                                        </p:attrNameLst>
                                      </p:cBhvr>
                                      <p:tavLst>
                                        <p:tav tm="0">
                                          <p:val>
                                            <p:strVal val="1+#ppt_w/2"/>
                                          </p:val>
                                        </p:tav>
                                        <p:tav tm="100000">
                                          <p:val>
                                            <p:strVal val="#ppt_x"/>
                                          </p:val>
                                        </p:tav>
                                      </p:tavLst>
                                    </p:anim>
                                    <p:anim calcmode="lin" valueType="num">
                                      <p:cBhvr additive="base">
                                        <p:cTn id="41" dur="1000" fill="hold"/>
                                        <p:tgtEl>
                                          <p:spTgt spid="46">
                                            <p:txEl>
                                              <p:pRg st="0" end="0"/>
                                            </p:txEl>
                                          </p:spTgt>
                                        </p:tgtEl>
                                        <p:attrNameLst>
                                          <p:attrName>ppt_y</p:attrName>
                                        </p:attrNameLst>
                                      </p:cBhvr>
                                      <p:tavLst>
                                        <p:tav tm="0">
                                          <p:val>
                                            <p:strVal val="#ppt_y"/>
                                          </p:val>
                                        </p:tav>
                                        <p:tav tm="100000">
                                          <p:val>
                                            <p:strVal val="#ppt_y"/>
                                          </p:val>
                                        </p:tav>
                                      </p:tavLst>
                                    </p:anim>
                                  </p:childTnLst>
                                </p:cTn>
                              </p:par>
                              <p:par>
                                <p:cTn id="42" presetID="10" presetClass="entr" presetSubtype="0" fill="hold" grpId="1" nodeType="withEffect">
                                  <p:stCondLst>
                                    <p:cond delay="1000"/>
                                  </p:stCondLst>
                                  <p:childTnLst>
                                    <p:set>
                                      <p:cBhvr>
                                        <p:cTn id="43" dur="1" fill="hold">
                                          <p:stCondLst>
                                            <p:cond delay="0"/>
                                          </p:stCondLst>
                                        </p:cTn>
                                        <p:tgtEl>
                                          <p:spTgt spid="46">
                                            <p:txEl>
                                              <p:pRg st="0" end="0"/>
                                            </p:txEl>
                                          </p:spTgt>
                                        </p:tgtEl>
                                        <p:attrNameLst>
                                          <p:attrName>style.visibility</p:attrName>
                                        </p:attrNameLst>
                                      </p:cBhvr>
                                      <p:to>
                                        <p:strVal val="visible"/>
                                      </p:to>
                                    </p:set>
                                    <p:animEffect transition="in" filter="fade">
                                      <p:cBhvr>
                                        <p:cTn id="44" dur="500"/>
                                        <p:tgtEl>
                                          <p:spTgt spid="46">
                                            <p:txEl>
                                              <p:pRg st="0" end="0"/>
                                            </p:txEl>
                                          </p:spTgt>
                                        </p:tgtEl>
                                      </p:cBhvr>
                                    </p:animEffect>
                                  </p:childTnLst>
                                </p:cTn>
                              </p:par>
                              <p:par>
                                <p:cTn id="45" presetID="1" presetClass="exit" presetSubtype="0" fill="hold" grpId="2" nodeType="withEffect">
                                  <p:stCondLst>
                                    <p:cond delay="500"/>
                                  </p:stCondLst>
                                  <p:childTnLst>
                                    <p:set>
                                      <p:cBhvr>
                                        <p:cTn id="46" dur="1" fill="hold">
                                          <p:stCondLst>
                                            <p:cond delay="0"/>
                                          </p:stCondLst>
                                        </p:cTn>
                                        <p:tgtEl>
                                          <p:spTgt spid="46">
                                            <p:txEl>
                                              <p:pRg st="0" end="0"/>
                                            </p:txEl>
                                          </p:spTgt>
                                        </p:tgtEl>
                                        <p:attrNameLst>
                                          <p:attrName>style.visibility</p:attrName>
                                        </p:attrNameLst>
                                      </p:cBhvr>
                                      <p:to>
                                        <p:strVal val="hidden"/>
                                      </p:to>
                                    </p:set>
                                  </p:childTnLst>
                                </p:cTn>
                              </p:par>
                            </p:childTnLst>
                          </p:cTn>
                        </p:par>
                        <p:par>
                          <p:cTn id="47" fill="hold">
                            <p:stCondLst>
                              <p:cond delay="3000"/>
                            </p:stCondLst>
                            <p:childTnLst>
                              <p:par>
                                <p:cTn id="48" presetID="10" presetClass="entr" presetSubtype="0" fill="hold" grpId="0" nodeType="afterEffect">
                                  <p:stCondLst>
                                    <p:cond delay="0"/>
                                  </p:stCondLst>
                                  <p:childTnLst>
                                    <p:set>
                                      <p:cBhvr>
                                        <p:cTn id="49" dur="1" fill="hold">
                                          <p:stCondLst>
                                            <p:cond delay="0"/>
                                          </p:stCondLst>
                                        </p:cTn>
                                        <p:tgtEl>
                                          <p:spTgt spid="47">
                                            <p:txEl>
                                              <p:pRg st="0" end="0"/>
                                            </p:txEl>
                                          </p:spTgt>
                                        </p:tgtEl>
                                        <p:attrNameLst>
                                          <p:attrName>style.visibility</p:attrName>
                                        </p:attrNameLst>
                                      </p:cBhvr>
                                      <p:to>
                                        <p:strVal val="visible"/>
                                      </p:to>
                                    </p:set>
                                    <p:animEffect transition="in" filter="fade">
                                      <p:cBhvr>
                                        <p:cTn id="50" dur="500"/>
                                        <p:tgtEl>
                                          <p:spTgt spid="47">
                                            <p:txEl>
                                              <p:pRg st="0" end="0"/>
                                            </p:txEl>
                                          </p:spTgt>
                                        </p:tgtEl>
                                      </p:cBhvr>
                                    </p:animEffect>
                                  </p:childTnLst>
                                </p:cTn>
                              </p:par>
                            </p:childTnLst>
                          </p:cTn>
                        </p:par>
                        <p:par>
                          <p:cTn id="51" fill="hold">
                            <p:stCondLst>
                              <p:cond delay="3500"/>
                            </p:stCondLst>
                            <p:childTnLst>
                              <p:par>
                                <p:cTn id="52" presetID="22" presetClass="entr" presetSubtype="1" fill="hold" nodeType="afterEffect">
                                  <p:stCondLst>
                                    <p:cond delay="0"/>
                                  </p:stCondLst>
                                  <p:childTnLst>
                                    <p:set>
                                      <p:cBhvr>
                                        <p:cTn id="53" dur="1" fill="hold">
                                          <p:stCondLst>
                                            <p:cond delay="0"/>
                                          </p:stCondLst>
                                        </p:cTn>
                                        <p:tgtEl>
                                          <p:spTgt spid="54"/>
                                        </p:tgtEl>
                                        <p:attrNameLst>
                                          <p:attrName>style.visibility</p:attrName>
                                        </p:attrNameLst>
                                      </p:cBhvr>
                                      <p:to>
                                        <p:strVal val="visible"/>
                                      </p:to>
                                    </p:set>
                                    <p:animEffect transition="in" filter="wipe(up)">
                                      <p:cBhvr>
                                        <p:cTn id="54" dur="250"/>
                                        <p:tgtEl>
                                          <p:spTgt spid="54"/>
                                        </p:tgtEl>
                                      </p:cBhvr>
                                    </p:animEffect>
                                  </p:childTnLst>
                                </p:cTn>
                              </p:par>
                              <p:par>
                                <p:cTn id="55" presetID="22" presetClass="entr" presetSubtype="8" fill="hold" grpId="0" nodeType="withEffect">
                                  <p:stCondLst>
                                    <p:cond delay="250"/>
                                  </p:stCondLst>
                                  <p:childTnLst>
                                    <p:set>
                                      <p:cBhvr>
                                        <p:cTn id="56" dur="1" fill="hold">
                                          <p:stCondLst>
                                            <p:cond delay="0"/>
                                          </p:stCondLst>
                                        </p:cTn>
                                        <p:tgtEl>
                                          <p:spTgt spid="48"/>
                                        </p:tgtEl>
                                        <p:attrNameLst>
                                          <p:attrName>style.visibility</p:attrName>
                                        </p:attrNameLst>
                                      </p:cBhvr>
                                      <p:to>
                                        <p:strVal val="visible"/>
                                      </p:to>
                                    </p:set>
                                    <p:animEffect transition="in" filter="wipe(left)">
                                      <p:cBhvr>
                                        <p:cTn id="57" dur="500"/>
                                        <p:tgtEl>
                                          <p:spTgt spid="48"/>
                                        </p:tgtEl>
                                      </p:cBhvr>
                                    </p:animEffect>
                                  </p:childTnLst>
                                </p:cTn>
                              </p:par>
                              <p:par>
                                <p:cTn id="58" presetID="22" presetClass="entr" presetSubtype="8" fill="hold" nodeType="withEffect">
                                  <p:stCondLst>
                                    <p:cond delay="500"/>
                                  </p:stCondLst>
                                  <p:childTnLst>
                                    <p:set>
                                      <p:cBhvr>
                                        <p:cTn id="59" dur="1" fill="hold">
                                          <p:stCondLst>
                                            <p:cond delay="0"/>
                                          </p:stCondLst>
                                        </p:cTn>
                                        <p:tgtEl>
                                          <p:spTgt spid="49"/>
                                        </p:tgtEl>
                                        <p:attrNameLst>
                                          <p:attrName>style.visibility</p:attrName>
                                        </p:attrNameLst>
                                      </p:cBhvr>
                                      <p:to>
                                        <p:strVal val="visible"/>
                                      </p:to>
                                    </p:set>
                                    <p:animEffect transition="in" filter="wipe(left)">
                                      <p:cBhvr>
                                        <p:cTn id="60" dur="500"/>
                                        <p:tgtEl>
                                          <p:spTgt spid="49"/>
                                        </p:tgtEl>
                                      </p:cBhvr>
                                    </p:animEffect>
                                  </p:childTnLst>
                                </p:cTn>
                              </p:par>
                              <p:par>
                                <p:cTn id="61" presetID="2" presetClass="entr" presetSubtype="2" decel="100000" fill="hold" grpId="0" nodeType="withEffect">
                                  <p:stCondLst>
                                    <p:cond delay="500"/>
                                  </p:stCondLst>
                                  <p:childTnLst>
                                    <p:set>
                                      <p:cBhvr>
                                        <p:cTn id="62" dur="1" fill="hold">
                                          <p:stCondLst>
                                            <p:cond delay="0"/>
                                          </p:stCondLst>
                                        </p:cTn>
                                        <p:tgtEl>
                                          <p:spTgt spid="55">
                                            <p:txEl>
                                              <p:pRg st="0" end="0"/>
                                            </p:txEl>
                                          </p:spTgt>
                                        </p:tgtEl>
                                        <p:attrNameLst>
                                          <p:attrName>style.visibility</p:attrName>
                                        </p:attrNameLst>
                                      </p:cBhvr>
                                      <p:to>
                                        <p:strVal val="visible"/>
                                      </p:to>
                                    </p:set>
                                    <p:anim calcmode="lin" valueType="num">
                                      <p:cBhvr additive="base">
                                        <p:cTn id="63" dur="1000" fill="hold"/>
                                        <p:tgtEl>
                                          <p:spTgt spid="55">
                                            <p:txEl>
                                              <p:pRg st="0" end="0"/>
                                            </p:txEl>
                                          </p:spTgt>
                                        </p:tgtEl>
                                        <p:attrNameLst>
                                          <p:attrName>ppt_x</p:attrName>
                                        </p:attrNameLst>
                                      </p:cBhvr>
                                      <p:tavLst>
                                        <p:tav tm="0">
                                          <p:val>
                                            <p:strVal val="1+#ppt_w/2"/>
                                          </p:val>
                                        </p:tav>
                                        <p:tav tm="100000">
                                          <p:val>
                                            <p:strVal val="#ppt_x"/>
                                          </p:val>
                                        </p:tav>
                                      </p:tavLst>
                                    </p:anim>
                                    <p:anim calcmode="lin" valueType="num">
                                      <p:cBhvr additive="base">
                                        <p:cTn id="64" dur="1000" fill="hold"/>
                                        <p:tgtEl>
                                          <p:spTgt spid="55">
                                            <p:txEl>
                                              <p:pRg st="0" end="0"/>
                                            </p:txEl>
                                          </p:spTgt>
                                        </p:tgtEl>
                                        <p:attrNameLst>
                                          <p:attrName>ppt_y</p:attrName>
                                        </p:attrNameLst>
                                      </p:cBhvr>
                                      <p:tavLst>
                                        <p:tav tm="0">
                                          <p:val>
                                            <p:strVal val="#ppt_y"/>
                                          </p:val>
                                        </p:tav>
                                        <p:tav tm="100000">
                                          <p:val>
                                            <p:strVal val="#ppt_y"/>
                                          </p:val>
                                        </p:tav>
                                      </p:tavLst>
                                    </p:anim>
                                  </p:childTnLst>
                                </p:cTn>
                              </p:par>
                              <p:par>
                                <p:cTn id="65" presetID="10" presetClass="entr" presetSubtype="0" fill="hold" grpId="1" nodeType="withEffect">
                                  <p:stCondLst>
                                    <p:cond delay="1000"/>
                                  </p:stCondLst>
                                  <p:childTnLst>
                                    <p:set>
                                      <p:cBhvr>
                                        <p:cTn id="66" dur="1" fill="hold">
                                          <p:stCondLst>
                                            <p:cond delay="0"/>
                                          </p:stCondLst>
                                        </p:cTn>
                                        <p:tgtEl>
                                          <p:spTgt spid="55">
                                            <p:txEl>
                                              <p:pRg st="0" end="0"/>
                                            </p:txEl>
                                          </p:spTgt>
                                        </p:tgtEl>
                                        <p:attrNameLst>
                                          <p:attrName>style.visibility</p:attrName>
                                        </p:attrNameLst>
                                      </p:cBhvr>
                                      <p:to>
                                        <p:strVal val="visible"/>
                                      </p:to>
                                    </p:set>
                                    <p:animEffect transition="in" filter="fade">
                                      <p:cBhvr>
                                        <p:cTn id="67" dur="500"/>
                                        <p:tgtEl>
                                          <p:spTgt spid="55">
                                            <p:txEl>
                                              <p:pRg st="0" end="0"/>
                                            </p:txEl>
                                          </p:spTgt>
                                        </p:tgtEl>
                                      </p:cBhvr>
                                    </p:animEffect>
                                  </p:childTnLst>
                                </p:cTn>
                              </p:par>
                              <p:par>
                                <p:cTn id="68" presetID="1" presetClass="exit" presetSubtype="0" fill="hold" grpId="2" nodeType="withEffect">
                                  <p:stCondLst>
                                    <p:cond delay="500"/>
                                  </p:stCondLst>
                                  <p:childTnLst>
                                    <p:set>
                                      <p:cBhvr>
                                        <p:cTn id="69" dur="1" fill="hold">
                                          <p:stCondLst>
                                            <p:cond delay="0"/>
                                          </p:stCondLst>
                                        </p:cTn>
                                        <p:tgtEl>
                                          <p:spTgt spid="55">
                                            <p:txEl>
                                              <p:pRg st="0" end="0"/>
                                            </p:txEl>
                                          </p:spTgt>
                                        </p:tgtEl>
                                        <p:attrNameLst>
                                          <p:attrName>style.visibility</p:attrName>
                                        </p:attrNameLst>
                                      </p:cBhvr>
                                      <p:to>
                                        <p:strVal val="hidden"/>
                                      </p:to>
                                    </p:set>
                                  </p:childTnLst>
                                </p:cTn>
                              </p:par>
                            </p:childTnLst>
                          </p:cTn>
                        </p:par>
                        <p:par>
                          <p:cTn id="70" fill="hold">
                            <p:stCondLst>
                              <p:cond delay="5000"/>
                            </p:stCondLst>
                            <p:childTnLst>
                              <p:par>
                                <p:cTn id="71" presetID="10" presetClass="entr" presetSubtype="0" fill="hold" grpId="0" nodeType="afterEffect">
                                  <p:stCondLst>
                                    <p:cond delay="0"/>
                                  </p:stCondLst>
                                  <p:childTnLst>
                                    <p:set>
                                      <p:cBhvr>
                                        <p:cTn id="72" dur="1" fill="hold">
                                          <p:stCondLst>
                                            <p:cond delay="0"/>
                                          </p:stCondLst>
                                        </p:cTn>
                                        <p:tgtEl>
                                          <p:spTgt spid="56">
                                            <p:txEl>
                                              <p:pRg st="0" end="0"/>
                                            </p:txEl>
                                          </p:spTgt>
                                        </p:tgtEl>
                                        <p:attrNameLst>
                                          <p:attrName>style.visibility</p:attrName>
                                        </p:attrNameLst>
                                      </p:cBhvr>
                                      <p:to>
                                        <p:strVal val="visible"/>
                                      </p:to>
                                    </p:set>
                                    <p:animEffect transition="in" filter="fade">
                                      <p:cBhvr>
                                        <p:cTn id="73" dur="500"/>
                                        <p:tgtEl>
                                          <p:spTgt spid="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33" grpId="0" animBg="1"/>
      <p:bldP spid="38" grpId="0"/>
      <p:bldP spid="39" grpId="0" animBg="1"/>
      <p:bldP spid="46" grpId="0" build="p">
        <p:tmplLst>
          <p:tmpl lvl="1">
            <p:tnLst>
              <p:par>
                <p:cTn presetID="2" presetClass="entr" presetSubtype="2" decel="100000" fill="hold" nodeType="withEffect">
                  <p:stCondLst>
                    <p:cond delay="500"/>
                  </p:stCondLst>
                  <p:childTnLst>
                    <p:set>
                      <p:cBhvr>
                        <p:cTn dur="1" fill="hold">
                          <p:stCondLst>
                            <p:cond delay="0"/>
                          </p:stCondLst>
                        </p:cTn>
                        <p:tgtEl>
                          <p:spTgt spid="46"/>
                        </p:tgtEl>
                        <p:attrNameLst>
                          <p:attrName>style.visibility</p:attrName>
                        </p:attrNameLst>
                      </p:cBhvr>
                      <p:to>
                        <p:strVal val="visible"/>
                      </p:to>
                    </p:set>
                    <p:anim calcmode="lin" valueType="num">
                      <p:cBhvr additive="base">
                        <p:cTn dur="1000" fill="hold"/>
                        <p:tgtEl>
                          <p:spTgt spid="46"/>
                        </p:tgtEl>
                        <p:attrNameLst>
                          <p:attrName>ppt_x</p:attrName>
                        </p:attrNameLst>
                      </p:cBhvr>
                      <p:tavLst>
                        <p:tav tm="0">
                          <p:val>
                            <p:strVal val="1+#ppt_w/2"/>
                          </p:val>
                        </p:tav>
                        <p:tav tm="100000">
                          <p:val>
                            <p:strVal val="#ppt_x"/>
                          </p:val>
                        </p:tav>
                      </p:tavLst>
                    </p:anim>
                    <p:anim calcmode="lin" valueType="num">
                      <p:cBhvr additive="base">
                        <p:cTn dur="1000" fill="hold"/>
                        <p:tgtEl>
                          <p:spTgt spid="46"/>
                        </p:tgtEl>
                        <p:attrNameLst>
                          <p:attrName>ppt_y</p:attrName>
                        </p:attrNameLst>
                      </p:cBhvr>
                      <p:tavLst>
                        <p:tav tm="0">
                          <p:val>
                            <p:strVal val="#ppt_y"/>
                          </p:val>
                        </p:tav>
                        <p:tav tm="100000">
                          <p:val>
                            <p:strVal val="#ppt_y"/>
                          </p:val>
                        </p:tav>
                      </p:tavLst>
                    </p:anim>
                  </p:childTnLst>
                </p:cTn>
              </p:par>
            </p:tnLst>
          </p:tmpl>
        </p:tmplLst>
      </p:bldP>
      <p:bldP spid="46" grpId="1" build="p">
        <p:tmplLst>
          <p:tmpl lvl="1">
            <p:tnLst>
              <p:par>
                <p:cTn presetID="10" presetClass="entr" presetSubtype="0" fill="hold" nodeType="withEffect">
                  <p:stCondLst>
                    <p:cond delay="1000"/>
                  </p:stCondLst>
                  <p:childTnLst>
                    <p:set>
                      <p:cBhvr>
                        <p:cTn dur="1" fill="hold">
                          <p:stCondLst>
                            <p:cond delay="0"/>
                          </p:stCondLst>
                        </p:cTn>
                        <p:tgtEl>
                          <p:spTgt spid="46"/>
                        </p:tgtEl>
                        <p:attrNameLst>
                          <p:attrName>style.visibility</p:attrName>
                        </p:attrNameLst>
                      </p:cBhvr>
                      <p:to>
                        <p:strVal val="visible"/>
                      </p:to>
                    </p:set>
                    <p:animEffect transition="in" filter="fade">
                      <p:cBhvr>
                        <p:cTn dur="500"/>
                        <p:tgtEl>
                          <p:spTgt spid="46"/>
                        </p:tgtEl>
                      </p:cBhvr>
                    </p:animEffect>
                  </p:childTnLst>
                </p:cTn>
              </p:par>
            </p:tnLst>
          </p:tmpl>
        </p:tmplLst>
      </p:bldP>
      <p:bldP spid="46" grpId="2" build="p">
        <p:tmplLst>
          <p:tmpl lvl="1">
            <p:tnLst>
              <p:par>
                <p:cTn presetID="1" presetClass="exit" presetSubtype="0" fill="hold" nodeType="withEffect">
                  <p:stCondLst>
                    <p:cond delay="500"/>
                  </p:stCondLst>
                  <p:childTnLst>
                    <p:set>
                      <p:cBhvr>
                        <p:cTn dur="1" fill="hold">
                          <p:stCondLst>
                            <p:cond delay="0"/>
                          </p:stCondLst>
                        </p:cTn>
                        <p:tgtEl>
                          <p:spTgt spid="46"/>
                        </p:tgtEl>
                        <p:attrNameLst>
                          <p:attrName>style.visibility</p:attrName>
                        </p:attrNameLst>
                      </p:cBhvr>
                      <p:to>
                        <p:strVal val="hidden"/>
                      </p:to>
                    </p:set>
                  </p:childTnLst>
                </p:cTn>
              </p:par>
            </p:tnLst>
          </p:tmpl>
        </p:tmplLst>
      </p:bldP>
      <p:bldP spid="47" grpId="0" build="p">
        <p:tmplLst>
          <p:tmpl lvl="1">
            <p:tnLst>
              <p:par>
                <p:cTn presetID="10" presetClass="entr" presetSubtype="0" fill="hold" nodeType="after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500"/>
                        <p:tgtEl>
                          <p:spTgt spid="47"/>
                        </p:tgtEl>
                      </p:cBhvr>
                    </p:animEffect>
                  </p:childTnLst>
                </p:cTn>
              </p:par>
            </p:tnLst>
          </p:tmpl>
        </p:tmplLst>
      </p:bldP>
      <p:bldP spid="48" grpId="0" animBg="1"/>
      <p:bldP spid="55" grpId="0" build="p">
        <p:tmplLst>
          <p:tmpl lvl="1">
            <p:tnLst>
              <p:par>
                <p:cTn presetID="2" presetClass="entr" presetSubtype="2" decel="100000" fill="hold" nodeType="withEffect">
                  <p:stCondLst>
                    <p:cond delay="50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1000" fill="hold"/>
                        <p:tgtEl>
                          <p:spTgt spid="55"/>
                        </p:tgtEl>
                        <p:attrNameLst>
                          <p:attrName>ppt_x</p:attrName>
                        </p:attrNameLst>
                      </p:cBhvr>
                      <p:tavLst>
                        <p:tav tm="0">
                          <p:val>
                            <p:strVal val="1+#ppt_w/2"/>
                          </p:val>
                        </p:tav>
                        <p:tav tm="100000">
                          <p:val>
                            <p:strVal val="#ppt_x"/>
                          </p:val>
                        </p:tav>
                      </p:tavLst>
                    </p:anim>
                    <p:anim calcmode="lin" valueType="num">
                      <p:cBhvr additive="base">
                        <p:cTn dur="1000" fill="hold"/>
                        <p:tgtEl>
                          <p:spTgt spid="55"/>
                        </p:tgtEl>
                        <p:attrNameLst>
                          <p:attrName>ppt_y</p:attrName>
                        </p:attrNameLst>
                      </p:cBhvr>
                      <p:tavLst>
                        <p:tav tm="0">
                          <p:val>
                            <p:strVal val="#ppt_y"/>
                          </p:val>
                        </p:tav>
                        <p:tav tm="100000">
                          <p:val>
                            <p:strVal val="#ppt_y"/>
                          </p:val>
                        </p:tav>
                      </p:tavLst>
                    </p:anim>
                  </p:childTnLst>
                </p:cTn>
              </p:par>
            </p:tnLst>
          </p:tmpl>
        </p:tmplLst>
      </p:bldP>
      <p:bldP spid="55" grpId="1" build="p">
        <p:tmplLst>
          <p:tmpl lvl="1">
            <p:tnLst>
              <p:par>
                <p:cTn presetID="10" presetClass="entr" presetSubtype="0" fill="hold" nodeType="withEffect">
                  <p:stCondLst>
                    <p:cond delay="1000"/>
                  </p:stCondLst>
                  <p:childTnLst>
                    <p:set>
                      <p:cBhvr>
                        <p:cTn dur="1" fill="hold">
                          <p:stCondLst>
                            <p:cond delay="0"/>
                          </p:stCondLst>
                        </p:cTn>
                        <p:tgtEl>
                          <p:spTgt spid="55"/>
                        </p:tgtEl>
                        <p:attrNameLst>
                          <p:attrName>style.visibility</p:attrName>
                        </p:attrNameLst>
                      </p:cBhvr>
                      <p:to>
                        <p:strVal val="visible"/>
                      </p:to>
                    </p:set>
                    <p:animEffect transition="in" filter="fade">
                      <p:cBhvr>
                        <p:cTn dur="500"/>
                        <p:tgtEl>
                          <p:spTgt spid="55"/>
                        </p:tgtEl>
                      </p:cBhvr>
                    </p:animEffect>
                  </p:childTnLst>
                </p:cTn>
              </p:par>
            </p:tnLst>
          </p:tmpl>
        </p:tmplLst>
      </p:bldP>
      <p:bldP spid="55" grpId="2" build="p">
        <p:tmplLst>
          <p:tmpl lvl="1">
            <p:tnLst>
              <p:par>
                <p:cTn presetID="1" presetClass="exit" presetSubtype="0" fill="hold" nodeType="withEffect">
                  <p:stCondLst>
                    <p:cond delay="500"/>
                  </p:stCondLst>
                  <p:childTnLst>
                    <p:set>
                      <p:cBhvr>
                        <p:cTn dur="1" fill="hold">
                          <p:stCondLst>
                            <p:cond delay="0"/>
                          </p:stCondLst>
                        </p:cTn>
                        <p:tgtEl>
                          <p:spTgt spid="55"/>
                        </p:tgtEl>
                        <p:attrNameLst>
                          <p:attrName>style.visibility</p:attrName>
                        </p:attrNameLst>
                      </p:cBhvr>
                      <p:to>
                        <p:strVal val="hidden"/>
                      </p:to>
                    </p:set>
                  </p:childTnLst>
                </p:cTn>
              </p:par>
            </p:tnLst>
          </p:tmpl>
        </p:tmplLst>
      </p:bldP>
      <p:bldP spid="56" grpId="0" build="p">
        <p:tmplLst>
          <p:tmpl lvl="1">
            <p:tnLst>
              <p:par>
                <p:cTn presetID="10" presetClass="entr" presetSubtype="0" fill="hold" nodeType="afterEffect">
                  <p:stCondLst>
                    <p:cond delay="0"/>
                  </p:stCondLst>
                  <p:childTnLst>
                    <p:set>
                      <p:cBhvr>
                        <p:cTn dur="1" fill="hold">
                          <p:stCondLst>
                            <p:cond delay="0"/>
                          </p:stCondLst>
                        </p:cTn>
                        <p:tgtEl>
                          <p:spTgt spid="56"/>
                        </p:tgtEl>
                        <p:attrNameLst>
                          <p:attrName>style.visibility</p:attrName>
                        </p:attrNameLst>
                      </p:cBhvr>
                      <p:to>
                        <p:strVal val="visible"/>
                      </p:to>
                    </p:set>
                    <p:animEffect transition="in" filter="fade">
                      <p:cBhvr>
                        <p:cTn dur="500"/>
                        <p:tgtEl>
                          <p:spTgt spid="56"/>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de Imag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6988268" y="647706"/>
            <a:ext cx="759574" cy="547688"/>
          </a:xfrm>
        </p:spPr>
        <p:txBody>
          <a:bodyPr/>
          <a:lstStyle/>
          <a:p>
            <a:fld id="{FADD65F2-3061-4838-8922-F719F7BAC906}" type="slidenum">
              <a:rPr lang="ja-JP" altLang="en-US" smtClean="0"/>
              <a:pPr/>
              <a:t>‹#›</a:t>
            </a:fld>
            <a:endParaRPr lang="ja-JP" altLang="en-US" dirty="0"/>
          </a:p>
        </p:txBody>
      </p:sp>
      <p:sp>
        <p:nvSpPr>
          <p:cNvPr id="7"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8" name="正方形/長方形 7"/>
          <p:cNvSpPr/>
          <p:nvPr userDrawn="1"/>
        </p:nvSpPr>
        <p:spPr>
          <a:xfrm>
            <a:off x="-43542" y="2314575"/>
            <a:ext cx="18396000" cy="5243513"/>
          </a:xfrm>
          <a:prstGeom prst="rect">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cxnSp>
        <p:nvCxnSpPr>
          <p:cNvPr id="9" name="直線コネクタ 8"/>
          <p:cNvCxnSpPr/>
          <p:nvPr userDrawn="1"/>
        </p:nvCxnSpPr>
        <p:spPr>
          <a:xfrm>
            <a:off x="0" y="2481942"/>
            <a:ext cx="1829117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userDrawn="1"/>
        </p:nvCxnSpPr>
        <p:spPr>
          <a:xfrm>
            <a:off x="-1" y="7380513"/>
            <a:ext cx="1829117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3" name="図プレースホルダー 12"/>
          <p:cNvSpPr>
            <a:spLocks noGrp="1"/>
          </p:cNvSpPr>
          <p:nvPr>
            <p:ph type="pic" sz="quarter" idx="14" hasCustomPrompt="1"/>
          </p:nvPr>
        </p:nvSpPr>
        <p:spPr>
          <a:xfrm>
            <a:off x="0" y="2599531"/>
            <a:ext cx="18291175" cy="4673600"/>
          </a:xfrm>
          <a:effectLst>
            <a:innerShdw blurRad="114300">
              <a:prstClr val="black"/>
            </a:innerShdw>
          </a:effectLst>
        </p:spPr>
        <p:txBody>
          <a:bodyPr>
            <a:normAutofit/>
          </a:bodyPr>
          <a:lstStyle>
            <a:lvl1pPr>
              <a:defRPr sz="2000">
                <a:solidFill>
                  <a:schemeClr val="bg2"/>
                </a:solidFill>
              </a:defRPr>
            </a:lvl1pPr>
          </a:lstStyle>
          <a:p>
            <a:r>
              <a:rPr kumimoji="1" lang="en-US" altLang="ja-JP" dirty="0"/>
              <a:t>Add an image</a:t>
            </a:r>
            <a:endParaRPr kumimoji="1" lang="ja-JP" altLang="en-US" dirty="0"/>
          </a:p>
        </p:txBody>
      </p:sp>
      <p:sp>
        <p:nvSpPr>
          <p:cNvPr id="15" name="テキスト プレースホルダー 5"/>
          <p:cNvSpPr>
            <a:spLocks noGrp="1"/>
          </p:cNvSpPr>
          <p:nvPr>
            <p:ph type="body" sz="quarter" idx="12" hasCustomPrompt="1"/>
          </p:nvPr>
        </p:nvSpPr>
        <p:spPr>
          <a:xfrm>
            <a:off x="1137443" y="7663542"/>
            <a:ext cx="16016288" cy="1494971"/>
          </a:xfrm>
        </p:spPr>
        <p:txBody>
          <a:bodyPr anchor="ctr">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979814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6" presetClass="entr" presetSubtype="37"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outVertical)">
                                      <p:cBhvr>
                                        <p:cTn id="12" dur="500"/>
                                        <p:tgtEl>
                                          <p:spTgt spid="8"/>
                                        </p:tgtEl>
                                      </p:cBhvr>
                                    </p:animEffect>
                                  </p:childTnLst>
                                </p:cTn>
                              </p:par>
                              <p:par>
                                <p:cTn id="13" presetID="22" presetClass="entr" presetSubtype="8" fill="hold" nodeType="withEffect">
                                  <p:stCondLst>
                                    <p:cond delay="25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1000"/>
                                        <p:tgtEl>
                                          <p:spTgt spid="9"/>
                                        </p:tgtEl>
                                      </p:cBhvr>
                                    </p:animEffect>
                                  </p:childTnLst>
                                </p:cTn>
                              </p:par>
                              <p:par>
                                <p:cTn id="16" presetID="22" presetClass="entr" presetSubtype="2" fill="hold" nodeType="withEffect">
                                  <p:stCondLst>
                                    <p:cond delay="25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1000"/>
                                        <p:tgtEl>
                                          <p:spTgt spid="11"/>
                                        </p:tgtEl>
                                      </p:cBhvr>
                                    </p:animEffect>
                                  </p:childTnLst>
                                </p:cTn>
                              </p:par>
                              <p:par>
                                <p:cTn id="19" presetID="10" presetClass="entr" presetSubtype="0" fill="hold" grpId="0" nodeType="withEffect">
                                  <p:stCondLst>
                                    <p:cond delay="25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childTnLst>
                                </p:cTn>
                              </p:par>
                            </p:childTnLst>
                          </p:cTn>
                        </p:par>
                        <p:par>
                          <p:cTn id="22" fill="hold">
                            <p:stCondLst>
                              <p:cond delay="1750"/>
                            </p:stCondLst>
                            <p:childTnLst>
                              <p:par>
                                <p:cTn id="23" presetID="2" presetClass="entr" presetSubtype="4" decel="100000" fill="hold" grpId="0" nodeType="afterEffect">
                                  <p:stCondLst>
                                    <p:cond delay="250"/>
                                  </p:stCondLst>
                                  <p:childTnLst>
                                    <p:set>
                                      <p:cBhvr>
                                        <p:cTn id="24" dur="1" fill="hold">
                                          <p:stCondLst>
                                            <p:cond delay="0"/>
                                          </p:stCondLst>
                                        </p:cTn>
                                        <p:tgtEl>
                                          <p:spTgt spid="15">
                                            <p:txEl>
                                              <p:pRg st="0" end="0"/>
                                            </p:txEl>
                                          </p:spTgt>
                                        </p:tgtEl>
                                        <p:attrNameLst>
                                          <p:attrName>style.visibility</p:attrName>
                                        </p:attrNameLst>
                                      </p:cBhvr>
                                      <p:to>
                                        <p:strVal val="visible"/>
                                      </p:to>
                                    </p:set>
                                    <p:anim calcmode="lin" valueType="num">
                                      <p:cBhvr additive="base">
                                        <p:cTn id="25"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 presetClass="entr" presetSubtype="1" decel="10000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0-#ppt_h/2"/>
                          </p:val>
                        </p:tav>
                        <p:tav tm="100000">
                          <p:val>
                            <p:strVal val="#ppt_y"/>
                          </p:val>
                        </p:tav>
                      </p:tavLst>
                    </p:anim>
                  </p:childTnLst>
                </p:cTn>
              </p:par>
            </p:tnLst>
          </p:tmpl>
        </p:tmplLst>
      </p:bldP>
      <p:bldP spid="8" grpId="0" animBg="1"/>
      <p:bldP spid="13" grpId="0"/>
      <p:bldP spid="15" grpId="0" build="p">
        <p:tmplLst>
          <p:tmpl lvl="1">
            <p:tnLst>
              <p:par>
                <p:cTn presetID="2" presetClass="entr" presetSubtype="4" decel="100000" fill="hold" nodeType="afterEffect">
                  <p:stCondLst>
                    <p:cond delay="25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ppt_x"/>
                          </p:val>
                        </p:tav>
                        <p:tav tm="100000">
                          <p:val>
                            <p:strVal val="#ppt_x"/>
                          </p:val>
                        </p:tav>
                      </p:tavLst>
                    </p:anim>
                    <p:anim calcmode="lin" valueType="num">
                      <p:cBhvr additive="base">
                        <p:cTn dur="500" fill="hold"/>
                        <p:tgtEl>
                          <p:spTgt spid="15"/>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ide Image and Caption">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6988268" y="647706"/>
            <a:ext cx="759574" cy="547688"/>
          </a:xfrm>
        </p:spPr>
        <p:txBody>
          <a:bodyPr/>
          <a:lstStyle/>
          <a:p>
            <a:fld id="{FADD65F2-3061-4838-8922-F719F7BAC906}" type="slidenum">
              <a:rPr lang="ja-JP" altLang="en-US" smtClean="0"/>
              <a:pPr/>
              <a:t>‹#›</a:t>
            </a:fld>
            <a:endParaRPr lang="ja-JP" altLang="en-US" dirty="0"/>
          </a:p>
        </p:txBody>
      </p:sp>
      <p:sp>
        <p:nvSpPr>
          <p:cNvPr id="7"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8" name="正方形/長方形 7"/>
          <p:cNvSpPr/>
          <p:nvPr userDrawn="1"/>
        </p:nvSpPr>
        <p:spPr>
          <a:xfrm>
            <a:off x="-43542" y="2314575"/>
            <a:ext cx="18396000" cy="5243513"/>
          </a:xfrm>
          <a:prstGeom prst="rect">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cxnSp>
        <p:nvCxnSpPr>
          <p:cNvPr id="9" name="直線コネクタ 8"/>
          <p:cNvCxnSpPr/>
          <p:nvPr userDrawn="1"/>
        </p:nvCxnSpPr>
        <p:spPr>
          <a:xfrm>
            <a:off x="0" y="2481942"/>
            <a:ext cx="1829117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userDrawn="1"/>
        </p:nvCxnSpPr>
        <p:spPr>
          <a:xfrm>
            <a:off x="-1" y="7380513"/>
            <a:ext cx="1829117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3" name="図プレースホルダー 12"/>
          <p:cNvSpPr>
            <a:spLocks noGrp="1"/>
          </p:cNvSpPr>
          <p:nvPr>
            <p:ph type="pic" sz="quarter" idx="14" hasCustomPrompt="1"/>
          </p:nvPr>
        </p:nvSpPr>
        <p:spPr>
          <a:xfrm>
            <a:off x="0" y="2599531"/>
            <a:ext cx="18291175" cy="4673600"/>
          </a:xfrm>
          <a:effectLst>
            <a:innerShdw blurRad="114300">
              <a:prstClr val="black"/>
            </a:innerShdw>
          </a:effectLst>
        </p:spPr>
        <p:txBody>
          <a:bodyPr>
            <a:normAutofit/>
          </a:bodyPr>
          <a:lstStyle>
            <a:lvl1pPr>
              <a:defRPr sz="2000">
                <a:solidFill>
                  <a:schemeClr val="bg2"/>
                </a:solidFill>
              </a:defRPr>
            </a:lvl1pPr>
          </a:lstStyle>
          <a:p>
            <a:r>
              <a:rPr kumimoji="1" lang="en-US" altLang="ja-JP" dirty="0"/>
              <a:t>Add an image</a:t>
            </a:r>
            <a:endParaRPr kumimoji="1" lang="ja-JP" altLang="en-US" dirty="0"/>
          </a:p>
        </p:txBody>
      </p:sp>
      <p:sp>
        <p:nvSpPr>
          <p:cNvPr id="15" name="テキスト プレースホルダー 5"/>
          <p:cNvSpPr>
            <a:spLocks noGrp="1"/>
          </p:cNvSpPr>
          <p:nvPr>
            <p:ph type="body" sz="quarter" idx="12" hasCustomPrompt="1"/>
          </p:nvPr>
        </p:nvSpPr>
        <p:spPr>
          <a:xfrm>
            <a:off x="1137443" y="7663542"/>
            <a:ext cx="16016288" cy="1494971"/>
          </a:xfrm>
        </p:spPr>
        <p:txBody>
          <a:bodyPr anchor="ctr">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2" name="テキスト プレースホルダー 5"/>
          <p:cNvSpPr>
            <a:spLocks noGrp="1"/>
          </p:cNvSpPr>
          <p:nvPr>
            <p:ph type="body" sz="quarter" idx="15" hasCustomPrompt="1"/>
          </p:nvPr>
        </p:nvSpPr>
        <p:spPr>
          <a:xfrm>
            <a:off x="0" y="6513342"/>
            <a:ext cx="18291174" cy="759789"/>
          </a:xfrm>
          <a:blipFill dpi="0" rotWithShape="0">
            <a:blip r:embed="rId3">
              <a:alphaModFix amt="50000"/>
            </a:blip>
            <a:srcRect/>
            <a:tile tx="0" ty="0" sx="100000" sy="100000" flip="none" algn="tl"/>
          </a:blipFill>
        </p:spPr>
        <p:txBody>
          <a:bodyPr anchor="ctr">
            <a:noAutofit/>
          </a:bodyPr>
          <a:lstStyle>
            <a:lvl1pPr algn="ctr">
              <a:defRPr sz="40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Tree>
    <p:extLst>
      <p:ext uri="{BB962C8B-B14F-4D97-AF65-F5344CB8AC3E}">
        <p14:creationId xmlns:p14="http://schemas.microsoft.com/office/powerpoint/2010/main" val="2398774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6" presetClass="entr" presetSubtype="37"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outVertical)">
                                      <p:cBhvr>
                                        <p:cTn id="12" dur="500"/>
                                        <p:tgtEl>
                                          <p:spTgt spid="8"/>
                                        </p:tgtEl>
                                      </p:cBhvr>
                                    </p:animEffect>
                                  </p:childTnLst>
                                </p:cTn>
                              </p:par>
                              <p:par>
                                <p:cTn id="13" presetID="22" presetClass="entr" presetSubtype="8" fill="hold" nodeType="withEffect">
                                  <p:stCondLst>
                                    <p:cond delay="25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1000"/>
                                        <p:tgtEl>
                                          <p:spTgt spid="9"/>
                                        </p:tgtEl>
                                      </p:cBhvr>
                                    </p:animEffect>
                                  </p:childTnLst>
                                </p:cTn>
                              </p:par>
                              <p:par>
                                <p:cTn id="16" presetID="22" presetClass="entr" presetSubtype="2" fill="hold" nodeType="withEffect">
                                  <p:stCondLst>
                                    <p:cond delay="25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1000"/>
                                        <p:tgtEl>
                                          <p:spTgt spid="11"/>
                                        </p:tgtEl>
                                      </p:cBhvr>
                                    </p:animEffect>
                                  </p:childTnLst>
                                </p:cTn>
                              </p:par>
                              <p:par>
                                <p:cTn id="19" presetID="10" presetClass="entr" presetSubtype="0" fill="hold" grpId="0" nodeType="withEffect">
                                  <p:stCondLst>
                                    <p:cond delay="25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childTnLst>
                                </p:cTn>
                              </p:par>
                              <p:par>
                                <p:cTn id="22" presetID="22" presetClass="entr" presetSubtype="8" fill="hold" grpId="0" nodeType="withEffect">
                                  <p:stCondLst>
                                    <p:cond delay="750"/>
                                  </p:stCondLst>
                                  <p:childTnLst>
                                    <p:set>
                                      <p:cBhvr>
                                        <p:cTn id="23" dur="1" fill="hold">
                                          <p:stCondLst>
                                            <p:cond delay="0"/>
                                          </p:stCondLst>
                                        </p:cTn>
                                        <p:tgtEl>
                                          <p:spTgt spid="12"/>
                                        </p:tgtEl>
                                        <p:attrNameLst>
                                          <p:attrName>style.visibility</p:attrName>
                                        </p:attrNameLst>
                                      </p:cBhvr>
                                      <p:to>
                                        <p:strVal val="visible"/>
                                      </p:to>
                                    </p:set>
                                    <p:animEffect transition="in" filter="wipe(left)">
                                      <p:cBhvr>
                                        <p:cTn id="24" dur="750"/>
                                        <p:tgtEl>
                                          <p:spTgt spid="12"/>
                                        </p:tgtEl>
                                      </p:cBhvr>
                                    </p:animEffect>
                                  </p:childTnLst>
                                </p:cTn>
                              </p:par>
                            </p:childTnLst>
                          </p:cTn>
                        </p:par>
                        <p:par>
                          <p:cTn id="25" fill="hold">
                            <p:stCondLst>
                              <p:cond delay="2000"/>
                            </p:stCondLst>
                            <p:childTnLst>
                              <p:par>
                                <p:cTn id="26" presetID="2" presetClass="entr" presetSubtype="4" decel="100000" fill="hold" grpId="0" nodeType="afterEffect">
                                  <p:stCondLst>
                                    <p:cond delay="500"/>
                                  </p:stCondLst>
                                  <p:childTnLst>
                                    <p:set>
                                      <p:cBhvr>
                                        <p:cTn id="27" dur="1" fill="hold">
                                          <p:stCondLst>
                                            <p:cond delay="0"/>
                                          </p:stCondLst>
                                        </p:cTn>
                                        <p:tgtEl>
                                          <p:spTgt spid="15">
                                            <p:txEl>
                                              <p:pRg st="0" end="0"/>
                                            </p:txEl>
                                          </p:spTgt>
                                        </p:tgtEl>
                                        <p:attrNameLst>
                                          <p:attrName>style.visibility</p:attrName>
                                        </p:attrNameLst>
                                      </p:cBhvr>
                                      <p:to>
                                        <p:strVal val="visible"/>
                                      </p:to>
                                    </p:set>
                                    <p:anim calcmode="lin" valueType="num">
                                      <p:cBhvr additive="base">
                                        <p:cTn id="28"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 presetClass="entr" presetSubtype="1" decel="10000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0-#ppt_h/2"/>
                          </p:val>
                        </p:tav>
                        <p:tav tm="100000">
                          <p:val>
                            <p:strVal val="#ppt_y"/>
                          </p:val>
                        </p:tav>
                      </p:tavLst>
                    </p:anim>
                  </p:childTnLst>
                </p:cTn>
              </p:par>
            </p:tnLst>
          </p:tmpl>
        </p:tmplLst>
      </p:bldP>
      <p:bldP spid="8" grpId="0" animBg="1"/>
      <p:bldP spid="13" grpId="0"/>
      <p:bldP spid="15" grpId="0" build="p">
        <p:tmplLst>
          <p:tmpl lvl="1">
            <p:tnLst>
              <p:par>
                <p:cTn presetID="2" presetClass="entr" presetSubtype="4" decel="100000" fill="hold" nodeType="afterEffect">
                  <p:stCondLst>
                    <p:cond delay="50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ppt_x"/>
                          </p:val>
                        </p:tav>
                        <p:tav tm="100000">
                          <p:val>
                            <p:strVal val="#ppt_x"/>
                          </p:val>
                        </p:tav>
                      </p:tavLst>
                    </p:anim>
                    <p:anim calcmode="lin" valueType="num">
                      <p:cBhvr additive="base">
                        <p:cTn dur="500" fill="hold"/>
                        <p:tgtEl>
                          <p:spTgt spid="15"/>
                        </p:tgtEl>
                        <p:attrNameLst>
                          <p:attrName>ppt_y</p:attrName>
                        </p:attrNameLst>
                      </p:cBhvr>
                      <p:tavLst>
                        <p:tav tm="0">
                          <p:val>
                            <p:strVal val="1+#ppt_h/2"/>
                          </p:val>
                        </p:tav>
                        <p:tav tm="100000">
                          <p:val>
                            <p:strVal val="#ppt_y"/>
                          </p:val>
                        </p:tav>
                      </p:tavLst>
                    </p:anim>
                  </p:childTnLst>
                </p:cTn>
              </p:par>
            </p:tnLst>
          </p:tmpl>
        </p:tmplLst>
      </p:bldP>
      <p:bldP spid="12" grpId="0" animBg="1">
        <p:tmplLst>
          <p:tmpl>
            <p:tnLst>
              <p:par>
                <p:cTn presetID="22" presetClass="entr" presetSubtype="8" fill="hold" nodeType="withEffect">
                  <p:stCondLst>
                    <p:cond delay="750"/>
                  </p:stCondLst>
                  <p:childTnLst>
                    <p:set>
                      <p:cBhvr>
                        <p:cTn dur="1" fill="hold">
                          <p:stCondLst>
                            <p:cond delay="0"/>
                          </p:stCondLst>
                        </p:cTn>
                        <p:tgtEl>
                          <p:spTgt spid="12"/>
                        </p:tgtEl>
                        <p:attrNameLst>
                          <p:attrName>style.visibility</p:attrName>
                        </p:attrNameLst>
                      </p:cBhvr>
                      <p:to>
                        <p:strVal val="visible"/>
                      </p:to>
                    </p:set>
                    <p:animEffect transition="in" filter="wipe(left)">
                      <p:cBhvr>
                        <p:cTn dur="750"/>
                        <p:tgtEl>
                          <p:spTgt spid="12"/>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Images and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6"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7" name="正方形/長方形 6"/>
          <p:cNvSpPr/>
          <p:nvPr userDrawn="1"/>
        </p:nvSpPr>
        <p:spPr>
          <a:xfrm>
            <a:off x="856342" y="2478202"/>
            <a:ext cx="7939315" cy="4227399"/>
          </a:xfrm>
          <a:prstGeom prst="rect">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cxnSp>
        <p:nvCxnSpPr>
          <p:cNvPr id="9" name="直線コネクタ 8"/>
          <p:cNvCxnSpPr/>
          <p:nvPr userDrawn="1"/>
        </p:nvCxnSpPr>
        <p:spPr>
          <a:xfrm>
            <a:off x="885370" y="2659302"/>
            <a:ext cx="793931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userDrawn="1"/>
        </p:nvCxnSpPr>
        <p:spPr>
          <a:xfrm>
            <a:off x="1052998" y="2478202"/>
            <a:ext cx="0" cy="4227399"/>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userDrawn="1"/>
        </p:nvCxnSpPr>
        <p:spPr>
          <a:xfrm>
            <a:off x="885370" y="6512844"/>
            <a:ext cx="793931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userDrawn="1"/>
        </p:nvCxnSpPr>
        <p:spPr>
          <a:xfrm flipV="1">
            <a:off x="8592457" y="2434660"/>
            <a:ext cx="0" cy="4227399"/>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5" name="図プレースホルダー 24"/>
          <p:cNvSpPr>
            <a:spLocks noGrp="1"/>
          </p:cNvSpPr>
          <p:nvPr>
            <p:ph type="pic" sz="quarter" idx="14" hasCustomPrompt="1"/>
          </p:nvPr>
        </p:nvSpPr>
        <p:spPr>
          <a:xfrm>
            <a:off x="1165224" y="2757545"/>
            <a:ext cx="7321550" cy="3668712"/>
          </a:xfrm>
          <a:effectLst>
            <a:innerShdw blurRad="114300">
              <a:prstClr val="black"/>
            </a:innerShdw>
          </a:effectLst>
        </p:spPr>
        <p:txBody>
          <a:bodyPr>
            <a:normAutofit/>
          </a:bodyPr>
          <a:lstStyle>
            <a:lvl1pPr>
              <a:defRPr sz="2000">
                <a:solidFill>
                  <a:schemeClr val="bg2"/>
                </a:solidFill>
              </a:defRPr>
            </a:lvl1pPr>
          </a:lstStyle>
          <a:p>
            <a:r>
              <a:rPr kumimoji="1" lang="en-US" altLang="ja-JP" dirty="0"/>
              <a:t>Add an image</a:t>
            </a:r>
            <a:endParaRPr kumimoji="1" lang="ja-JP" altLang="en-US" dirty="0"/>
          </a:p>
        </p:txBody>
      </p:sp>
      <p:sp>
        <p:nvSpPr>
          <p:cNvPr id="26" name="テキスト プレースホルダー 5"/>
          <p:cNvSpPr>
            <a:spLocks noGrp="1"/>
          </p:cNvSpPr>
          <p:nvPr>
            <p:ph type="body" sz="quarter" idx="12" hasCustomPrompt="1"/>
          </p:nvPr>
        </p:nvSpPr>
        <p:spPr>
          <a:xfrm>
            <a:off x="885370" y="7489446"/>
            <a:ext cx="7908001" cy="164306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7" name="テキスト プレースホルダー 5"/>
          <p:cNvSpPr>
            <a:spLocks noGrp="1"/>
          </p:cNvSpPr>
          <p:nvPr>
            <p:ph type="body" sz="quarter" idx="15" hasCustomPrompt="1"/>
          </p:nvPr>
        </p:nvSpPr>
        <p:spPr>
          <a:xfrm>
            <a:off x="882889" y="6851278"/>
            <a:ext cx="7912768"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28" name="正方形/長方形 27"/>
          <p:cNvSpPr/>
          <p:nvPr userDrawn="1"/>
        </p:nvSpPr>
        <p:spPr>
          <a:xfrm>
            <a:off x="9475334" y="2474303"/>
            <a:ext cx="7939315" cy="4227399"/>
          </a:xfrm>
          <a:prstGeom prst="rect">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cxnSp>
        <p:nvCxnSpPr>
          <p:cNvPr id="29" name="直線コネクタ 28"/>
          <p:cNvCxnSpPr/>
          <p:nvPr userDrawn="1"/>
        </p:nvCxnSpPr>
        <p:spPr>
          <a:xfrm>
            <a:off x="9504362" y="2655403"/>
            <a:ext cx="793931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userDrawn="1"/>
        </p:nvCxnSpPr>
        <p:spPr>
          <a:xfrm>
            <a:off x="9671990" y="2474303"/>
            <a:ext cx="0" cy="4227399"/>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userDrawn="1"/>
        </p:nvCxnSpPr>
        <p:spPr>
          <a:xfrm>
            <a:off x="9504362" y="6508945"/>
            <a:ext cx="793931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userDrawn="1"/>
        </p:nvCxnSpPr>
        <p:spPr>
          <a:xfrm flipV="1">
            <a:off x="17211449" y="2474303"/>
            <a:ext cx="0" cy="4227399"/>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3" name="図プレースホルダー 24"/>
          <p:cNvSpPr>
            <a:spLocks noGrp="1"/>
          </p:cNvSpPr>
          <p:nvPr>
            <p:ph type="pic" sz="quarter" idx="16" hasCustomPrompt="1"/>
          </p:nvPr>
        </p:nvSpPr>
        <p:spPr>
          <a:xfrm>
            <a:off x="9784216" y="2753646"/>
            <a:ext cx="7321550" cy="3668712"/>
          </a:xfrm>
          <a:effectLst>
            <a:innerShdw blurRad="114300">
              <a:prstClr val="black"/>
            </a:innerShdw>
          </a:effectLst>
        </p:spPr>
        <p:txBody>
          <a:bodyPr>
            <a:normAutofit/>
          </a:bodyPr>
          <a:lstStyle>
            <a:lvl1pPr>
              <a:defRPr sz="2000">
                <a:solidFill>
                  <a:schemeClr val="bg2"/>
                </a:solidFill>
              </a:defRPr>
            </a:lvl1pPr>
          </a:lstStyle>
          <a:p>
            <a:r>
              <a:rPr kumimoji="1" lang="en-US" altLang="ja-JP" dirty="0"/>
              <a:t>Add an image</a:t>
            </a:r>
            <a:endParaRPr kumimoji="1" lang="ja-JP" altLang="en-US" dirty="0"/>
          </a:p>
        </p:txBody>
      </p:sp>
      <p:sp>
        <p:nvSpPr>
          <p:cNvPr id="34" name="テキスト プレースホルダー 5"/>
          <p:cNvSpPr>
            <a:spLocks noGrp="1"/>
          </p:cNvSpPr>
          <p:nvPr>
            <p:ph type="body" sz="quarter" idx="17" hasCustomPrompt="1"/>
          </p:nvPr>
        </p:nvSpPr>
        <p:spPr>
          <a:xfrm>
            <a:off x="9504362" y="7485547"/>
            <a:ext cx="7908001" cy="164306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5" name="テキスト プレースホルダー 5"/>
          <p:cNvSpPr>
            <a:spLocks noGrp="1"/>
          </p:cNvSpPr>
          <p:nvPr>
            <p:ph type="body" sz="quarter" idx="18" hasCustomPrompt="1"/>
          </p:nvPr>
        </p:nvSpPr>
        <p:spPr>
          <a:xfrm>
            <a:off x="9501881" y="6847379"/>
            <a:ext cx="7912768"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Tree>
    <p:extLst>
      <p:ext uri="{BB962C8B-B14F-4D97-AF65-F5344CB8AC3E}">
        <p14:creationId xmlns:p14="http://schemas.microsoft.com/office/powerpoint/2010/main" val="388491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6" presetClass="entr" presetSubtype="37"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outVertical)">
                                      <p:cBhvr>
                                        <p:cTn id="12" dur="500"/>
                                        <p:tgtEl>
                                          <p:spTgt spid="7"/>
                                        </p:tgtEl>
                                      </p:cBhvr>
                                    </p:animEffect>
                                  </p:childTnLst>
                                </p:cTn>
                              </p:par>
                              <p:par>
                                <p:cTn id="13" presetID="22" presetClass="entr" presetSubtype="4" fill="hold" nodeType="withEffect">
                                  <p:stCondLst>
                                    <p:cond delay="250"/>
                                  </p:stCondLst>
                                  <p:childTnLst>
                                    <p:set>
                                      <p:cBhvr>
                                        <p:cTn id="14" dur="1" fill="hold">
                                          <p:stCondLst>
                                            <p:cond delay="0"/>
                                          </p:stCondLst>
                                        </p:cTn>
                                        <p:tgtEl>
                                          <p:spTgt spid="16"/>
                                        </p:tgtEl>
                                        <p:attrNameLst>
                                          <p:attrName>style.visibility</p:attrName>
                                        </p:attrNameLst>
                                      </p:cBhvr>
                                      <p:to>
                                        <p:strVal val="visible"/>
                                      </p:to>
                                    </p:set>
                                    <p:animEffect transition="in" filter="wipe(down)">
                                      <p:cBhvr>
                                        <p:cTn id="15" dur="750"/>
                                        <p:tgtEl>
                                          <p:spTgt spid="16"/>
                                        </p:tgtEl>
                                      </p:cBhvr>
                                    </p:animEffect>
                                  </p:childTnLst>
                                </p:cTn>
                              </p:par>
                              <p:par>
                                <p:cTn id="16" presetID="22" presetClass="entr" presetSubtype="1" fill="hold" nodeType="withEffect">
                                  <p:stCondLst>
                                    <p:cond delay="250"/>
                                  </p:stCondLst>
                                  <p:childTnLst>
                                    <p:set>
                                      <p:cBhvr>
                                        <p:cTn id="17" dur="1" fill="hold">
                                          <p:stCondLst>
                                            <p:cond delay="0"/>
                                          </p:stCondLst>
                                        </p:cTn>
                                        <p:tgtEl>
                                          <p:spTgt spid="11"/>
                                        </p:tgtEl>
                                        <p:attrNameLst>
                                          <p:attrName>style.visibility</p:attrName>
                                        </p:attrNameLst>
                                      </p:cBhvr>
                                      <p:to>
                                        <p:strVal val="visible"/>
                                      </p:to>
                                    </p:set>
                                    <p:animEffect transition="in" filter="wipe(up)">
                                      <p:cBhvr>
                                        <p:cTn id="18" dur="750"/>
                                        <p:tgtEl>
                                          <p:spTgt spid="11"/>
                                        </p:tgtEl>
                                      </p:cBhvr>
                                    </p:animEffect>
                                  </p:childTnLst>
                                </p:cTn>
                              </p:par>
                              <p:par>
                                <p:cTn id="19" presetID="22" presetClass="entr" presetSubtype="8" fill="hold" nodeType="withEffect">
                                  <p:stCondLst>
                                    <p:cond delay="25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750"/>
                                        <p:tgtEl>
                                          <p:spTgt spid="9"/>
                                        </p:tgtEl>
                                      </p:cBhvr>
                                    </p:animEffect>
                                  </p:childTnLst>
                                </p:cTn>
                              </p:par>
                              <p:par>
                                <p:cTn id="22" presetID="22" presetClass="entr" presetSubtype="2" fill="hold" nodeType="withEffect">
                                  <p:stCondLst>
                                    <p:cond delay="250"/>
                                  </p:stCondLst>
                                  <p:childTnLst>
                                    <p:set>
                                      <p:cBhvr>
                                        <p:cTn id="23" dur="1" fill="hold">
                                          <p:stCondLst>
                                            <p:cond delay="0"/>
                                          </p:stCondLst>
                                        </p:cTn>
                                        <p:tgtEl>
                                          <p:spTgt spid="15"/>
                                        </p:tgtEl>
                                        <p:attrNameLst>
                                          <p:attrName>style.visibility</p:attrName>
                                        </p:attrNameLst>
                                      </p:cBhvr>
                                      <p:to>
                                        <p:strVal val="visible"/>
                                      </p:to>
                                    </p:set>
                                    <p:animEffect transition="in" filter="wipe(right)">
                                      <p:cBhvr>
                                        <p:cTn id="24" dur="750"/>
                                        <p:tgtEl>
                                          <p:spTgt spid="15"/>
                                        </p:tgtEl>
                                      </p:cBhvr>
                                    </p:animEffect>
                                  </p:childTnLst>
                                </p:cTn>
                              </p:par>
                              <p:par>
                                <p:cTn id="25" presetID="10" presetClass="entr" presetSubtype="0" fill="hold" grpId="0" nodeType="withEffect">
                                  <p:stCondLst>
                                    <p:cond delay="25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750"/>
                                        <p:tgtEl>
                                          <p:spTgt spid="25"/>
                                        </p:tgtEl>
                                      </p:cBhvr>
                                    </p:animEffect>
                                  </p:childTnLst>
                                </p:cTn>
                              </p:par>
                            </p:childTnLst>
                          </p:cTn>
                        </p:par>
                        <p:par>
                          <p:cTn id="28" fill="hold">
                            <p:stCondLst>
                              <p:cond delay="1500"/>
                            </p:stCondLst>
                            <p:childTnLst>
                              <p:par>
                                <p:cTn id="29" presetID="2" presetClass="entr" presetSubtype="4" decel="100000" fill="hold" grpId="0" nodeType="afterEffect">
                                  <p:stCondLst>
                                    <p:cond delay="250"/>
                                  </p:stCondLst>
                                  <p:childTnLst>
                                    <p:set>
                                      <p:cBhvr>
                                        <p:cTn id="30" dur="1" fill="hold">
                                          <p:stCondLst>
                                            <p:cond delay="0"/>
                                          </p:stCondLst>
                                        </p:cTn>
                                        <p:tgtEl>
                                          <p:spTgt spid="27">
                                            <p:txEl>
                                              <p:pRg st="0" end="0"/>
                                            </p:txEl>
                                          </p:spTgt>
                                        </p:tgtEl>
                                        <p:attrNameLst>
                                          <p:attrName>style.visibility</p:attrName>
                                        </p:attrNameLst>
                                      </p:cBhvr>
                                      <p:to>
                                        <p:strVal val="visible"/>
                                      </p:to>
                                    </p:set>
                                    <p:anim calcmode="lin" valueType="num">
                                      <p:cBhvr additive="base">
                                        <p:cTn id="31"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7">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decel="100000" fill="hold" grpId="0" nodeType="withEffect">
                                  <p:stCondLst>
                                    <p:cond delay="250"/>
                                  </p:stCondLst>
                                  <p:childTnLst>
                                    <p:set>
                                      <p:cBhvr>
                                        <p:cTn id="34" dur="1" fill="hold">
                                          <p:stCondLst>
                                            <p:cond delay="0"/>
                                          </p:stCondLst>
                                        </p:cTn>
                                        <p:tgtEl>
                                          <p:spTgt spid="26">
                                            <p:txEl>
                                              <p:pRg st="0" end="0"/>
                                            </p:txEl>
                                          </p:spTgt>
                                        </p:tgtEl>
                                        <p:attrNameLst>
                                          <p:attrName>style.visibility</p:attrName>
                                        </p:attrNameLst>
                                      </p:cBhvr>
                                      <p:to>
                                        <p:strVal val="visible"/>
                                      </p:to>
                                    </p:set>
                                    <p:anim calcmode="lin" valueType="num">
                                      <p:cBhvr additive="base">
                                        <p:cTn id="35"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6">
                                            <p:txEl>
                                              <p:pRg st="0" end="0"/>
                                            </p:txEl>
                                          </p:spTgt>
                                        </p:tgtEl>
                                        <p:attrNameLst>
                                          <p:attrName>ppt_y</p:attrName>
                                        </p:attrNameLst>
                                      </p:cBhvr>
                                      <p:tavLst>
                                        <p:tav tm="0">
                                          <p:val>
                                            <p:strVal val="1+#ppt_h/2"/>
                                          </p:val>
                                        </p:tav>
                                        <p:tav tm="100000">
                                          <p:val>
                                            <p:strVal val="#ppt_y"/>
                                          </p:val>
                                        </p:tav>
                                      </p:tavLst>
                                    </p:anim>
                                  </p:childTnLst>
                                </p:cTn>
                              </p:par>
                            </p:childTnLst>
                          </p:cTn>
                        </p:par>
                        <p:par>
                          <p:cTn id="37" fill="hold">
                            <p:stCondLst>
                              <p:cond delay="2250"/>
                            </p:stCondLst>
                            <p:childTnLst>
                              <p:par>
                                <p:cTn id="38" presetID="16" presetClass="entr" presetSubtype="37" fill="hold" grpId="0" nodeType="after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barn(outVertical)">
                                      <p:cBhvr>
                                        <p:cTn id="40" dur="500"/>
                                        <p:tgtEl>
                                          <p:spTgt spid="28"/>
                                        </p:tgtEl>
                                      </p:cBhvr>
                                    </p:animEffect>
                                  </p:childTnLst>
                                </p:cTn>
                              </p:par>
                              <p:par>
                                <p:cTn id="41" presetID="22" presetClass="entr" presetSubtype="4" fill="hold" nodeType="withEffect">
                                  <p:stCondLst>
                                    <p:cond delay="250"/>
                                  </p:stCondLst>
                                  <p:childTnLst>
                                    <p:set>
                                      <p:cBhvr>
                                        <p:cTn id="42" dur="1" fill="hold">
                                          <p:stCondLst>
                                            <p:cond delay="0"/>
                                          </p:stCondLst>
                                        </p:cTn>
                                        <p:tgtEl>
                                          <p:spTgt spid="32"/>
                                        </p:tgtEl>
                                        <p:attrNameLst>
                                          <p:attrName>style.visibility</p:attrName>
                                        </p:attrNameLst>
                                      </p:cBhvr>
                                      <p:to>
                                        <p:strVal val="visible"/>
                                      </p:to>
                                    </p:set>
                                    <p:animEffect transition="in" filter="wipe(down)">
                                      <p:cBhvr>
                                        <p:cTn id="43" dur="750"/>
                                        <p:tgtEl>
                                          <p:spTgt spid="32"/>
                                        </p:tgtEl>
                                      </p:cBhvr>
                                    </p:animEffect>
                                  </p:childTnLst>
                                </p:cTn>
                              </p:par>
                              <p:par>
                                <p:cTn id="44" presetID="22" presetClass="entr" presetSubtype="1" fill="hold" nodeType="withEffect">
                                  <p:stCondLst>
                                    <p:cond delay="250"/>
                                  </p:stCondLst>
                                  <p:childTnLst>
                                    <p:set>
                                      <p:cBhvr>
                                        <p:cTn id="45" dur="1" fill="hold">
                                          <p:stCondLst>
                                            <p:cond delay="0"/>
                                          </p:stCondLst>
                                        </p:cTn>
                                        <p:tgtEl>
                                          <p:spTgt spid="30"/>
                                        </p:tgtEl>
                                        <p:attrNameLst>
                                          <p:attrName>style.visibility</p:attrName>
                                        </p:attrNameLst>
                                      </p:cBhvr>
                                      <p:to>
                                        <p:strVal val="visible"/>
                                      </p:to>
                                    </p:set>
                                    <p:animEffect transition="in" filter="wipe(up)">
                                      <p:cBhvr>
                                        <p:cTn id="46" dur="750"/>
                                        <p:tgtEl>
                                          <p:spTgt spid="30"/>
                                        </p:tgtEl>
                                      </p:cBhvr>
                                    </p:animEffect>
                                  </p:childTnLst>
                                </p:cTn>
                              </p:par>
                              <p:par>
                                <p:cTn id="47" presetID="22" presetClass="entr" presetSubtype="8" fill="hold" nodeType="withEffect">
                                  <p:stCondLst>
                                    <p:cond delay="250"/>
                                  </p:stCondLst>
                                  <p:childTnLst>
                                    <p:set>
                                      <p:cBhvr>
                                        <p:cTn id="48" dur="1" fill="hold">
                                          <p:stCondLst>
                                            <p:cond delay="0"/>
                                          </p:stCondLst>
                                        </p:cTn>
                                        <p:tgtEl>
                                          <p:spTgt spid="29"/>
                                        </p:tgtEl>
                                        <p:attrNameLst>
                                          <p:attrName>style.visibility</p:attrName>
                                        </p:attrNameLst>
                                      </p:cBhvr>
                                      <p:to>
                                        <p:strVal val="visible"/>
                                      </p:to>
                                    </p:set>
                                    <p:animEffect transition="in" filter="wipe(left)">
                                      <p:cBhvr>
                                        <p:cTn id="49" dur="750"/>
                                        <p:tgtEl>
                                          <p:spTgt spid="29"/>
                                        </p:tgtEl>
                                      </p:cBhvr>
                                    </p:animEffect>
                                  </p:childTnLst>
                                </p:cTn>
                              </p:par>
                              <p:par>
                                <p:cTn id="50" presetID="22" presetClass="entr" presetSubtype="2" fill="hold" nodeType="withEffect">
                                  <p:stCondLst>
                                    <p:cond delay="250"/>
                                  </p:stCondLst>
                                  <p:childTnLst>
                                    <p:set>
                                      <p:cBhvr>
                                        <p:cTn id="51" dur="1" fill="hold">
                                          <p:stCondLst>
                                            <p:cond delay="0"/>
                                          </p:stCondLst>
                                        </p:cTn>
                                        <p:tgtEl>
                                          <p:spTgt spid="31"/>
                                        </p:tgtEl>
                                        <p:attrNameLst>
                                          <p:attrName>style.visibility</p:attrName>
                                        </p:attrNameLst>
                                      </p:cBhvr>
                                      <p:to>
                                        <p:strVal val="visible"/>
                                      </p:to>
                                    </p:set>
                                    <p:animEffect transition="in" filter="wipe(right)">
                                      <p:cBhvr>
                                        <p:cTn id="52" dur="750"/>
                                        <p:tgtEl>
                                          <p:spTgt spid="31"/>
                                        </p:tgtEl>
                                      </p:cBhvr>
                                    </p:animEffect>
                                  </p:childTnLst>
                                </p:cTn>
                              </p:par>
                              <p:par>
                                <p:cTn id="53" presetID="10" presetClass="entr" presetSubtype="0" fill="hold" grpId="0" nodeType="withEffect">
                                  <p:stCondLst>
                                    <p:cond delay="250"/>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750"/>
                                        <p:tgtEl>
                                          <p:spTgt spid="33"/>
                                        </p:tgtEl>
                                      </p:cBhvr>
                                    </p:animEffect>
                                  </p:childTnLst>
                                </p:cTn>
                              </p:par>
                            </p:childTnLst>
                          </p:cTn>
                        </p:par>
                        <p:par>
                          <p:cTn id="56" fill="hold">
                            <p:stCondLst>
                              <p:cond delay="3250"/>
                            </p:stCondLst>
                            <p:childTnLst>
                              <p:par>
                                <p:cTn id="57" presetID="2" presetClass="entr" presetSubtype="4" decel="100000" fill="hold" grpId="0" nodeType="afterEffect">
                                  <p:stCondLst>
                                    <p:cond delay="250"/>
                                  </p:stCondLst>
                                  <p:childTnLst>
                                    <p:set>
                                      <p:cBhvr>
                                        <p:cTn id="58" dur="1" fill="hold">
                                          <p:stCondLst>
                                            <p:cond delay="0"/>
                                          </p:stCondLst>
                                        </p:cTn>
                                        <p:tgtEl>
                                          <p:spTgt spid="35">
                                            <p:txEl>
                                              <p:pRg st="0" end="0"/>
                                            </p:txEl>
                                          </p:spTgt>
                                        </p:tgtEl>
                                        <p:attrNameLst>
                                          <p:attrName>style.visibility</p:attrName>
                                        </p:attrNameLst>
                                      </p:cBhvr>
                                      <p:to>
                                        <p:strVal val="visible"/>
                                      </p:to>
                                    </p:set>
                                    <p:anim calcmode="lin" valueType="num">
                                      <p:cBhvr additive="base">
                                        <p:cTn id="59"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5">
                                            <p:txEl>
                                              <p:pRg st="0" end="0"/>
                                            </p:txEl>
                                          </p:spTgt>
                                        </p:tgtEl>
                                        <p:attrNameLst>
                                          <p:attrName>ppt_y</p:attrName>
                                        </p:attrNameLst>
                                      </p:cBhvr>
                                      <p:tavLst>
                                        <p:tav tm="0">
                                          <p:val>
                                            <p:strVal val="1+#ppt_h/2"/>
                                          </p:val>
                                        </p:tav>
                                        <p:tav tm="100000">
                                          <p:val>
                                            <p:strVal val="#ppt_y"/>
                                          </p:val>
                                        </p:tav>
                                      </p:tavLst>
                                    </p:anim>
                                  </p:childTnLst>
                                </p:cTn>
                              </p:par>
                              <p:par>
                                <p:cTn id="61" presetID="2" presetClass="entr" presetSubtype="4" decel="100000" fill="hold" grpId="0" nodeType="withEffect">
                                  <p:stCondLst>
                                    <p:cond delay="250"/>
                                  </p:stCondLst>
                                  <p:childTnLst>
                                    <p:set>
                                      <p:cBhvr>
                                        <p:cTn id="62" dur="1" fill="hold">
                                          <p:stCondLst>
                                            <p:cond delay="0"/>
                                          </p:stCondLst>
                                        </p:cTn>
                                        <p:tgtEl>
                                          <p:spTgt spid="34">
                                            <p:txEl>
                                              <p:pRg st="0" end="0"/>
                                            </p:txEl>
                                          </p:spTgt>
                                        </p:tgtEl>
                                        <p:attrNameLst>
                                          <p:attrName>style.visibility</p:attrName>
                                        </p:attrNameLst>
                                      </p:cBhvr>
                                      <p:to>
                                        <p:strVal val="visible"/>
                                      </p:to>
                                    </p:set>
                                    <p:anim calcmode="lin" valueType="num">
                                      <p:cBhvr additive="base">
                                        <p:cTn id="63"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 presetClass="entr" presetSubtype="1" decel="100000" fill="hold" nodeType="afterEffect">
                  <p:stCondLst>
                    <p:cond delay="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ppt_x"/>
                          </p:val>
                        </p:tav>
                        <p:tav tm="100000">
                          <p:val>
                            <p:strVal val="#ppt_x"/>
                          </p:val>
                        </p:tav>
                      </p:tavLst>
                    </p:anim>
                    <p:anim calcmode="lin" valueType="num">
                      <p:cBhvr additive="base">
                        <p:cTn dur="500" fill="hold"/>
                        <p:tgtEl>
                          <p:spTgt spid="6"/>
                        </p:tgtEl>
                        <p:attrNameLst>
                          <p:attrName>ppt_y</p:attrName>
                        </p:attrNameLst>
                      </p:cBhvr>
                      <p:tavLst>
                        <p:tav tm="0">
                          <p:val>
                            <p:strVal val="0-#ppt_h/2"/>
                          </p:val>
                        </p:tav>
                        <p:tav tm="100000">
                          <p:val>
                            <p:strVal val="#ppt_y"/>
                          </p:val>
                        </p:tav>
                      </p:tavLst>
                    </p:anim>
                  </p:childTnLst>
                </p:cTn>
              </p:par>
            </p:tnLst>
          </p:tmpl>
        </p:tmplLst>
      </p:bldP>
      <p:bldP spid="7" grpId="0" animBg="1"/>
      <p:bldP spid="25" grpId="0"/>
      <p:bldP spid="26" grpId="0" build="p">
        <p:tmplLst>
          <p:tmpl lvl="1">
            <p:tnLst>
              <p:par>
                <p:cTn presetID="2" presetClass="entr" presetSubtype="4" decel="100000" fill="hold" nodeType="with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1+#ppt_h/2"/>
                          </p:val>
                        </p:tav>
                        <p:tav tm="100000">
                          <p:val>
                            <p:strVal val="#ppt_y"/>
                          </p:val>
                        </p:tav>
                      </p:tavLst>
                    </p:anim>
                  </p:childTnLst>
                </p:cTn>
              </p:par>
            </p:tnLst>
          </p:tmpl>
        </p:tmplLst>
      </p:bldP>
      <p:bldP spid="27" grpId="0" build="p">
        <p:tmplLst>
          <p:tmpl lvl="1">
            <p:tnLst>
              <p:par>
                <p:cTn presetID="2" presetClass="entr" presetSubtype="4" decel="100000" fill="hold" nodeType="afterEffect">
                  <p:stCondLst>
                    <p:cond delay="25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ppt_x"/>
                          </p:val>
                        </p:tav>
                        <p:tav tm="100000">
                          <p:val>
                            <p:strVal val="#ppt_x"/>
                          </p:val>
                        </p:tav>
                      </p:tavLst>
                    </p:anim>
                    <p:anim calcmode="lin" valueType="num">
                      <p:cBhvr additive="base">
                        <p:cTn dur="500" fill="hold"/>
                        <p:tgtEl>
                          <p:spTgt spid="27"/>
                        </p:tgtEl>
                        <p:attrNameLst>
                          <p:attrName>ppt_y</p:attrName>
                        </p:attrNameLst>
                      </p:cBhvr>
                      <p:tavLst>
                        <p:tav tm="0">
                          <p:val>
                            <p:strVal val="1+#ppt_h/2"/>
                          </p:val>
                        </p:tav>
                        <p:tav tm="100000">
                          <p:val>
                            <p:strVal val="#ppt_y"/>
                          </p:val>
                        </p:tav>
                      </p:tavLst>
                    </p:anim>
                  </p:childTnLst>
                </p:cTn>
              </p:par>
            </p:tnLst>
          </p:tmpl>
        </p:tmplLst>
      </p:bldP>
      <p:bldP spid="28" grpId="0" animBg="1"/>
      <p:bldP spid="33" grpId="0"/>
      <p:bldP spid="34" grpId="0" build="p">
        <p:tmplLst>
          <p:tmpl lvl="1">
            <p:tnLst>
              <p:par>
                <p:cTn presetID="2" presetClass="entr" presetSubtype="4" decel="100000" fill="hold" nodeType="withEffect">
                  <p:stCondLst>
                    <p:cond delay="25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ppt_x"/>
                          </p:val>
                        </p:tav>
                        <p:tav tm="100000">
                          <p:val>
                            <p:strVal val="#ppt_x"/>
                          </p:val>
                        </p:tav>
                      </p:tavLst>
                    </p:anim>
                    <p:anim calcmode="lin" valueType="num">
                      <p:cBhvr additive="base">
                        <p:cTn dur="500" fill="hold"/>
                        <p:tgtEl>
                          <p:spTgt spid="34"/>
                        </p:tgtEl>
                        <p:attrNameLst>
                          <p:attrName>ppt_y</p:attrName>
                        </p:attrNameLst>
                      </p:cBhvr>
                      <p:tavLst>
                        <p:tav tm="0">
                          <p:val>
                            <p:strVal val="1+#ppt_h/2"/>
                          </p:val>
                        </p:tav>
                        <p:tav tm="100000">
                          <p:val>
                            <p:strVal val="#ppt_y"/>
                          </p:val>
                        </p:tav>
                      </p:tavLst>
                    </p:anim>
                  </p:childTnLst>
                </p:cTn>
              </p:par>
            </p:tnLst>
          </p:tmpl>
        </p:tmplLst>
      </p:bldP>
      <p:bldP spid="35" grpId="0" build="p">
        <p:tmplLst>
          <p:tmpl lvl="1">
            <p:tnLst>
              <p:par>
                <p:cTn presetID="2" presetClass="entr" presetSubtype="4" decel="100000" fill="hold" nodeType="afterEffect">
                  <p:stCondLst>
                    <p:cond delay="25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Images, Captions and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9" name="円/楕円 8"/>
          <p:cNvSpPr/>
          <p:nvPr/>
        </p:nvSpPr>
        <p:spPr>
          <a:xfrm>
            <a:off x="2038719" y="2545538"/>
            <a:ext cx="3902176" cy="39021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p:cNvSpPr/>
          <p:nvPr userDrawn="1"/>
        </p:nvSpPr>
        <p:spPr>
          <a:xfrm>
            <a:off x="2216078" y="2722897"/>
            <a:ext cx="3547458" cy="3547458"/>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5"/>
          <p:cNvSpPr>
            <a:spLocks noGrp="1"/>
          </p:cNvSpPr>
          <p:nvPr userDrawn="1">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 name="図プレースホルダー 5"/>
          <p:cNvSpPr>
            <a:spLocks noGrp="1"/>
          </p:cNvSpPr>
          <p:nvPr>
            <p:ph type="pic" sz="quarter" idx="14" hasCustomPrompt="1"/>
          </p:nvPr>
        </p:nvSpPr>
        <p:spPr>
          <a:xfrm>
            <a:off x="2325313" y="2803254"/>
            <a:ext cx="3328987" cy="3328987"/>
          </a:xfrm>
          <a:prstGeom prst="ellipse">
            <a:avLst/>
          </a:prstGeom>
          <a:effectLst>
            <a:innerShdw blurRad="114300">
              <a:prstClr val="black"/>
            </a:innerShdw>
          </a:effectLst>
        </p:spPr>
        <p:txBody>
          <a:bodyPr>
            <a:normAutofit/>
          </a:bodyPr>
          <a:lstStyle>
            <a:lvl1pPr>
              <a:defRPr sz="2000" baseline="0">
                <a:solidFill>
                  <a:schemeClr val="bg2"/>
                </a:solidFill>
              </a:defRPr>
            </a:lvl1pPr>
          </a:lstStyle>
          <a:p>
            <a:r>
              <a:rPr kumimoji="1" lang="en-US" altLang="ja-JP" dirty="0"/>
              <a:t>Add an image</a:t>
            </a:r>
            <a:endParaRPr kumimoji="1" lang="ja-JP" altLang="en-US" dirty="0"/>
          </a:p>
        </p:txBody>
      </p:sp>
      <p:sp>
        <p:nvSpPr>
          <p:cNvPr id="17" name="テキスト プレースホルダー 5"/>
          <p:cNvSpPr>
            <a:spLocks noGrp="1"/>
          </p:cNvSpPr>
          <p:nvPr>
            <p:ph type="body" sz="quarter" idx="12" hasCustomPrompt="1"/>
          </p:nvPr>
        </p:nvSpPr>
        <p:spPr>
          <a:xfrm>
            <a:off x="1555985" y="7329789"/>
            <a:ext cx="4895757" cy="164306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8" name="テキスト プレースホルダー 5"/>
          <p:cNvSpPr>
            <a:spLocks noGrp="1"/>
          </p:cNvSpPr>
          <p:nvPr>
            <p:ph type="body" sz="quarter" idx="15" hasCustomPrompt="1"/>
          </p:nvPr>
        </p:nvSpPr>
        <p:spPr>
          <a:xfrm>
            <a:off x="1553504" y="6691621"/>
            <a:ext cx="4898708"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19" name="円/楕円 18"/>
          <p:cNvSpPr/>
          <p:nvPr userDrawn="1"/>
        </p:nvSpPr>
        <p:spPr>
          <a:xfrm>
            <a:off x="7179293" y="2545538"/>
            <a:ext cx="3902176" cy="3902176"/>
          </a:xfrm>
          <a:prstGeom prst="ellipse">
            <a:avLst/>
          </a:prstGeom>
          <a:blipFill dpi="0" rotWithShape="1">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7356652" y="2722897"/>
            <a:ext cx="3547458" cy="3547458"/>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図プレースホルダー 5"/>
          <p:cNvSpPr>
            <a:spLocks noGrp="1"/>
          </p:cNvSpPr>
          <p:nvPr>
            <p:ph type="pic" sz="quarter" idx="16" hasCustomPrompt="1"/>
          </p:nvPr>
        </p:nvSpPr>
        <p:spPr>
          <a:xfrm>
            <a:off x="7465887" y="2832132"/>
            <a:ext cx="3328987" cy="3328987"/>
          </a:xfrm>
          <a:prstGeom prst="ellipse">
            <a:avLst/>
          </a:prstGeom>
          <a:effectLst>
            <a:innerShdw blurRad="114300">
              <a:prstClr val="black"/>
            </a:innerShdw>
          </a:effectLst>
        </p:spPr>
        <p:txBody>
          <a:bodyPr>
            <a:normAutofit/>
          </a:bodyPr>
          <a:lstStyle>
            <a:lvl1pPr>
              <a:defRPr sz="2000" baseline="0">
                <a:solidFill>
                  <a:schemeClr val="bg2"/>
                </a:solidFill>
              </a:defRPr>
            </a:lvl1pPr>
          </a:lstStyle>
          <a:p>
            <a:r>
              <a:rPr kumimoji="1" lang="en-US" altLang="ja-JP" dirty="0"/>
              <a:t>Add an image</a:t>
            </a:r>
            <a:endParaRPr kumimoji="1" lang="ja-JP" altLang="en-US" dirty="0"/>
          </a:p>
        </p:txBody>
      </p:sp>
      <p:sp>
        <p:nvSpPr>
          <p:cNvPr id="22" name="テキスト プレースホルダー 5"/>
          <p:cNvSpPr>
            <a:spLocks noGrp="1"/>
          </p:cNvSpPr>
          <p:nvPr>
            <p:ph type="body" sz="quarter" idx="17" hasCustomPrompt="1"/>
          </p:nvPr>
        </p:nvSpPr>
        <p:spPr>
          <a:xfrm>
            <a:off x="6696559" y="7329789"/>
            <a:ext cx="4895757" cy="164306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3" name="テキスト プレースホルダー 5"/>
          <p:cNvSpPr>
            <a:spLocks noGrp="1"/>
          </p:cNvSpPr>
          <p:nvPr>
            <p:ph type="body" sz="quarter" idx="18" hasCustomPrompt="1"/>
          </p:nvPr>
        </p:nvSpPr>
        <p:spPr>
          <a:xfrm>
            <a:off x="6694078" y="6691621"/>
            <a:ext cx="4898708"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24" name="円/楕円 23"/>
          <p:cNvSpPr/>
          <p:nvPr userDrawn="1"/>
        </p:nvSpPr>
        <p:spPr>
          <a:xfrm>
            <a:off x="12307442" y="2545538"/>
            <a:ext cx="3902176" cy="39021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24"/>
          <p:cNvSpPr/>
          <p:nvPr userDrawn="1"/>
        </p:nvSpPr>
        <p:spPr>
          <a:xfrm>
            <a:off x="12484801" y="2722897"/>
            <a:ext cx="3547458" cy="3547458"/>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図プレースホルダー 5"/>
          <p:cNvSpPr>
            <a:spLocks noGrp="1"/>
          </p:cNvSpPr>
          <p:nvPr>
            <p:ph type="pic" sz="quarter" idx="19" hasCustomPrompt="1"/>
          </p:nvPr>
        </p:nvSpPr>
        <p:spPr>
          <a:xfrm>
            <a:off x="12594036" y="2803254"/>
            <a:ext cx="3328987" cy="3328987"/>
          </a:xfrm>
          <a:prstGeom prst="ellipse">
            <a:avLst/>
          </a:prstGeom>
          <a:effectLst>
            <a:innerShdw blurRad="114300">
              <a:prstClr val="black"/>
            </a:innerShdw>
          </a:effectLst>
        </p:spPr>
        <p:txBody>
          <a:bodyPr>
            <a:normAutofit/>
          </a:bodyPr>
          <a:lstStyle>
            <a:lvl1pPr>
              <a:defRPr sz="2000" baseline="0">
                <a:solidFill>
                  <a:schemeClr val="bg2"/>
                </a:solidFill>
              </a:defRPr>
            </a:lvl1pPr>
          </a:lstStyle>
          <a:p>
            <a:r>
              <a:rPr kumimoji="1" lang="en-US" altLang="ja-JP" dirty="0"/>
              <a:t>Add an image</a:t>
            </a:r>
            <a:endParaRPr kumimoji="1" lang="ja-JP" altLang="en-US" dirty="0"/>
          </a:p>
        </p:txBody>
      </p:sp>
      <p:sp>
        <p:nvSpPr>
          <p:cNvPr id="27" name="テキスト プレースホルダー 5"/>
          <p:cNvSpPr>
            <a:spLocks noGrp="1"/>
          </p:cNvSpPr>
          <p:nvPr>
            <p:ph type="body" sz="quarter" idx="20" hasCustomPrompt="1"/>
          </p:nvPr>
        </p:nvSpPr>
        <p:spPr>
          <a:xfrm>
            <a:off x="11824708" y="7329789"/>
            <a:ext cx="4895757" cy="164306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8" name="テキスト プレースホルダー 5"/>
          <p:cNvSpPr>
            <a:spLocks noGrp="1"/>
          </p:cNvSpPr>
          <p:nvPr>
            <p:ph type="body" sz="quarter" idx="21" hasCustomPrompt="1"/>
          </p:nvPr>
        </p:nvSpPr>
        <p:spPr>
          <a:xfrm>
            <a:off x="11822227" y="6691621"/>
            <a:ext cx="4898708"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Tree>
    <p:extLst>
      <p:ext uri="{BB962C8B-B14F-4D97-AF65-F5344CB8AC3E}">
        <p14:creationId xmlns:p14="http://schemas.microsoft.com/office/powerpoint/2010/main" val="177958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decel="10000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1" presetClass="entr" presetSubtype="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heel(1)">
                                      <p:cBhvr>
                                        <p:cTn id="17" dur="10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childTnLst>
                                </p:cTn>
                              </p:par>
                            </p:childTnLst>
                          </p:cTn>
                        </p:par>
                        <p:par>
                          <p:cTn id="21" fill="hold">
                            <p:stCondLst>
                              <p:cond delay="2000"/>
                            </p:stCondLst>
                            <p:childTnLst>
                              <p:par>
                                <p:cTn id="22" presetID="2" presetClass="entr" presetSubtype="4" decel="100000" fill="hold" grpId="0" nodeType="afterEffect">
                                  <p:stCondLst>
                                    <p:cond delay="0"/>
                                  </p:stCondLst>
                                  <p:childTnLst>
                                    <p:set>
                                      <p:cBhvr>
                                        <p:cTn id="23" dur="1" fill="hold">
                                          <p:stCondLst>
                                            <p:cond delay="0"/>
                                          </p:stCondLst>
                                        </p:cTn>
                                        <p:tgtEl>
                                          <p:spTgt spid="18">
                                            <p:txEl>
                                              <p:pRg st="0" end="0"/>
                                            </p:txEl>
                                          </p:spTgt>
                                        </p:tgtEl>
                                        <p:attrNameLst>
                                          <p:attrName>style.visibility</p:attrName>
                                        </p:attrNameLst>
                                      </p:cBhvr>
                                      <p:to>
                                        <p:strVal val="visible"/>
                                      </p:to>
                                    </p:set>
                                    <p:anim calcmode="lin" valueType="num">
                                      <p:cBhvr additive="base">
                                        <p:cTn id="24"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26" presetID="2" presetClass="entr" presetSubtype="4" decel="100000" fill="hold" grpId="0" nodeType="withEffect">
                                  <p:stCondLst>
                                    <p:cond delay="0"/>
                                  </p:stCondLst>
                                  <p:childTnLst>
                                    <p:set>
                                      <p:cBhvr>
                                        <p:cTn id="27" dur="1" fill="hold">
                                          <p:stCondLst>
                                            <p:cond delay="0"/>
                                          </p:stCondLst>
                                        </p:cTn>
                                        <p:tgtEl>
                                          <p:spTgt spid="17">
                                            <p:txEl>
                                              <p:pRg st="0" end="0"/>
                                            </p:txEl>
                                          </p:spTgt>
                                        </p:tgtEl>
                                        <p:attrNameLst>
                                          <p:attrName>style.visibility</p:attrName>
                                        </p:attrNameLst>
                                      </p:cBhvr>
                                      <p:to>
                                        <p:strVal val="visible"/>
                                      </p:to>
                                    </p:set>
                                    <p:anim calcmode="lin" valueType="num">
                                      <p:cBhvr additive="base">
                                        <p:cTn id="28"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par>
                          <p:cTn id="30" fill="hold">
                            <p:stCondLst>
                              <p:cond delay="2500"/>
                            </p:stCondLst>
                            <p:childTnLst>
                              <p:par>
                                <p:cTn id="31" presetID="2" presetClass="entr" presetSubtype="4" decel="100000" fill="hold" grpId="0" nodeType="after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1+#ppt_h/2"/>
                                          </p:val>
                                        </p:tav>
                                        <p:tav tm="100000">
                                          <p:val>
                                            <p:strVal val="#ppt_y"/>
                                          </p:val>
                                        </p:tav>
                                      </p:tavLst>
                                    </p:anim>
                                  </p:childTnLst>
                                </p:cTn>
                              </p:par>
                            </p:childTnLst>
                          </p:cTn>
                        </p:par>
                        <p:par>
                          <p:cTn id="35" fill="hold">
                            <p:stCondLst>
                              <p:cond delay="3000"/>
                            </p:stCondLst>
                            <p:childTnLst>
                              <p:par>
                                <p:cTn id="36" presetID="21" presetClass="entr" presetSubtype="1" fill="hold" grpId="0" nodeType="after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heel(1)">
                                      <p:cBhvr>
                                        <p:cTn id="38" dur="10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childTnLst>
                          </p:cTn>
                        </p:par>
                        <p:par>
                          <p:cTn id="42" fill="hold">
                            <p:stCondLst>
                              <p:cond delay="4000"/>
                            </p:stCondLst>
                            <p:childTnLst>
                              <p:par>
                                <p:cTn id="43" presetID="2" presetClass="entr" presetSubtype="4" decel="100000" fill="hold" grpId="0" nodeType="afterEffect">
                                  <p:stCondLst>
                                    <p:cond delay="0"/>
                                  </p:stCondLst>
                                  <p:childTnLst>
                                    <p:set>
                                      <p:cBhvr>
                                        <p:cTn id="44" dur="1" fill="hold">
                                          <p:stCondLst>
                                            <p:cond delay="0"/>
                                          </p:stCondLst>
                                        </p:cTn>
                                        <p:tgtEl>
                                          <p:spTgt spid="23">
                                            <p:txEl>
                                              <p:pRg st="0" end="0"/>
                                            </p:txEl>
                                          </p:spTgt>
                                        </p:tgtEl>
                                        <p:attrNameLst>
                                          <p:attrName>style.visibility</p:attrName>
                                        </p:attrNameLst>
                                      </p:cBhvr>
                                      <p:to>
                                        <p:strVal val="visible"/>
                                      </p:to>
                                    </p:set>
                                    <p:anim calcmode="lin" valueType="num">
                                      <p:cBhvr additive="base">
                                        <p:cTn id="45"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3">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4" decel="100000" fill="hold" grpId="0" nodeType="withEffect">
                                  <p:stCondLst>
                                    <p:cond delay="0"/>
                                  </p:stCondLst>
                                  <p:childTnLst>
                                    <p:set>
                                      <p:cBhvr>
                                        <p:cTn id="48" dur="1" fill="hold">
                                          <p:stCondLst>
                                            <p:cond delay="0"/>
                                          </p:stCondLst>
                                        </p:cTn>
                                        <p:tgtEl>
                                          <p:spTgt spid="22">
                                            <p:txEl>
                                              <p:pRg st="0" end="0"/>
                                            </p:txEl>
                                          </p:spTgt>
                                        </p:tgtEl>
                                        <p:attrNameLst>
                                          <p:attrName>style.visibility</p:attrName>
                                        </p:attrNameLst>
                                      </p:cBhvr>
                                      <p:to>
                                        <p:strVal val="visible"/>
                                      </p:to>
                                    </p:set>
                                    <p:anim calcmode="lin" valueType="num">
                                      <p:cBhvr additive="base">
                                        <p:cTn id="49"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par>
                          <p:cTn id="51" fill="hold">
                            <p:stCondLst>
                              <p:cond delay="4500"/>
                            </p:stCondLst>
                            <p:childTnLst>
                              <p:par>
                                <p:cTn id="52" presetID="2" presetClass="entr" presetSubtype="4" decel="100000" fill="hold" grpId="0" nodeType="after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additive="base">
                                        <p:cTn id="54" dur="500" fill="hold"/>
                                        <p:tgtEl>
                                          <p:spTgt spid="24"/>
                                        </p:tgtEl>
                                        <p:attrNameLst>
                                          <p:attrName>ppt_x</p:attrName>
                                        </p:attrNameLst>
                                      </p:cBhvr>
                                      <p:tavLst>
                                        <p:tav tm="0">
                                          <p:val>
                                            <p:strVal val="#ppt_x"/>
                                          </p:val>
                                        </p:tav>
                                        <p:tav tm="100000">
                                          <p:val>
                                            <p:strVal val="#ppt_x"/>
                                          </p:val>
                                        </p:tav>
                                      </p:tavLst>
                                    </p:anim>
                                    <p:anim calcmode="lin" valueType="num">
                                      <p:cBhvr additive="base">
                                        <p:cTn id="55" dur="500" fill="hold"/>
                                        <p:tgtEl>
                                          <p:spTgt spid="24"/>
                                        </p:tgtEl>
                                        <p:attrNameLst>
                                          <p:attrName>ppt_y</p:attrName>
                                        </p:attrNameLst>
                                      </p:cBhvr>
                                      <p:tavLst>
                                        <p:tav tm="0">
                                          <p:val>
                                            <p:strVal val="1+#ppt_h/2"/>
                                          </p:val>
                                        </p:tav>
                                        <p:tav tm="100000">
                                          <p:val>
                                            <p:strVal val="#ppt_y"/>
                                          </p:val>
                                        </p:tav>
                                      </p:tavLst>
                                    </p:anim>
                                  </p:childTnLst>
                                </p:cTn>
                              </p:par>
                            </p:childTnLst>
                          </p:cTn>
                        </p:par>
                        <p:par>
                          <p:cTn id="56" fill="hold">
                            <p:stCondLst>
                              <p:cond delay="5000"/>
                            </p:stCondLst>
                            <p:childTnLst>
                              <p:par>
                                <p:cTn id="57" presetID="21" presetClass="entr" presetSubtype="1"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heel(1)">
                                      <p:cBhvr>
                                        <p:cTn id="59" dur="1000"/>
                                        <p:tgtEl>
                                          <p:spTgt spid="2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childTnLst>
                          </p:cTn>
                        </p:par>
                        <p:par>
                          <p:cTn id="63" fill="hold">
                            <p:stCondLst>
                              <p:cond delay="6000"/>
                            </p:stCondLst>
                            <p:childTnLst>
                              <p:par>
                                <p:cTn id="64" presetID="2" presetClass="entr" presetSubtype="4" decel="100000" fill="hold" grpId="0" nodeType="afterEffect">
                                  <p:stCondLst>
                                    <p:cond delay="0"/>
                                  </p:stCondLst>
                                  <p:childTnLst>
                                    <p:set>
                                      <p:cBhvr>
                                        <p:cTn id="65" dur="1" fill="hold">
                                          <p:stCondLst>
                                            <p:cond delay="0"/>
                                          </p:stCondLst>
                                        </p:cTn>
                                        <p:tgtEl>
                                          <p:spTgt spid="28">
                                            <p:txEl>
                                              <p:pRg st="0" end="0"/>
                                            </p:txEl>
                                          </p:spTgt>
                                        </p:tgtEl>
                                        <p:attrNameLst>
                                          <p:attrName>style.visibility</p:attrName>
                                        </p:attrNameLst>
                                      </p:cBhvr>
                                      <p:to>
                                        <p:strVal val="visible"/>
                                      </p:to>
                                    </p:set>
                                    <p:anim calcmode="lin" valueType="num">
                                      <p:cBhvr additive="base">
                                        <p:cTn id="66"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68" presetID="2" presetClass="entr" presetSubtype="4" decel="100000" fill="hold" grpId="0" nodeType="withEffect">
                                  <p:stCondLst>
                                    <p:cond delay="0"/>
                                  </p:stCondLst>
                                  <p:childTnLst>
                                    <p:set>
                                      <p:cBhvr>
                                        <p:cTn id="69" dur="1" fill="hold">
                                          <p:stCondLst>
                                            <p:cond delay="0"/>
                                          </p:stCondLst>
                                        </p:cTn>
                                        <p:tgtEl>
                                          <p:spTgt spid="27">
                                            <p:txEl>
                                              <p:pRg st="0" end="0"/>
                                            </p:txEl>
                                          </p:spTgt>
                                        </p:tgtEl>
                                        <p:attrNameLst>
                                          <p:attrName>style.visibility</p:attrName>
                                        </p:attrNameLst>
                                      </p:cBhvr>
                                      <p:to>
                                        <p:strVal val="visible"/>
                                      </p:to>
                                    </p:set>
                                    <p:anim calcmode="lin" valueType="num">
                                      <p:cBhvr additive="base">
                                        <p:cTn id="70"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build="p">
        <p:tmplLst>
          <p:tmpl lvl="1">
            <p:tnLst>
              <p:par>
                <p:cTn presetID="2" presetClass="entr" presetSubtype="1" decel="10000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ppt_x"/>
                          </p:val>
                        </p:tav>
                        <p:tav tm="100000">
                          <p:val>
                            <p:strVal val="#ppt_x"/>
                          </p:val>
                        </p:tav>
                      </p:tavLst>
                    </p:anim>
                    <p:anim calcmode="lin" valueType="num">
                      <p:cBhvr additive="base">
                        <p:cTn dur="500" fill="hold"/>
                        <p:tgtEl>
                          <p:spTgt spid="11"/>
                        </p:tgtEl>
                        <p:attrNameLst>
                          <p:attrName>ppt_y</p:attrName>
                        </p:attrNameLst>
                      </p:cBhvr>
                      <p:tavLst>
                        <p:tav tm="0">
                          <p:val>
                            <p:strVal val="0-#ppt_h/2"/>
                          </p:val>
                        </p:tav>
                        <p:tav tm="100000">
                          <p:val>
                            <p:strVal val="#ppt_y"/>
                          </p:val>
                        </p:tav>
                      </p:tavLst>
                    </p:anim>
                  </p:childTnLst>
                </p:cTn>
              </p:par>
            </p:tnLst>
          </p:tmpl>
        </p:tmplLst>
      </p:bldP>
      <p:bldP spid="6" grpId="0"/>
      <p:bldP spid="17" grpId="0" build="p">
        <p:tmplLst>
          <p:tmpl lvl="1">
            <p:tnLst>
              <p:par>
                <p:cTn presetID="2" presetClass="entr" presetSubtype="4" decel="10000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ppt_x"/>
                          </p:val>
                        </p:tav>
                        <p:tav tm="100000">
                          <p:val>
                            <p:strVal val="#ppt_x"/>
                          </p:val>
                        </p:tav>
                      </p:tavLst>
                    </p:anim>
                    <p:anim calcmode="lin" valueType="num">
                      <p:cBhvr additive="base">
                        <p:cTn dur="500" fill="hold"/>
                        <p:tgtEl>
                          <p:spTgt spid="17"/>
                        </p:tgtEl>
                        <p:attrNameLst>
                          <p:attrName>ppt_y</p:attrName>
                        </p:attrNameLst>
                      </p:cBhvr>
                      <p:tavLst>
                        <p:tav tm="0">
                          <p:val>
                            <p:strVal val="1+#ppt_h/2"/>
                          </p:val>
                        </p:tav>
                        <p:tav tm="100000">
                          <p:val>
                            <p:strVal val="#ppt_y"/>
                          </p:val>
                        </p:tav>
                      </p:tavLst>
                    </p:anim>
                  </p:childTnLst>
                </p:cTn>
              </p:par>
            </p:tnLst>
          </p:tmpl>
        </p:tmplLst>
      </p:bldP>
      <p:bldP spid="18" grpId="0" build="p">
        <p:tmplLst>
          <p:tmpl lvl="1">
            <p:tnLst>
              <p:par>
                <p:cTn presetID="2" presetClass="entr" presetSubtype="4" decel="10000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ppt_x"/>
                          </p:val>
                        </p:tav>
                        <p:tav tm="100000">
                          <p:val>
                            <p:strVal val="#ppt_x"/>
                          </p:val>
                        </p:tav>
                      </p:tavLst>
                    </p:anim>
                    <p:anim calcmode="lin" valueType="num">
                      <p:cBhvr additive="base">
                        <p:cTn dur="500" fill="hold"/>
                        <p:tgtEl>
                          <p:spTgt spid="18"/>
                        </p:tgtEl>
                        <p:attrNameLst>
                          <p:attrName>ppt_y</p:attrName>
                        </p:attrNameLst>
                      </p:cBhvr>
                      <p:tavLst>
                        <p:tav tm="0">
                          <p:val>
                            <p:strVal val="1+#ppt_h/2"/>
                          </p:val>
                        </p:tav>
                        <p:tav tm="100000">
                          <p:val>
                            <p:strVal val="#ppt_y"/>
                          </p:val>
                        </p:tav>
                      </p:tavLst>
                    </p:anim>
                  </p:childTnLst>
                </p:cTn>
              </p:par>
            </p:tnLst>
          </p:tmpl>
        </p:tmplLst>
      </p:bldP>
      <p:bldP spid="19" grpId="0" animBg="1"/>
      <p:bldP spid="20" grpId="0" animBg="1"/>
      <p:bldP spid="21" grpId="0"/>
      <p:bldP spid="22" grpId="0" build="p">
        <p:tmplLst>
          <p:tmpl lvl="1">
            <p:tnLst>
              <p:par>
                <p:cTn presetID="2" presetClass="entr" presetSubtype="4" decel="10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ppt_x"/>
                          </p:val>
                        </p:tav>
                        <p:tav tm="100000">
                          <p:val>
                            <p:strVal val="#ppt_x"/>
                          </p:val>
                        </p:tav>
                      </p:tavLst>
                    </p:anim>
                    <p:anim calcmode="lin" valueType="num">
                      <p:cBhvr additive="base">
                        <p:cTn dur="500" fill="hold"/>
                        <p:tgtEl>
                          <p:spTgt spid="22"/>
                        </p:tgtEl>
                        <p:attrNameLst>
                          <p:attrName>ppt_y</p:attrName>
                        </p:attrNameLst>
                      </p:cBhvr>
                      <p:tavLst>
                        <p:tav tm="0">
                          <p:val>
                            <p:strVal val="1+#ppt_h/2"/>
                          </p:val>
                        </p:tav>
                        <p:tav tm="100000">
                          <p:val>
                            <p:strVal val="#ppt_y"/>
                          </p:val>
                        </p:tav>
                      </p:tavLst>
                    </p:anim>
                  </p:childTnLst>
                </p:cTn>
              </p:par>
            </p:tnLst>
          </p:tmpl>
        </p:tmplLst>
      </p:bldP>
      <p:bldP spid="23" grpId="0" build="p">
        <p:tmplLst>
          <p:tmpl lvl="1">
            <p:tnLst>
              <p:par>
                <p:cTn presetID="2" presetClass="entr" presetSubtype="4" decel="10000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ppt_x"/>
                          </p:val>
                        </p:tav>
                        <p:tav tm="100000">
                          <p:val>
                            <p:strVal val="#ppt_x"/>
                          </p:val>
                        </p:tav>
                      </p:tavLst>
                    </p:anim>
                    <p:anim calcmode="lin" valueType="num">
                      <p:cBhvr additive="base">
                        <p:cTn dur="500" fill="hold"/>
                        <p:tgtEl>
                          <p:spTgt spid="23"/>
                        </p:tgtEl>
                        <p:attrNameLst>
                          <p:attrName>ppt_y</p:attrName>
                        </p:attrNameLst>
                      </p:cBhvr>
                      <p:tavLst>
                        <p:tav tm="0">
                          <p:val>
                            <p:strVal val="1+#ppt_h/2"/>
                          </p:val>
                        </p:tav>
                        <p:tav tm="100000">
                          <p:val>
                            <p:strVal val="#ppt_y"/>
                          </p:val>
                        </p:tav>
                      </p:tavLst>
                    </p:anim>
                  </p:childTnLst>
                </p:cTn>
              </p:par>
            </p:tnLst>
          </p:tmpl>
        </p:tmplLst>
      </p:bldP>
      <p:bldP spid="24" grpId="0" animBg="1"/>
      <p:bldP spid="25" grpId="0" animBg="1"/>
      <p:bldP spid="26" grpId="0"/>
      <p:bldP spid="27" grpId="0" build="p">
        <p:tmplLst>
          <p:tmpl lvl="1">
            <p:tnLst>
              <p:par>
                <p:cTn presetID="2" presetClass="entr" presetSubtype="4" decel="10000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ppt_x"/>
                          </p:val>
                        </p:tav>
                        <p:tav tm="100000">
                          <p:val>
                            <p:strVal val="#ppt_x"/>
                          </p:val>
                        </p:tav>
                      </p:tavLst>
                    </p:anim>
                    <p:anim calcmode="lin" valueType="num">
                      <p:cBhvr additive="base">
                        <p:cTn dur="500" fill="hold"/>
                        <p:tgtEl>
                          <p:spTgt spid="27"/>
                        </p:tgtEl>
                        <p:attrNameLst>
                          <p:attrName>ppt_y</p:attrName>
                        </p:attrNameLst>
                      </p:cBhvr>
                      <p:tavLst>
                        <p:tav tm="0">
                          <p:val>
                            <p:strVal val="1+#ppt_h/2"/>
                          </p:val>
                        </p:tav>
                        <p:tav tm="100000">
                          <p:val>
                            <p:strVal val="#ppt_y"/>
                          </p:val>
                        </p:tav>
                      </p:tavLst>
                    </p:anim>
                  </p:childTnLst>
                </p:cTn>
              </p:par>
            </p:tnLst>
          </p:tmpl>
        </p:tmplLst>
      </p:bldP>
      <p:bldP spid="28" grpId="0" build="p">
        <p:tmplLst>
          <p:tmpl lvl="1">
            <p:tnLst>
              <p:par>
                <p:cTn presetID="2" presetClass="entr" presetSubtype="4" decel="100000"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Images, Captions and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9" name="円/楕円 8"/>
          <p:cNvSpPr/>
          <p:nvPr/>
        </p:nvSpPr>
        <p:spPr>
          <a:xfrm>
            <a:off x="834033" y="2545538"/>
            <a:ext cx="3902176" cy="39021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9"/>
          <p:cNvSpPr/>
          <p:nvPr userDrawn="1"/>
        </p:nvSpPr>
        <p:spPr>
          <a:xfrm>
            <a:off x="1011392" y="2722897"/>
            <a:ext cx="3547458" cy="3547458"/>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5"/>
          <p:cNvSpPr>
            <a:spLocks noGrp="1"/>
          </p:cNvSpPr>
          <p:nvPr userDrawn="1">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 name="図プレースホルダー 5"/>
          <p:cNvSpPr>
            <a:spLocks noGrp="1"/>
          </p:cNvSpPr>
          <p:nvPr>
            <p:ph type="pic" sz="quarter" idx="14" hasCustomPrompt="1"/>
          </p:nvPr>
        </p:nvSpPr>
        <p:spPr>
          <a:xfrm>
            <a:off x="1120627" y="2803254"/>
            <a:ext cx="3328987" cy="3328987"/>
          </a:xfrm>
          <a:prstGeom prst="ellipse">
            <a:avLst/>
          </a:prstGeom>
          <a:effectLst>
            <a:innerShdw blurRad="114300">
              <a:prstClr val="black"/>
            </a:innerShdw>
          </a:effectLst>
        </p:spPr>
        <p:txBody>
          <a:bodyPr>
            <a:normAutofit/>
          </a:bodyPr>
          <a:lstStyle>
            <a:lvl1pPr>
              <a:defRPr sz="2000" baseline="0">
                <a:solidFill>
                  <a:schemeClr val="bg2"/>
                </a:solidFill>
              </a:defRPr>
            </a:lvl1pPr>
          </a:lstStyle>
          <a:p>
            <a:r>
              <a:rPr kumimoji="1" lang="en-US" altLang="ja-JP" dirty="0"/>
              <a:t>Add an image</a:t>
            </a:r>
            <a:endParaRPr kumimoji="1" lang="ja-JP" altLang="en-US" dirty="0"/>
          </a:p>
        </p:txBody>
      </p:sp>
      <p:sp>
        <p:nvSpPr>
          <p:cNvPr id="17" name="テキスト プレースホルダー 5"/>
          <p:cNvSpPr>
            <a:spLocks noGrp="1"/>
          </p:cNvSpPr>
          <p:nvPr>
            <p:ph type="body" sz="quarter" idx="12" hasCustomPrompt="1"/>
          </p:nvPr>
        </p:nvSpPr>
        <p:spPr>
          <a:xfrm>
            <a:off x="728663" y="7329789"/>
            <a:ext cx="4115397" cy="164306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8" name="テキスト プレースホルダー 5"/>
          <p:cNvSpPr>
            <a:spLocks noGrp="1"/>
          </p:cNvSpPr>
          <p:nvPr>
            <p:ph type="body" sz="quarter" idx="15" hasCustomPrompt="1"/>
          </p:nvPr>
        </p:nvSpPr>
        <p:spPr>
          <a:xfrm>
            <a:off x="726182" y="6691621"/>
            <a:ext cx="4117878"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19" name="円/楕円 18"/>
          <p:cNvSpPr/>
          <p:nvPr userDrawn="1"/>
        </p:nvSpPr>
        <p:spPr>
          <a:xfrm>
            <a:off x="5091326" y="2545538"/>
            <a:ext cx="3902176" cy="3902176"/>
          </a:xfrm>
          <a:prstGeom prst="ellipse">
            <a:avLst/>
          </a:prstGeom>
          <a:blipFill dpi="0" rotWithShape="1">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5268685" y="2722897"/>
            <a:ext cx="3547458" cy="3547458"/>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図プレースホルダー 5"/>
          <p:cNvSpPr>
            <a:spLocks noGrp="1"/>
          </p:cNvSpPr>
          <p:nvPr>
            <p:ph type="pic" sz="quarter" idx="16" hasCustomPrompt="1"/>
          </p:nvPr>
        </p:nvSpPr>
        <p:spPr>
          <a:xfrm>
            <a:off x="5377920" y="2832132"/>
            <a:ext cx="3328987" cy="3328987"/>
          </a:xfrm>
          <a:prstGeom prst="ellipse">
            <a:avLst/>
          </a:prstGeom>
          <a:effectLst>
            <a:innerShdw blurRad="114300">
              <a:prstClr val="black"/>
            </a:innerShdw>
          </a:effectLst>
        </p:spPr>
        <p:txBody>
          <a:bodyPr>
            <a:normAutofit/>
          </a:bodyPr>
          <a:lstStyle>
            <a:lvl1pPr>
              <a:defRPr sz="2000" baseline="0">
                <a:solidFill>
                  <a:schemeClr val="bg2"/>
                </a:solidFill>
              </a:defRPr>
            </a:lvl1pPr>
          </a:lstStyle>
          <a:p>
            <a:r>
              <a:rPr kumimoji="1" lang="en-US" altLang="ja-JP" dirty="0"/>
              <a:t>Add an image</a:t>
            </a:r>
            <a:endParaRPr kumimoji="1" lang="ja-JP" altLang="en-US" dirty="0"/>
          </a:p>
        </p:txBody>
      </p:sp>
      <p:sp>
        <p:nvSpPr>
          <p:cNvPr id="22" name="テキスト プレースホルダー 5"/>
          <p:cNvSpPr>
            <a:spLocks noGrp="1"/>
          </p:cNvSpPr>
          <p:nvPr>
            <p:ph type="body" sz="quarter" idx="17" hasCustomPrompt="1"/>
          </p:nvPr>
        </p:nvSpPr>
        <p:spPr>
          <a:xfrm>
            <a:off x="4985956" y="7329789"/>
            <a:ext cx="4115397" cy="164306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3" name="テキスト プレースホルダー 5"/>
          <p:cNvSpPr>
            <a:spLocks noGrp="1"/>
          </p:cNvSpPr>
          <p:nvPr>
            <p:ph type="body" sz="quarter" idx="18" hasCustomPrompt="1"/>
          </p:nvPr>
        </p:nvSpPr>
        <p:spPr>
          <a:xfrm>
            <a:off x="4983475" y="6691621"/>
            <a:ext cx="4117878"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24" name="円/楕円 23"/>
          <p:cNvSpPr/>
          <p:nvPr userDrawn="1"/>
        </p:nvSpPr>
        <p:spPr>
          <a:xfrm>
            <a:off x="9348619" y="2545538"/>
            <a:ext cx="3902176" cy="39021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円/楕円 24"/>
          <p:cNvSpPr/>
          <p:nvPr userDrawn="1"/>
        </p:nvSpPr>
        <p:spPr>
          <a:xfrm>
            <a:off x="9525978" y="2722897"/>
            <a:ext cx="3547458" cy="3547458"/>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図プレースホルダー 5"/>
          <p:cNvSpPr>
            <a:spLocks noGrp="1"/>
          </p:cNvSpPr>
          <p:nvPr>
            <p:ph type="pic" sz="quarter" idx="19" hasCustomPrompt="1"/>
          </p:nvPr>
        </p:nvSpPr>
        <p:spPr>
          <a:xfrm>
            <a:off x="9635213" y="2803254"/>
            <a:ext cx="3328987" cy="3328987"/>
          </a:xfrm>
          <a:prstGeom prst="ellipse">
            <a:avLst/>
          </a:prstGeom>
          <a:effectLst>
            <a:innerShdw blurRad="114300">
              <a:prstClr val="black"/>
            </a:innerShdw>
          </a:effectLst>
        </p:spPr>
        <p:txBody>
          <a:bodyPr>
            <a:normAutofit/>
          </a:bodyPr>
          <a:lstStyle>
            <a:lvl1pPr>
              <a:defRPr sz="2000" baseline="0">
                <a:solidFill>
                  <a:schemeClr val="bg2"/>
                </a:solidFill>
              </a:defRPr>
            </a:lvl1pPr>
          </a:lstStyle>
          <a:p>
            <a:r>
              <a:rPr kumimoji="1" lang="en-US" altLang="ja-JP" dirty="0"/>
              <a:t>Add an image</a:t>
            </a:r>
            <a:endParaRPr kumimoji="1" lang="ja-JP" altLang="en-US" dirty="0"/>
          </a:p>
        </p:txBody>
      </p:sp>
      <p:sp>
        <p:nvSpPr>
          <p:cNvPr id="27" name="テキスト プレースホルダー 5"/>
          <p:cNvSpPr>
            <a:spLocks noGrp="1"/>
          </p:cNvSpPr>
          <p:nvPr>
            <p:ph type="body" sz="quarter" idx="20" hasCustomPrompt="1"/>
          </p:nvPr>
        </p:nvSpPr>
        <p:spPr>
          <a:xfrm>
            <a:off x="9243249" y="7329789"/>
            <a:ext cx="4115397" cy="164306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8" name="テキスト プレースホルダー 5"/>
          <p:cNvSpPr>
            <a:spLocks noGrp="1"/>
          </p:cNvSpPr>
          <p:nvPr>
            <p:ph type="body" sz="quarter" idx="21" hasCustomPrompt="1"/>
          </p:nvPr>
        </p:nvSpPr>
        <p:spPr>
          <a:xfrm>
            <a:off x="9240768" y="6691621"/>
            <a:ext cx="4117878"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29" name="円/楕円 28"/>
          <p:cNvSpPr/>
          <p:nvPr userDrawn="1"/>
        </p:nvSpPr>
        <p:spPr>
          <a:xfrm>
            <a:off x="13605913" y="2545538"/>
            <a:ext cx="3902176" cy="3902176"/>
          </a:xfrm>
          <a:prstGeom prst="ellipse">
            <a:avLst/>
          </a:prstGeom>
          <a:blipFill dpi="0" rotWithShape="1">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29"/>
          <p:cNvSpPr/>
          <p:nvPr userDrawn="1"/>
        </p:nvSpPr>
        <p:spPr>
          <a:xfrm>
            <a:off x="13783272" y="2722897"/>
            <a:ext cx="3547458" cy="3547458"/>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図プレースホルダー 5"/>
          <p:cNvSpPr>
            <a:spLocks noGrp="1"/>
          </p:cNvSpPr>
          <p:nvPr>
            <p:ph type="pic" sz="quarter" idx="22" hasCustomPrompt="1"/>
          </p:nvPr>
        </p:nvSpPr>
        <p:spPr>
          <a:xfrm>
            <a:off x="13892507" y="2803254"/>
            <a:ext cx="3328987" cy="3328987"/>
          </a:xfrm>
          <a:prstGeom prst="ellipse">
            <a:avLst/>
          </a:prstGeom>
          <a:effectLst>
            <a:innerShdw blurRad="114300">
              <a:prstClr val="black"/>
            </a:innerShdw>
          </a:effectLst>
        </p:spPr>
        <p:txBody>
          <a:bodyPr>
            <a:normAutofit/>
          </a:bodyPr>
          <a:lstStyle>
            <a:lvl1pPr>
              <a:defRPr sz="2000" baseline="0">
                <a:solidFill>
                  <a:schemeClr val="bg2"/>
                </a:solidFill>
              </a:defRPr>
            </a:lvl1pPr>
          </a:lstStyle>
          <a:p>
            <a:r>
              <a:rPr kumimoji="1" lang="en-US" altLang="ja-JP" dirty="0"/>
              <a:t>Add an image</a:t>
            </a:r>
            <a:endParaRPr kumimoji="1" lang="ja-JP" altLang="en-US" dirty="0"/>
          </a:p>
        </p:txBody>
      </p:sp>
      <p:sp>
        <p:nvSpPr>
          <p:cNvPr id="32" name="テキスト プレースホルダー 5"/>
          <p:cNvSpPr>
            <a:spLocks noGrp="1"/>
          </p:cNvSpPr>
          <p:nvPr>
            <p:ph type="body" sz="quarter" idx="23" hasCustomPrompt="1"/>
          </p:nvPr>
        </p:nvSpPr>
        <p:spPr>
          <a:xfrm>
            <a:off x="13500543" y="7329789"/>
            <a:ext cx="4115397" cy="164306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3" name="テキスト プレースホルダー 5"/>
          <p:cNvSpPr>
            <a:spLocks noGrp="1"/>
          </p:cNvSpPr>
          <p:nvPr>
            <p:ph type="body" sz="quarter" idx="24" hasCustomPrompt="1"/>
          </p:nvPr>
        </p:nvSpPr>
        <p:spPr>
          <a:xfrm>
            <a:off x="13498062" y="6691621"/>
            <a:ext cx="4117878"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Tree>
    <p:extLst>
      <p:ext uri="{BB962C8B-B14F-4D97-AF65-F5344CB8AC3E}">
        <p14:creationId xmlns:p14="http://schemas.microsoft.com/office/powerpoint/2010/main" val="1187003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decel="10000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1" presetClass="entr" presetSubtype="1"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heel(1)">
                                      <p:cBhvr>
                                        <p:cTn id="17" dur="10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childTnLst>
                                </p:cTn>
                              </p:par>
                            </p:childTnLst>
                          </p:cTn>
                        </p:par>
                        <p:par>
                          <p:cTn id="21" fill="hold">
                            <p:stCondLst>
                              <p:cond delay="2000"/>
                            </p:stCondLst>
                            <p:childTnLst>
                              <p:par>
                                <p:cTn id="22" presetID="2" presetClass="entr" presetSubtype="4" decel="100000" fill="hold" grpId="0" nodeType="afterEffect">
                                  <p:stCondLst>
                                    <p:cond delay="0"/>
                                  </p:stCondLst>
                                  <p:childTnLst>
                                    <p:set>
                                      <p:cBhvr>
                                        <p:cTn id="23" dur="1" fill="hold">
                                          <p:stCondLst>
                                            <p:cond delay="0"/>
                                          </p:stCondLst>
                                        </p:cTn>
                                        <p:tgtEl>
                                          <p:spTgt spid="18">
                                            <p:txEl>
                                              <p:pRg st="0" end="0"/>
                                            </p:txEl>
                                          </p:spTgt>
                                        </p:tgtEl>
                                        <p:attrNameLst>
                                          <p:attrName>style.visibility</p:attrName>
                                        </p:attrNameLst>
                                      </p:cBhvr>
                                      <p:to>
                                        <p:strVal val="visible"/>
                                      </p:to>
                                    </p:set>
                                    <p:anim calcmode="lin" valueType="num">
                                      <p:cBhvr additive="base">
                                        <p:cTn id="24"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26" presetID="2" presetClass="entr" presetSubtype="4" decel="100000" fill="hold" grpId="0" nodeType="withEffect">
                                  <p:stCondLst>
                                    <p:cond delay="0"/>
                                  </p:stCondLst>
                                  <p:childTnLst>
                                    <p:set>
                                      <p:cBhvr>
                                        <p:cTn id="27" dur="1" fill="hold">
                                          <p:stCondLst>
                                            <p:cond delay="0"/>
                                          </p:stCondLst>
                                        </p:cTn>
                                        <p:tgtEl>
                                          <p:spTgt spid="17">
                                            <p:txEl>
                                              <p:pRg st="0" end="0"/>
                                            </p:txEl>
                                          </p:spTgt>
                                        </p:tgtEl>
                                        <p:attrNameLst>
                                          <p:attrName>style.visibility</p:attrName>
                                        </p:attrNameLst>
                                      </p:cBhvr>
                                      <p:to>
                                        <p:strVal val="visible"/>
                                      </p:to>
                                    </p:set>
                                    <p:anim calcmode="lin" valueType="num">
                                      <p:cBhvr additive="base">
                                        <p:cTn id="28"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par>
                          <p:cTn id="30" fill="hold">
                            <p:stCondLst>
                              <p:cond delay="2500"/>
                            </p:stCondLst>
                            <p:childTnLst>
                              <p:par>
                                <p:cTn id="31" presetID="2" presetClass="entr" presetSubtype="4" decel="100000" fill="hold" grpId="0" nodeType="after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1+#ppt_h/2"/>
                                          </p:val>
                                        </p:tav>
                                        <p:tav tm="100000">
                                          <p:val>
                                            <p:strVal val="#ppt_y"/>
                                          </p:val>
                                        </p:tav>
                                      </p:tavLst>
                                    </p:anim>
                                  </p:childTnLst>
                                </p:cTn>
                              </p:par>
                            </p:childTnLst>
                          </p:cTn>
                        </p:par>
                        <p:par>
                          <p:cTn id="35" fill="hold">
                            <p:stCondLst>
                              <p:cond delay="3000"/>
                            </p:stCondLst>
                            <p:childTnLst>
                              <p:par>
                                <p:cTn id="36" presetID="21" presetClass="entr" presetSubtype="1" fill="hold" grpId="0" nodeType="after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heel(1)">
                                      <p:cBhvr>
                                        <p:cTn id="38" dur="10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childTnLst>
                          </p:cTn>
                        </p:par>
                        <p:par>
                          <p:cTn id="42" fill="hold">
                            <p:stCondLst>
                              <p:cond delay="4000"/>
                            </p:stCondLst>
                            <p:childTnLst>
                              <p:par>
                                <p:cTn id="43" presetID="2" presetClass="entr" presetSubtype="4" decel="100000" fill="hold" grpId="0" nodeType="afterEffect">
                                  <p:stCondLst>
                                    <p:cond delay="0"/>
                                  </p:stCondLst>
                                  <p:childTnLst>
                                    <p:set>
                                      <p:cBhvr>
                                        <p:cTn id="44" dur="1" fill="hold">
                                          <p:stCondLst>
                                            <p:cond delay="0"/>
                                          </p:stCondLst>
                                        </p:cTn>
                                        <p:tgtEl>
                                          <p:spTgt spid="23">
                                            <p:txEl>
                                              <p:pRg st="0" end="0"/>
                                            </p:txEl>
                                          </p:spTgt>
                                        </p:tgtEl>
                                        <p:attrNameLst>
                                          <p:attrName>style.visibility</p:attrName>
                                        </p:attrNameLst>
                                      </p:cBhvr>
                                      <p:to>
                                        <p:strVal val="visible"/>
                                      </p:to>
                                    </p:set>
                                    <p:anim calcmode="lin" valueType="num">
                                      <p:cBhvr additive="base">
                                        <p:cTn id="45"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3">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4" decel="100000" fill="hold" grpId="0" nodeType="withEffect">
                                  <p:stCondLst>
                                    <p:cond delay="0"/>
                                  </p:stCondLst>
                                  <p:childTnLst>
                                    <p:set>
                                      <p:cBhvr>
                                        <p:cTn id="48" dur="1" fill="hold">
                                          <p:stCondLst>
                                            <p:cond delay="0"/>
                                          </p:stCondLst>
                                        </p:cTn>
                                        <p:tgtEl>
                                          <p:spTgt spid="22">
                                            <p:txEl>
                                              <p:pRg st="0" end="0"/>
                                            </p:txEl>
                                          </p:spTgt>
                                        </p:tgtEl>
                                        <p:attrNameLst>
                                          <p:attrName>style.visibility</p:attrName>
                                        </p:attrNameLst>
                                      </p:cBhvr>
                                      <p:to>
                                        <p:strVal val="visible"/>
                                      </p:to>
                                    </p:set>
                                    <p:anim calcmode="lin" valueType="num">
                                      <p:cBhvr additive="base">
                                        <p:cTn id="49"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par>
                          <p:cTn id="51" fill="hold">
                            <p:stCondLst>
                              <p:cond delay="4500"/>
                            </p:stCondLst>
                            <p:childTnLst>
                              <p:par>
                                <p:cTn id="52" presetID="2" presetClass="entr" presetSubtype="4" decel="100000" fill="hold" grpId="0" nodeType="after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additive="base">
                                        <p:cTn id="54" dur="500" fill="hold"/>
                                        <p:tgtEl>
                                          <p:spTgt spid="24"/>
                                        </p:tgtEl>
                                        <p:attrNameLst>
                                          <p:attrName>ppt_x</p:attrName>
                                        </p:attrNameLst>
                                      </p:cBhvr>
                                      <p:tavLst>
                                        <p:tav tm="0">
                                          <p:val>
                                            <p:strVal val="#ppt_x"/>
                                          </p:val>
                                        </p:tav>
                                        <p:tav tm="100000">
                                          <p:val>
                                            <p:strVal val="#ppt_x"/>
                                          </p:val>
                                        </p:tav>
                                      </p:tavLst>
                                    </p:anim>
                                    <p:anim calcmode="lin" valueType="num">
                                      <p:cBhvr additive="base">
                                        <p:cTn id="55" dur="500" fill="hold"/>
                                        <p:tgtEl>
                                          <p:spTgt spid="24"/>
                                        </p:tgtEl>
                                        <p:attrNameLst>
                                          <p:attrName>ppt_y</p:attrName>
                                        </p:attrNameLst>
                                      </p:cBhvr>
                                      <p:tavLst>
                                        <p:tav tm="0">
                                          <p:val>
                                            <p:strVal val="1+#ppt_h/2"/>
                                          </p:val>
                                        </p:tav>
                                        <p:tav tm="100000">
                                          <p:val>
                                            <p:strVal val="#ppt_y"/>
                                          </p:val>
                                        </p:tav>
                                      </p:tavLst>
                                    </p:anim>
                                  </p:childTnLst>
                                </p:cTn>
                              </p:par>
                            </p:childTnLst>
                          </p:cTn>
                        </p:par>
                        <p:par>
                          <p:cTn id="56" fill="hold">
                            <p:stCondLst>
                              <p:cond delay="5000"/>
                            </p:stCondLst>
                            <p:childTnLst>
                              <p:par>
                                <p:cTn id="57" presetID="21" presetClass="entr" presetSubtype="1"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wheel(1)">
                                      <p:cBhvr>
                                        <p:cTn id="59" dur="1000"/>
                                        <p:tgtEl>
                                          <p:spTgt spid="2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childTnLst>
                          </p:cTn>
                        </p:par>
                        <p:par>
                          <p:cTn id="63" fill="hold">
                            <p:stCondLst>
                              <p:cond delay="6000"/>
                            </p:stCondLst>
                            <p:childTnLst>
                              <p:par>
                                <p:cTn id="64" presetID="2" presetClass="entr" presetSubtype="4" decel="100000" fill="hold" grpId="0" nodeType="afterEffect">
                                  <p:stCondLst>
                                    <p:cond delay="0"/>
                                  </p:stCondLst>
                                  <p:childTnLst>
                                    <p:set>
                                      <p:cBhvr>
                                        <p:cTn id="65" dur="1" fill="hold">
                                          <p:stCondLst>
                                            <p:cond delay="0"/>
                                          </p:stCondLst>
                                        </p:cTn>
                                        <p:tgtEl>
                                          <p:spTgt spid="28">
                                            <p:txEl>
                                              <p:pRg st="0" end="0"/>
                                            </p:txEl>
                                          </p:spTgt>
                                        </p:tgtEl>
                                        <p:attrNameLst>
                                          <p:attrName>style.visibility</p:attrName>
                                        </p:attrNameLst>
                                      </p:cBhvr>
                                      <p:to>
                                        <p:strVal val="visible"/>
                                      </p:to>
                                    </p:set>
                                    <p:anim calcmode="lin" valueType="num">
                                      <p:cBhvr additive="base">
                                        <p:cTn id="66"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68" presetID="2" presetClass="entr" presetSubtype="4" decel="100000" fill="hold" grpId="0" nodeType="withEffect">
                                  <p:stCondLst>
                                    <p:cond delay="0"/>
                                  </p:stCondLst>
                                  <p:childTnLst>
                                    <p:set>
                                      <p:cBhvr>
                                        <p:cTn id="69" dur="1" fill="hold">
                                          <p:stCondLst>
                                            <p:cond delay="0"/>
                                          </p:stCondLst>
                                        </p:cTn>
                                        <p:tgtEl>
                                          <p:spTgt spid="27">
                                            <p:txEl>
                                              <p:pRg st="0" end="0"/>
                                            </p:txEl>
                                          </p:spTgt>
                                        </p:tgtEl>
                                        <p:attrNameLst>
                                          <p:attrName>style.visibility</p:attrName>
                                        </p:attrNameLst>
                                      </p:cBhvr>
                                      <p:to>
                                        <p:strVal val="visible"/>
                                      </p:to>
                                    </p:set>
                                    <p:anim calcmode="lin" valueType="num">
                                      <p:cBhvr additive="base">
                                        <p:cTn id="70"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par>
                          <p:cTn id="72" fill="hold">
                            <p:stCondLst>
                              <p:cond delay="6500"/>
                            </p:stCondLst>
                            <p:childTnLst>
                              <p:par>
                                <p:cTn id="73" presetID="2" presetClass="entr" presetSubtype="4" decel="100000" fill="hold" grpId="0" nodeType="afterEffect">
                                  <p:stCondLst>
                                    <p:cond delay="0"/>
                                  </p:stCondLst>
                                  <p:childTnLst>
                                    <p:set>
                                      <p:cBhvr>
                                        <p:cTn id="74" dur="1" fill="hold">
                                          <p:stCondLst>
                                            <p:cond delay="0"/>
                                          </p:stCondLst>
                                        </p:cTn>
                                        <p:tgtEl>
                                          <p:spTgt spid="29"/>
                                        </p:tgtEl>
                                        <p:attrNameLst>
                                          <p:attrName>style.visibility</p:attrName>
                                        </p:attrNameLst>
                                      </p:cBhvr>
                                      <p:to>
                                        <p:strVal val="visible"/>
                                      </p:to>
                                    </p:set>
                                    <p:anim calcmode="lin" valueType="num">
                                      <p:cBhvr additive="base">
                                        <p:cTn id="75" dur="500" fill="hold"/>
                                        <p:tgtEl>
                                          <p:spTgt spid="29"/>
                                        </p:tgtEl>
                                        <p:attrNameLst>
                                          <p:attrName>ppt_x</p:attrName>
                                        </p:attrNameLst>
                                      </p:cBhvr>
                                      <p:tavLst>
                                        <p:tav tm="0">
                                          <p:val>
                                            <p:strVal val="#ppt_x"/>
                                          </p:val>
                                        </p:tav>
                                        <p:tav tm="100000">
                                          <p:val>
                                            <p:strVal val="#ppt_x"/>
                                          </p:val>
                                        </p:tav>
                                      </p:tavLst>
                                    </p:anim>
                                    <p:anim calcmode="lin" valueType="num">
                                      <p:cBhvr additive="base">
                                        <p:cTn id="76" dur="500" fill="hold"/>
                                        <p:tgtEl>
                                          <p:spTgt spid="29"/>
                                        </p:tgtEl>
                                        <p:attrNameLst>
                                          <p:attrName>ppt_y</p:attrName>
                                        </p:attrNameLst>
                                      </p:cBhvr>
                                      <p:tavLst>
                                        <p:tav tm="0">
                                          <p:val>
                                            <p:strVal val="1+#ppt_h/2"/>
                                          </p:val>
                                        </p:tav>
                                        <p:tav tm="100000">
                                          <p:val>
                                            <p:strVal val="#ppt_y"/>
                                          </p:val>
                                        </p:tav>
                                      </p:tavLst>
                                    </p:anim>
                                  </p:childTnLst>
                                </p:cTn>
                              </p:par>
                            </p:childTnLst>
                          </p:cTn>
                        </p:par>
                        <p:par>
                          <p:cTn id="77" fill="hold">
                            <p:stCondLst>
                              <p:cond delay="7000"/>
                            </p:stCondLst>
                            <p:childTnLst>
                              <p:par>
                                <p:cTn id="78" presetID="21" presetClass="entr" presetSubtype="1" fill="hold" grpId="0" nodeType="after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wheel(1)">
                                      <p:cBhvr>
                                        <p:cTn id="80" dur="100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500"/>
                                        <p:tgtEl>
                                          <p:spTgt spid="31"/>
                                        </p:tgtEl>
                                      </p:cBhvr>
                                    </p:animEffect>
                                  </p:childTnLst>
                                </p:cTn>
                              </p:par>
                            </p:childTnLst>
                          </p:cTn>
                        </p:par>
                        <p:par>
                          <p:cTn id="84" fill="hold">
                            <p:stCondLst>
                              <p:cond delay="8000"/>
                            </p:stCondLst>
                            <p:childTnLst>
                              <p:par>
                                <p:cTn id="85" presetID="2" presetClass="entr" presetSubtype="4" decel="100000" fill="hold" grpId="0" nodeType="afterEffect">
                                  <p:stCondLst>
                                    <p:cond delay="0"/>
                                  </p:stCondLst>
                                  <p:childTnLst>
                                    <p:set>
                                      <p:cBhvr>
                                        <p:cTn id="86" dur="1" fill="hold">
                                          <p:stCondLst>
                                            <p:cond delay="0"/>
                                          </p:stCondLst>
                                        </p:cTn>
                                        <p:tgtEl>
                                          <p:spTgt spid="33">
                                            <p:txEl>
                                              <p:pRg st="0" end="0"/>
                                            </p:txEl>
                                          </p:spTgt>
                                        </p:tgtEl>
                                        <p:attrNameLst>
                                          <p:attrName>style.visibility</p:attrName>
                                        </p:attrNameLst>
                                      </p:cBhvr>
                                      <p:to>
                                        <p:strVal val="visible"/>
                                      </p:to>
                                    </p:set>
                                    <p:anim calcmode="lin" valueType="num">
                                      <p:cBhvr additive="base">
                                        <p:cTn id="87"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33">
                                            <p:txEl>
                                              <p:pRg st="0" end="0"/>
                                            </p:txEl>
                                          </p:spTgt>
                                        </p:tgtEl>
                                        <p:attrNameLst>
                                          <p:attrName>ppt_y</p:attrName>
                                        </p:attrNameLst>
                                      </p:cBhvr>
                                      <p:tavLst>
                                        <p:tav tm="0">
                                          <p:val>
                                            <p:strVal val="1+#ppt_h/2"/>
                                          </p:val>
                                        </p:tav>
                                        <p:tav tm="100000">
                                          <p:val>
                                            <p:strVal val="#ppt_y"/>
                                          </p:val>
                                        </p:tav>
                                      </p:tavLst>
                                    </p:anim>
                                  </p:childTnLst>
                                </p:cTn>
                              </p:par>
                              <p:par>
                                <p:cTn id="89" presetID="2" presetClass="entr" presetSubtype="4" decel="100000" fill="hold" grpId="0" nodeType="withEffect">
                                  <p:stCondLst>
                                    <p:cond delay="0"/>
                                  </p:stCondLst>
                                  <p:childTnLst>
                                    <p:set>
                                      <p:cBhvr>
                                        <p:cTn id="90" dur="1" fill="hold">
                                          <p:stCondLst>
                                            <p:cond delay="0"/>
                                          </p:stCondLst>
                                        </p:cTn>
                                        <p:tgtEl>
                                          <p:spTgt spid="32">
                                            <p:txEl>
                                              <p:pRg st="0" end="0"/>
                                            </p:txEl>
                                          </p:spTgt>
                                        </p:tgtEl>
                                        <p:attrNameLst>
                                          <p:attrName>style.visibility</p:attrName>
                                        </p:attrNameLst>
                                      </p:cBhvr>
                                      <p:to>
                                        <p:strVal val="visible"/>
                                      </p:to>
                                    </p:set>
                                    <p:anim calcmode="lin" valueType="num">
                                      <p:cBhvr additive="base">
                                        <p:cTn id="91" dur="500" fill="hold"/>
                                        <p:tgtEl>
                                          <p:spTgt spid="32">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build="p">
        <p:tmplLst>
          <p:tmpl lvl="1">
            <p:tnLst>
              <p:par>
                <p:cTn presetID="2" presetClass="entr" presetSubtype="1" decel="10000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ppt_x"/>
                          </p:val>
                        </p:tav>
                        <p:tav tm="100000">
                          <p:val>
                            <p:strVal val="#ppt_x"/>
                          </p:val>
                        </p:tav>
                      </p:tavLst>
                    </p:anim>
                    <p:anim calcmode="lin" valueType="num">
                      <p:cBhvr additive="base">
                        <p:cTn dur="500" fill="hold"/>
                        <p:tgtEl>
                          <p:spTgt spid="11"/>
                        </p:tgtEl>
                        <p:attrNameLst>
                          <p:attrName>ppt_y</p:attrName>
                        </p:attrNameLst>
                      </p:cBhvr>
                      <p:tavLst>
                        <p:tav tm="0">
                          <p:val>
                            <p:strVal val="0-#ppt_h/2"/>
                          </p:val>
                        </p:tav>
                        <p:tav tm="100000">
                          <p:val>
                            <p:strVal val="#ppt_y"/>
                          </p:val>
                        </p:tav>
                      </p:tavLst>
                    </p:anim>
                  </p:childTnLst>
                </p:cTn>
              </p:par>
            </p:tnLst>
          </p:tmpl>
        </p:tmplLst>
      </p:bldP>
      <p:bldP spid="6" grpId="0"/>
      <p:bldP spid="17" grpId="0" build="p">
        <p:tmplLst>
          <p:tmpl lvl="1">
            <p:tnLst>
              <p:par>
                <p:cTn presetID="2" presetClass="entr" presetSubtype="4" decel="10000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ppt_x"/>
                          </p:val>
                        </p:tav>
                        <p:tav tm="100000">
                          <p:val>
                            <p:strVal val="#ppt_x"/>
                          </p:val>
                        </p:tav>
                      </p:tavLst>
                    </p:anim>
                    <p:anim calcmode="lin" valueType="num">
                      <p:cBhvr additive="base">
                        <p:cTn dur="500" fill="hold"/>
                        <p:tgtEl>
                          <p:spTgt spid="17"/>
                        </p:tgtEl>
                        <p:attrNameLst>
                          <p:attrName>ppt_y</p:attrName>
                        </p:attrNameLst>
                      </p:cBhvr>
                      <p:tavLst>
                        <p:tav tm="0">
                          <p:val>
                            <p:strVal val="1+#ppt_h/2"/>
                          </p:val>
                        </p:tav>
                        <p:tav tm="100000">
                          <p:val>
                            <p:strVal val="#ppt_y"/>
                          </p:val>
                        </p:tav>
                      </p:tavLst>
                    </p:anim>
                  </p:childTnLst>
                </p:cTn>
              </p:par>
            </p:tnLst>
          </p:tmpl>
        </p:tmplLst>
      </p:bldP>
      <p:bldP spid="18" grpId="0" build="p">
        <p:tmplLst>
          <p:tmpl lvl="1">
            <p:tnLst>
              <p:par>
                <p:cTn presetID="2" presetClass="entr" presetSubtype="4" decel="10000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ppt_x"/>
                          </p:val>
                        </p:tav>
                        <p:tav tm="100000">
                          <p:val>
                            <p:strVal val="#ppt_x"/>
                          </p:val>
                        </p:tav>
                      </p:tavLst>
                    </p:anim>
                    <p:anim calcmode="lin" valueType="num">
                      <p:cBhvr additive="base">
                        <p:cTn dur="500" fill="hold"/>
                        <p:tgtEl>
                          <p:spTgt spid="18"/>
                        </p:tgtEl>
                        <p:attrNameLst>
                          <p:attrName>ppt_y</p:attrName>
                        </p:attrNameLst>
                      </p:cBhvr>
                      <p:tavLst>
                        <p:tav tm="0">
                          <p:val>
                            <p:strVal val="1+#ppt_h/2"/>
                          </p:val>
                        </p:tav>
                        <p:tav tm="100000">
                          <p:val>
                            <p:strVal val="#ppt_y"/>
                          </p:val>
                        </p:tav>
                      </p:tavLst>
                    </p:anim>
                  </p:childTnLst>
                </p:cTn>
              </p:par>
            </p:tnLst>
          </p:tmpl>
        </p:tmplLst>
      </p:bldP>
      <p:bldP spid="19" grpId="0" animBg="1"/>
      <p:bldP spid="20" grpId="0" animBg="1"/>
      <p:bldP spid="21" grpId="0"/>
      <p:bldP spid="22" grpId="0" build="p">
        <p:tmplLst>
          <p:tmpl lvl="1">
            <p:tnLst>
              <p:par>
                <p:cTn presetID="2" presetClass="entr" presetSubtype="4" decel="10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ppt_x"/>
                          </p:val>
                        </p:tav>
                        <p:tav tm="100000">
                          <p:val>
                            <p:strVal val="#ppt_x"/>
                          </p:val>
                        </p:tav>
                      </p:tavLst>
                    </p:anim>
                    <p:anim calcmode="lin" valueType="num">
                      <p:cBhvr additive="base">
                        <p:cTn dur="500" fill="hold"/>
                        <p:tgtEl>
                          <p:spTgt spid="22"/>
                        </p:tgtEl>
                        <p:attrNameLst>
                          <p:attrName>ppt_y</p:attrName>
                        </p:attrNameLst>
                      </p:cBhvr>
                      <p:tavLst>
                        <p:tav tm="0">
                          <p:val>
                            <p:strVal val="1+#ppt_h/2"/>
                          </p:val>
                        </p:tav>
                        <p:tav tm="100000">
                          <p:val>
                            <p:strVal val="#ppt_y"/>
                          </p:val>
                        </p:tav>
                      </p:tavLst>
                    </p:anim>
                  </p:childTnLst>
                </p:cTn>
              </p:par>
            </p:tnLst>
          </p:tmpl>
        </p:tmplLst>
      </p:bldP>
      <p:bldP spid="23" grpId="0" build="p">
        <p:tmplLst>
          <p:tmpl lvl="1">
            <p:tnLst>
              <p:par>
                <p:cTn presetID="2" presetClass="entr" presetSubtype="4" decel="10000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ppt_x"/>
                          </p:val>
                        </p:tav>
                        <p:tav tm="100000">
                          <p:val>
                            <p:strVal val="#ppt_x"/>
                          </p:val>
                        </p:tav>
                      </p:tavLst>
                    </p:anim>
                    <p:anim calcmode="lin" valueType="num">
                      <p:cBhvr additive="base">
                        <p:cTn dur="500" fill="hold"/>
                        <p:tgtEl>
                          <p:spTgt spid="23"/>
                        </p:tgtEl>
                        <p:attrNameLst>
                          <p:attrName>ppt_y</p:attrName>
                        </p:attrNameLst>
                      </p:cBhvr>
                      <p:tavLst>
                        <p:tav tm="0">
                          <p:val>
                            <p:strVal val="1+#ppt_h/2"/>
                          </p:val>
                        </p:tav>
                        <p:tav tm="100000">
                          <p:val>
                            <p:strVal val="#ppt_y"/>
                          </p:val>
                        </p:tav>
                      </p:tavLst>
                    </p:anim>
                  </p:childTnLst>
                </p:cTn>
              </p:par>
            </p:tnLst>
          </p:tmpl>
        </p:tmplLst>
      </p:bldP>
      <p:bldP spid="24" grpId="0" animBg="1"/>
      <p:bldP spid="25" grpId="0" animBg="1"/>
      <p:bldP spid="26" grpId="0"/>
      <p:bldP spid="27" grpId="0" build="p">
        <p:tmplLst>
          <p:tmpl lvl="1">
            <p:tnLst>
              <p:par>
                <p:cTn presetID="2" presetClass="entr" presetSubtype="4" decel="10000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ppt_x"/>
                          </p:val>
                        </p:tav>
                        <p:tav tm="100000">
                          <p:val>
                            <p:strVal val="#ppt_x"/>
                          </p:val>
                        </p:tav>
                      </p:tavLst>
                    </p:anim>
                    <p:anim calcmode="lin" valueType="num">
                      <p:cBhvr additive="base">
                        <p:cTn dur="500" fill="hold"/>
                        <p:tgtEl>
                          <p:spTgt spid="27"/>
                        </p:tgtEl>
                        <p:attrNameLst>
                          <p:attrName>ppt_y</p:attrName>
                        </p:attrNameLst>
                      </p:cBhvr>
                      <p:tavLst>
                        <p:tav tm="0">
                          <p:val>
                            <p:strVal val="1+#ppt_h/2"/>
                          </p:val>
                        </p:tav>
                        <p:tav tm="100000">
                          <p:val>
                            <p:strVal val="#ppt_y"/>
                          </p:val>
                        </p:tav>
                      </p:tavLst>
                    </p:anim>
                  </p:childTnLst>
                </p:cTn>
              </p:par>
            </p:tnLst>
          </p:tmpl>
        </p:tmplLst>
      </p:bldP>
      <p:bldP spid="28" grpId="0" build="p">
        <p:tmplLst>
          <p:tmpl lvl="1">
            <p:tnLst>
              <p:par>
                <p:cTn presetID="2" presetClass="entr" presetSubtype="4" decel="100000"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P spid="29" grpId="0" animBg="1"/>
      <p:bldP spid="30" grpId="0" animBg="1"/>
      <p:bldP spid="31" grpId="0"/>
      <p:bldP spid="32" grpId="0" build="p">
        <p:tmplLst>
          <p:tmpl lvl="1">
            <p:tnLst>
              <p:par>
                <p:cTn presetID="2" presetClass="entr" presetSubtype="4" decel="10000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ppt_x"/>
                          </p:val>
                        </p:tav>
                        <p:tav tm="100000">
                          <p:val>
                            <p:strVal val="#ppt_x"/>
                          </p:val>
                        </p:tav>
                      </p:tavLst>
                    </p:anim>
                    <p:anim calcmode="lin" valueType="num">
                      <p:cBhvr additive="base">
                        <p:cTn dur="500" fill="hold"/>
                        <p:tgtEl>
                          <p:spTgt spid="32"/>
                        </p:tgtEl>
                        <p:attrNameLst>
                          <p:attrName>ppt_y</p:attrName>
                        </p:attrNameLst>
                      </p:cBhvr>
                      <p:tavLst>
                        <p:tav tm="0">
                          <p:val>
                            <p:strVal val="1+#ppt_h/2"/>
                          </p:val>
                        </p:tav>
                        <p:tav tm="100000">
                          <p:val>
                            <p:strVal val="#ppt_y"/>
                          </p:val>
                        </p:tav>
                      </p:tavLst>
                    </p:anim>
                  </p:childTnLst>
                </p:cTn>
              </p:par>
            </p:tnLst>
          </p:tmpl>
        </p:tmplLst>
      </p:bldP>
      <p:bldP spid="33" grpId="0" build="p">
        <p:tmplLst>
          <p:tmpl lvl="1">
            <p:tnLst>
              <p:par>
                <p:cTn presetID="2" presetClass="entr" presetSubtype="4" decel="10000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ppt_x"/>
                          </p:val>
                        </p:tav>
                        <p:tav tm="100000">
                          <p:val>
                            <p:strVal val="#ppt_x"/>
                          </p:val>
                        </p:tav>
                      </p:tavLst>
                    </p:anim>
                    <p:anim calcmode="lin" valueType="num">
                      <p:cBhvr additive="base">
                        <p:cTn dur="500" fill="hold"/>
                        <p:tgtEl>
                          <p:spTgt spid="3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Icons and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円/楕円 4"/>
          <p:cNvSpPr/>
          <p:nvPr userDrawn="1"/>
        </p:nvSpPr>
        <p:spPr>
          <a:xfrm>
            <a:off x="2713863" y="2583257"/>
            <a:ext cx="2955376" cy="29553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5"/>
          <p:cNvSpPr/>
          <p:nvPr userDrawn="1"/>
        </p:nvSpPr>
        <p:spPr>
          <a:xfrm>
            <a:off x="2890692" y="2760086"/>
            <a:ext cx="2601718" cy="2601718"/>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図プレースホルダー 7"/>
          <p:cNvSpPr>
            <a:spLocks noGrp="1"/>
          </p:cNvSpPr>
          <p:nvPr>
            <p:ph type="pic" sz="quarter" idx="12" hasCustomPrompt="1"/>
          </p:nvPr>
        </p:nvSpPr>
        <p:spPr>
          <a:xfrm>
            <a:off x="3697839" y="3567233"/>
            <a:ext cx="987425" cy="987425"/>
          </a:xfrm>
          <a:effectLst>
            <a:innerShdw blurRad="63500" dist="50800" dir="18900000">
              <a:prstClr val="black">
                <a:alpha val="50000"/>
              </a:prstClr>
            </a:innerShdw>
          </a:effectLst>
        </p:spPr>
        <p:txBody>
          <a:bodyPr>
            <a:normAutofit/>
          </a:bodyPr>
          <a:lstStyle>
            <a:lvl1pPr>
              <a:defRPr sz="1600">
                <a:solidFill>
                  <a:schemeClr val="bg2"/>
                </a:solidFill>
              </a:defRPr>
            </a:lvl1pPr>
          </a:lstStyle>
          <a:p>
            <a:r>
              <a:rPr kumimoji="1" lang="en-US" altLang="ja-JP" dirty="0"/>
              <a:t>Icon</a:t>
            </a:r>
            <a:endParaRPr kumimoji="1" lang="ja-JP" altLang="en-US" dirty="0"/>
          </a:p>
        </p:txBody>
      </p:sp>
      <p:sp>
        <p:nvSpPr>
          <p:cNvPr id="12" name="テキスト プレースホルダー 5"/>
          <p:cNvSpPr>
            <a:spLocks noGrp="1"/>
          </p:cNvSpPr>
          <p:nvPr>
            <p:ph type="body" sz="quarter" idx="13" hasCustomPrompt="1"/>
          </p:nvPr>
        </p:nvSpPr>
        <p:spPr>
          <a:xfrm>
            <a:off x="1743673" y="6398218"/>
            <a:ext cx="4895757" cy="223512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3" name="テキスト プレースホルダー 5"/>
          <p:cNvSpPr>
            <a:spLocks noGrp="1"/>
          </p:cNvSpPr>
          <p:nvPr>
            <p:ph type="body" sz="quarter" idx="15" hasCustomPrompt="1"/>
          </p:nvPr>
        </p:nvSpPr>
        <p:spPr>
          <a:xfrm>
            <a:off x="1742197" y="5760050"/>
            <a:ext cx="4898708"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14" name="円/楕円 13"/>
          <p:cNvSpPr/>
          <p:nvPr userDrawn="1"/>
        </p:nvSpPr>
        <p:spPr>
          <a:xfrm>
            <a:off x="7667900" y="2587856"/>
            <a:ext cx="2955376" cy="2955376"/>
          </a:xfrm>
          <a:prstGeom prst="ellipse">
            <a:avLst/>
          </a:prstGeom>
          <a:blipFill dpi="0" rotWithShape="1">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円/楕円 14"/>
          <p:cNvSpPr/>
          <p:nvPr userDrawn="1"/>
        </p:nvSpPr>
        <p:spPr>
          <a:xfrm>
            <a:off x="7844729" y="2764685"/>
            <a:ext cx="2601718" cy="2601718"/>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図プレースホルダー 7"/>
          <p:cNvSpPr>
            <a:spLocks noGrp="1"/>
          </p:cNvSpPr>
          <p:nvPr>
            <p:ph type="pic" sz="quarter" idx="16" hasCustomPrompt="1"/>
          </p:nvPr>
        </p:nvSpPr>
        <p:spPr>
          <a:xfrm>
            <a:off x="8651876" y="3571832"/>
            <a:ext cx="987425" cy="987425"/>
          </a:xfrm>
          <a:effectLst>
            <a:innerShdw blurRad="63500" dist="50800" dir="18900000">
              <a:prstClr val="black">
                <a:alpha val="50000"/>
              </a:prstClr>
            </a:innerShdw>
          </a:effectLst>
        </p:spPr>
        <p:txBody>
          <a:bodyPr>
            <a:normAutofit/>
          </a:bodyPr>
          <a:lstStyle>
            <a:lvl1pPr>
              <a:defRPr sz="1600">
                <a:solidFill>
                  <a:schemeClr val="bg2"/>
                </a:solidFill>
              </a:defRPr>
            </a:lvl1pPr>
          </a:lstStyle>
          <a:p>
            <a:r>
              <a:rPr kumimoji="1" lang="en-US" altLang="ja-JP" dirty="0"/>
              <a:t>Icon</a:t>
            </a:r>
            <a:endParaRPr kumimoji="1" lang="ja-JP" altLang="en-US" dirty="0"/>
          </a:p>
        </p:txBody>
      </p:sp>
      <p:sp>
        <p:nvSpPr>
          <p:cNvPr id="17" name="テキスト プレースホルダー 5"/>
          <p:cNvSpPr>
            <a:spLocks noGrp="1"/>
          </p:cNvSpPr>
          <p:nvPr>
            <p:ph type="body" sz="quarter" idx="17" hasCustomPrompt="1"/>
          </p:nvPr>
        </p:nvSpPr>
        <p:spPr>
          <a:xfrm>
            <a:off x="6697710" y="6402817"/>
            <a:ext cx="4895757" cy="223512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8" name="テキスト プレースホルダー 5"/>
          <p:cNvSpPr>
            <a:spLocks noGrp="1"/>
          </p:cNvSpPr>
          <p:nvPr>
            <p:ph type="body" sz="quarter" idx="18" hasCustomPrompt="1"/>
          </p:nvPr>
        </p:nvSpPr>
        <p:spPr>
          <a:xfrm>
            <a:off x="6696234" y="5764649"/>
            <a:ext cx="4898708"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19" name="円/楕円 18"/>
          <p:cNvSpPr/>
          <p:nvPr userDrawn="1"/>
        </p:nvSpPr>
        <p:spPr>
          <a:xfrm>
            <a:off x="12627115" y="2583257"/>
            <a:ext cx="2955376" cy="29553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9"/>
          <p:cNvSpPr/>
          <p:nvPr userDrawn="1"/>
        </p:nvSpPr>
        <p:spPr>
          <a:xfrm>
            <a:off x="12803944" y="2760086"/>
            <a:ext cx="2601718" cy="2601718"/>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図プレースホルダー 7"/>
          <p:cNvSpPr>
            <a:spLocks noGrp="1"/>
          </p:cNvSpPr>
          <p:nvPr>
            <p:ph type="pic" sz="quarter" idx="19" hasCustomPrompt="1"/>
          </p:nvPr>
        </p:nvSpPr>
        <p:spPr>
          <a:xfrm>
            <a:off x="13611091" y="3567233"/>
            <a:ext cx="987425" cy="987425"/>
          </a:xfrm>
          <a:effectLst>
            <a:innerShdw blurRad="63500" dist="50800" dir="18900000">
              <a:prstClr val="black">
                <a:alpha val="50000"/>
              </a:prstClr>
            </a:innerShdw>
          </a:effectLst>
        </p:spPr>
        <p:txBody>
          <a:bodyPr>
            <a:normAutofit/>
          </a:bodyPr>
          <a:lstStyle>
            <a:lvl1pPr>
              <a:defRPr sz="1600">
                <a:solidFill>
                  <a:schemeClr val="bg2"/>
                </a:solidFill>
              </a:defRPr>
            </a:lvl1pPr>
          </a:lstStyle>
          <a:p>
            <a:r>
              <a:rPr kumimoji="1" lang="en-US" altLang="ja-JP" dirty="0"/>
              <a:t>Icon</a:t>
            </a:r>
            <a:endParaRPr kumimoji="1" lang="ja-JP" altLang="en-US" dirty="0"/>
          </a:p>
        </p:txBody>
      </p:sp>
      <p:sp>
        <p:nvSpPr>
          <p:cNvPr id="22" name="テキスト プレースホルダー 5"/>
          <p:cNvSpPr>
            <a:spLocks noGrp="1"/>
          </p:cNvSpPr>
          <p:nvPr>
            <p:ph type="body" sz="quarter" idx="20" hasCustomPrompt="1"/>
          </p:nvPr>
        </p:nvSpPr>
        <p:spPr>
          <a:xfrm>
            <a:off x="11656925" y="6398218"/>
            <a:ext cx="4895757" cy="223512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3" name="テキスト プレースホルダー 5"/>
          <p:cNvSpPr>
            <a:spLocks noGrp="1"/>
          </p:cNvSpPr>
          <p:nvPr>
            <p:ph type="body" sz="quarter" idx="21" hasCustomPrompt="1"/>
          </p:nvPr>
        </p:nvSpPr>
        <p:spPr>
          <a:xfrm>
            <a:off x="11655449" y="5760050"/>
            <a:ext cx="4898708"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24" name="テキスト プレースホルダー 5"/>
          <p:cNvSpPr>
            <a:spLocks noGrp="1"/>
          </p:cNvSpPr>
          <p:nvPr>
            <p:ph type="body" sz="quarter" idx="22"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4131328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decel="10000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1" presetClass="entr" presetSubtype="1"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10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childTnLst>
                                </p:cTn>
                              </p:par>
                            </p:childTnLst>
                          </p:cTn>
                        </p:par>
                        <p:par>
                          <p:cTn id="21" fill="hold">
                            <p:stCondLst>
                              <p:cond delay="2000"/>
                            </p:stCondLst>
                            <p:childTnLst>
                              <p:par>
                                <p:cTn id="22" presetID="2" presetClass="entr" presetSubtype="4" decel="100000" fill="hold" grpId="0" nodeType="afterEffect">
                                  <p:stCondLst>
                                    <p:cond delay="0"/>
                                  </p:stCondLst>
                                  <p:childTnLst>
                                    <p:set>
                                      <p:cBhvr>
                                        <p:cTn id="23" dur="1" fill="hold">
                                          <p:stCondLst>
                                            <p:cond delay="0"/>
                                          </p:stCondLst>
                                        </p:cTn>
                                        <p:tgtEl>
                                          <p:spTgt spid="13">
                                            <p:txEl>
                                              <p:pRg st="0" end="0"/>
                                            </p:txEl>
                                          </p:spTgt>
                                        </p:tgtEl>
                                        <p:attrNameLst>
                                          <p:attrName>style.visibility</p:attrName>
                                        </p:attrNameLst>
                                      </p:cBhvr>
                                      <p:to>
                                        <p:strVal val="visible"/>
                                      </p:to>
                                    </p:set>
                                    <p:anim calcmode="lin" valueType="num">
                                      <p:cBhvr additive="base">
                                        <p:cTn id="24"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26" presetID="2" presetClass="entr" presetSubtype="4" decel="100000" fill="hold" grpId="0" nodeType="withEffect">
                                  <p:stCondLst>
                                    <p:cond delay="0"/>
                                  </p:stCondLst>
                                  <p:childTnLst>
                                    <p:set>
                                      <p:cBhvr>
                                        <p:cTn id="27" dur="1" fill="hold">
                                          <p:stCondLst>
                                            <p:cond delay="0"/>
                                          </p:stCondLst>
                                        </p:cTn>
                                        <p:tgtEl>
                                          <p:spTgt spid="12">
                                            <p:txEl>
                                              <p:pRg st="0" end="0"/>
                                            </p:txEl>
                                          </p:spTgt>
                                        </p:tgtEl>
                                        <p:attrNameLst>
                                          <p:attrName>style.visibility</p:attrName>
                                        </p:attrNameLst>
                                      </p:cBhvr>
                                      <p:to>
                                        <p:strVal val="visible"/>
                                      </p:to>
                                    </p:set>
                                    <p:anim calcmode="lin" valueType="num">
                                      <p:cBhvr additive="base">
                                        <p:cTn id="28"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par>
                          <p:cTn id="30" fill="hold">
                            <p:stCondLst>
                              <p:cond delay="2500"/>
                            </p:stCondLst>
                            <p:childTnLst>
                              <p:par>
                                <p:cTn id="31" presetID="2" presetClass="entr" presetSubtype="4" decel="100000"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ppt_x"/>
                                          </p:val>
                                        </p:tav>
                                        <p:tav tm="100000">
                                          <p:val>
                                            <p:strVal val="#ppt_x"/>
                                          </p:val>
                                        </p:tav>
                                      </p:tavLst>
                                    </p:anim>
                                    <p:anim calcmode="lin" valueType="num">
                                      <p:cBhvr additive="base">
                                        <p:cTn id="34" dur="500" fill="hold"/>
                                        <p:tgtEl>
                                          <p:spTgt spid="14"/>
                                        </p:tgtEl>
                                        <p:attrNameLst>
                                          <p:attrName>ppt_y</p:attrName>
                                        </p:attrNameLst>
                                      </p:cBhvr>
                                      <p:tavLst>
                                        <p:tav tm="0">
                                          <p:val>
                                            <p:strVal val="1+#ppt_h/2"/>
                                          </p:val>
                                        </p:tav>
                                        <p:tav tm="100000">
                                          <p:val>
                                            <p:strVal val="#ppt_y"/>
                                          </p:val>
                                        </p:tav>
                                      </p:tavLst>
                                    </p:anim>
                                  </p:childTnLst>
                                </p:cTn>
                              </p:par>
                            </p:childTnLst>
                          </p:cTn>
                        </p:par>
                        <p:par>
                          <p:cTn id="35" fill="hold">
                            <p:stCondLst>
                              <p:cond delay="3000"/>
                            </p:stCondLst>
                            <p:childTnLst>
                              <p:par>
                                <p:cTn id="36" presetID="21" presetClass="entr" presetSubtype="1"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heel(1)">
                                      <p:cBhvr>
                                        <p:cTn id="38" dur="10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1000"/>
                                        <p:tgtEl>
                                          <p:spTgt spid="16"/>
                                        </p:tgtEl>
                                      </p:cBhvr>
                                    </p:animEffect>
                                  </p:childTnLst>
                                </p:cTn>
                              </p:par>
                            </p:childTnLst>
                          </p:cTn>
                        </p:par>
                        <p:par>
                          <p:cTn id="42" fill="hold">
                            <p:stCondLst>
                              <p:cond delay="4000"/>
                            </p:stCondLst>
                            <p:childTnLst>
                              <p:par>
                                <p:cTn id="43" presetID="2" presetClass="entr" presetSubtype="4" decel="100000" fill="hold" grpId="0" nodeType="afterEffect">
                                  <p:stCondLst>
                                    <p:cond delay="0"/>
                                  </p:stCondLst>
                                  <p:childTnLst>
                                    <p:set>
                                      <p:cBhvr>
                                        <p:cTn id="44" dur="1" fill="hold">
                                          <p:stCondLst>
                                            <p:cond delay="0"/>
                                          </p:stCondLst>
                                        </p:cTn>
                                        <p:tgtEl>
                                          <p:spTgt spid="18">
                                            <p:txEl>
                                              <p:pRg st="0" end="0"/>
                                            </p:txEl>
                                          </p:spTgt>
                                        </p:tgtEl>
                                        <p:attrNameLst>
                                          <p:attrName>style.visibility</p:attrName>
                                        </p:attrNameLst>
                                      </p:cBhvr>
                                      <p:to>
                                        <p:strVal val="visible"/>
                                      </p:to>
                                    </p:set>
                                    <p:anim calcmode="lin" valueType="num">
                                      <p:cBhvr additive="base">
                                        <p:cTn id="45"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4" decel="100000" fill="hold" grpId="0" nodeType="withEffect">
                                  <p:stCondLst>
                                    <p:cond delay="0"/>
                                  </p:stCondLst>
                                  <p:childTnLst>
                                    <p:set>
                                      <p:cBhvr>
                                        <p:cTn id="48" dur="1" fill="hold">
                                          <p:stCondLst>
                                            <p:cond delay="0"/>
                                          </p:stCondLst>
                                        </p:cTn>
                                        <p:tgtEl>
                                          <p:spTgt spid="17">
                                            <p:txEl>
                                              <p:pRg st="0" end="0"/>
                                            </p:txEl>
                                          </p:spTgt>
                                        </p:tgtEl>
                                        <p:attrNameLst>
                                          <p:attrName>style.visibility</p:attrName>
                                        </p:attrNameLst>
                                      </p:cBhvr>
                                      <p:to>
                                        <p:strVal val="visible"/>
                                      </p:to>
                                    </p:set>
                                    <p:anim calcmode="lin" valueType="num">
                                      <p:cBhvr additive="base">
                                        <p:cTn id="49"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par>
                          <p:cTn id="51" fill="hold">
                            <p:stCondLst>
                              <p:cond delay="4500"/>
                            </p:stCondLst>
                            <p:childTnLst>
                              <p:par>
                                <p:cTn id="52" presetID="2" presetClass="entr" presetSubtype="4" decel="100000" fill="hold" grpId="0" nodeType="after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500" fill="hold"/>
                                        <p:tgtEl>
                                          <p:spTgt spid="19"/>
                                        </p:tgtEl>
                                        <p:attrNameLst>
                                          <p:attrName>ppt_x</p:attrName>
                                        </p:attrNameLst>
                                      </p:cBhvr>
                                      <p:tavLst>
                                        <p:tav tm="0">
                                          <p:val>
                                            <p:strVal val="#ppt_x"/>
                                          </p:val>
                                        </p:tav>
                                        <p:tav tm="100000">
                                          <p:val>
                                            <p:strVal val="#ppt_x"/>
                                          </p:val>
                                        </p:tav>
                                      </p:tavLst>
                                    </p:anim>
                                    <p:anim calcmode="lin" valueType="num">
                                      <p:cBhvr additive="base">
                                        <p:cTn id="55" dur="500" fill="hold"/>
                                        <p:tgtEl>
                                          <p:spTgt spid="19"/>
                                        </p:tgtEl>
                                        <p:attrNameLst>
                                          <p:attrName>ppt_y</p:attrName>
                                        </p:attrNameLst>
                                      </p:cBhvr>
                                      <p:tavLst>
                                        <p:tav tm="0">
                                          <p:val>
                                            <p:strVal val="1+#ppt_h/2"/>
                                          </p:val>
                                        </p:tav>
                                        <p:tav tm="100000">
                                          <p:val>
                                            <p:strVal val="#ppt_y"/>
                                          </p:val>
                                        </p:tav>
                                      </p:tavLst>
                                    </p:anim>
                                  </p:childTnLst>
                                </p:cTn>
                              </p:par>
                            </p:childTnLst>
                          </p:cTn>
                        </p:par>
                        <p:par>
                          <p:cTn id="56" fill="hold">
                            <p:stCondLst>
                              <p:cond delay="5000"/>
                            </p:stCondLst>
                            <p:childTnLst>
                              <p:par>
                                <p:cTn id="57" presetID="21" presetClass="entr" presetSubtype="1"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heel(1)">
                                      <p:cBhvr>
                                        <p:cTn id="59" dur="100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1000"/>
                                        <p:tgtEl>
                                          <p:spTgt spid="21"/>
                                        </p:tgtEl>
                                      </p:cBhvr>
                                    </p:animEffect>
                                  </p:childTnLst>
                                </p:cTn>
                              </p:par>
                            </p:childTnLst>
                          </p:cTn>
                        </p:par>
                        <p:par>
                          <p:cTn id="63" fill="hold">
                            <p:stCondLst>
                              <p:cond delay="6000"/>
                            </p:stCondLst>
                            <p:childTnLst>
                              <p:par>
                                <p:cTn id="64" presetID="2" presetClass="entr" presetSubtype="4" decel="100000" fill="hold" grpId="0" nodeType="afterEffect">
                                  <p:stCondLst>
                                    <p:cond delay="0"/>
                                  </p:stCondLst>
                                  <p:childTnLst>
                                    <p:set>
                                      <p:cBhvr>
                                        <p:cTn id="65" dur="1" fill="hold">
                                          <p:stCondLst>
                                            <p:cond delay="0"/>
                                          </p:stCondLst>
                                        </p:cTn>
                                        <p:tgtEl>
                                          <p:spTgt spid="23">
                                            <p:txEl>
                                              <p:pRg st="0" end="0"/>
                                            </p:txEl>
                                          </p:spTgt>
                                        </p:tgtEl>
                                        <p:attrNameLst>
                                          <p:attrName>style.visibility</p:attrName>
                                        </p:attrNameLst>
                                      </p:cBhvr>
                                      <p:to>
                                        <p:strVal val="visible"/>
                                      </p:to>
                                    </p:set>
                                    <p:anim calcmode="lin" valueType="num">
                                      <p:cBhvr additive="base">
                                        <p:cTn id="66"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23">
                                            <p:txEl>
                                              <p:pRg st="0" end="0"/>
                                            </p:txEl>
                                          </p:spTgt>
                                        </p:tgtEl>
                                        <p:attrNameLst>
                                          <p:attrName>ppt_y</p:attrName>
                                        </p:attrNameLst>
                                      </p:cBhvr>
                                      <p:tavLst>
                                        <p:tav tm="0">
                                          <p:val>
                                            <p:strVal val="1+#ppt_h/2"/>
                                          </p:val>
                                        </p:tav>
                                        <p:tav tm="100000">
                                          <p:val>
                                            <p:strVal val="#ppt_y"/>
                                          </p:val>
                                        </p:tav>
                                      </p:tavLst>
                                    </p:anim>
                                  </p:childTnLst>
                                </p:cTn>
                              </p:par>
                              <p:par>
                                <p:cTn id="68" presetID="2" presetClass="entr" presetSubtype="4" decel="100000" fill="hold" grpId="0" nodeType="withEffect">
                                  <p:stCondLst>
                                    <p:cond delay="0"/>
                                  </p:stCondLst>
                                  <p:childTnLst>
                                    <p:set>
                                      <p:cBhvr>
                                        <p:cTn id="69" dur="1" fill="hold">
                                          <p:stCondLst>
                                            <p:cond delay="0"/>
                                          </p:stCondLst>
                                        </p:cTn>
                                        <p:tgtEl>
                                          <p:spTgt spid="22">
                                            <p:txEl>
                                              <p:pRg st="0" end="0"/>
                                            </p:txEl>
                                          </p:spTgt>
                                        </p:tgtEl>
                                        <p:attrNameLst>
                                          <p:attrName>style.visibility</p:attrName>
                                        </p:attrNameLst>
                                      </p:cBhvr>
                                      <p:to>
                                        <p:strVal val="visible"/>
                                      </p:to>
                                    </p:set>
                                    <p:anim calcmode="lin" valueType="num">
                                      <p:cBhvr additive="base">
                                        <p:cTn id="70"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12" grpId="0" build="p">
        <p:tmplLst>
          <p:tmpl lvl="1">
            <p:tnLst>
              <p:par>
                <p:cTn presetID="2" presetClass="entr" presetSubtype="4" decel="10000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ppt_x"/>
                          </p:val>
                        </p:tav>
                        <p:tav tm="100000">
                          <p:val>
                            <p:strVal val="#ppt_x"/>
                          </p:val>
                        </p:tav>
                      </p:tavLst>
                    </p:anim>
                    <p:anim calcmode="lin" valueType="num">
                      <p:cBhvr additive="base">
                        <p:cTn dur="500" fill="hold"/>
                        <p:tgtEl>
                          <p:spTgt spid="12"/>
                        </p:tgtEl>
                        <p:attrNameLst>
                          <p:attrName>ppt_y</p:attrName>
                        </p:attrNameLst>
                      </p:cBhvr>
                      <p:tavLst>
                        <p:tav tm="0">
                          <p:val>
                            <p:strVal val="1+#ppt_h/2"/>
                          </p:val>
                        </p:tav>
                        <p:tav tm="100000">
                          <p:val>
                            <p:strVal val="#ppt_y"/>
                          </p:val>
                        </p:tav>
                      </p:tavLst>
                    </p:anim>
                  </p:childTnLst>
                </p:cTn>
              </p:par>
            </p:tnLst>
          </p:tmpl>
        </p:tmplLst>
      </p:bldP>
      <p:bldP spid="13" grpId="0" build="p">
        <p:tmplLst>
          <p:tmpl lvl="1">
            <p:tnLst>
              <p:par>
                <p:cTn presetID="2" presetClass="entr" presetSubtype="4" decel="10000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ppt_x"/>
                          </p:val>
                        </p:tav>
                        <p:tav tm="100000">
                          <p:val>
                            <p:strVal val="#ppt_x"/>
                          </p:val>
                        </p:tav>
                      </p:tavLst>
                    </p:anim>
                    <p:anim calcmode="lin" valueType="num">
                      <p:cBhvr additive="base">
                        <p:cTn dur="500" fill="hold"/>
                        <p:tgtEl>
                          <p:spTgt spid="13"/>
                        </p:tgtEl>
                        <p:attrNameLst>
                          <p:attrName>ppt_y</p:attrName>
                        </p:attrNameLst>
                      </p:cBhvr>
                      <p:tavLst>
                        <p:tav tm="0">
                          <p:val>
                            <p:strVal val="1+#ppt_h/2"/>
                          </p:val>
                        </p:tav>
                        <p:tav tm="100000">
                          <p:val>
                            <p:strVal val="#ppt_y"/>
                          </p:val>
                        </p:tav>
                      </p:tavLst>
                    </p:anim>
                  </p:childTnLst>
                </p:cTn>
              </p:par>
            </p:tnLst>
          </p:tmpl>
        </p:tmplLst>
      </p:bldP>
      <p:bldP spid="14" grpId="0" animBg="1"/>
      <p:bldP spid="15" grpId="0" animBg="1"/>
      <p:bldP spid="16" grpId="0"/>
      <p:bldP spid="17" grpId="0" build="p">
        <p:tmplLst>
          <p:tmpl lvl="1">
            <p:tnLst>
              <p:par>
                <p:cTn presetID="2" presetClass="entr" presetSubtype="4" decel="10000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ppt_x"/>
                          </p:val>
                        </p:tav>
                        <p:tav tm="100000">
                          <p:val>
                            <p:strVal val="#ppt_x"/>
                          </p:val>
                        </p:tav>
                      </p:tavLst>
                    </p:anim>
                    <p:anim calcmode="lin" valueType="num">
                      <p:cBhvr additive="base">
                        <p:cTn dur="500" fill="hold"/>
                        <p:tgtEl>
                          <p:spTgt spid="17"/>
                        </p:tgtEl>
                        <p:attrNameLst>
                          <p:attrName>ppt_y</p:attrName>
                        </p:attrNameLst>
                      </p:cBhvr>
                      <p:tavLst>
                        <p:tav tm="0">
                          <p:val>
                            <p:strVal val="1+#ppt_h/2"/>
                          </p:val>
                        </p:tav>
                        <p:tav tm="100000">
                          <p:val>
                            <p:strVal val="#ppt_y"/>
                          </p:val>
                        </p:tav>
                      </p:tavLst>
                    </p:anim>
                  </p:childTnLst>
                </p:cTn>
              </p:par>
            </p:tnLst>
          </p:tmpl>
        </p:tmplLst>
      </p:bldP>
      <p:bldP spid="18" grpId="0" build="p">
        <p:tmplLst>
          <p:tmpl lvl="1">
            <p:tnLst>
              <p:par>
                <p:cTn presetID="2" presetClass="entr" presetSubtype="4" decel="10000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ppt_x"/>
                          </p:val>
                        </p:tav>
                        <p:tav tm="100000">
                          <p:val>
                            <p:strVal val="#ppt_x"/>
                          </p:val>
                        </p:tav>
                      </p:tavLst>
                    </p:anim>
                    <p:anim calcmode="lin" valueType="num">
                      <p:cBhvr additive="base">
                        <p:cTn dur="500" fill="hold"/>
                        <p:tgtEl>
                          <p:spTgt spid="18"/>
                        </p:tgtEl>
                        <p:attrNameLst>
                          <p:attrName>ppt_y</p:attrName>
                        </p:attrNameLst>
                      </p:cBhvr>
                      <p:tavLst>
                        <p:tav tm="0">
                          <p:val>
                            <p:strVal val="1+#ppt_h/2"/>
                          </p:val>
                        </p:tav>
                        <p:tav tm="100000">
                          <p:val>
                            <p:strVal val="#ppt_y"/>
                          </p:val>
                        </p:tav>
                      </p:tavLst>
                    </p:anim>
                  </p:childTnLst>
                </p:cTn>
              </p:par>
            </p:tnLst>
          </p:tmpl>
        </p:tmplLst>
      </p:bldP>
      <p:bldP spid="19" grpId="0" animBg="1"/>
      <p:bldP spid="20" grpId="0" animBg="1"/>
      <p:bldP spid="21" grpId="0"/>
      <p:bldP spid="22" grpId="0" build="p">
        <p:tmplLst>
          <p:tmpl lvl="1">
            <p:tnLst>
              <p:par>
                <p:cTn presetID="2" presetClass="entr" presetSubtype="4" decel="10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ppt_x"/>
                          </p:val>
                        </p:tav>
                        <p:tav tm="100000">
                          <p:val>
                            <p:strVal val="#ppt_x"/>
                          </p:val>
                        </p:tav>
                      </p:tavLst>
                    </p:anim>
                    <p:anim calcmode="lin" valueType="num">
                      <p:cBhvr additive="base">
                        <p:cTn dur="500" fill="hold"/>
                        <p:tgtEl>
                          <p:spTgt spid="22"/>
                        </p:tgtEl>
                        <p:attrNameLst>
                          <p:attrName>ppt_y</p:attrName>
                        </p:attrNameLst>
                      </p:cBhvr>
                      <p:tavLst>
                        <p:tav tm="0">
                          <p:val>
                            <p:strVal val="1+#ppt_h/2"/>
                          </p:val>
                        </p:tav>
                        <p:tav tm="100000">
                          <p:val>
                            <p:strVal val="#ppt_y"/>
                          </p:val>
                        </p:tav>
                      </p:tavLst>
                    </p:anim>
                  </p:childTnLst>
                </p:cTn>
              </p:par>
            </p:tnLst>
          </p:tmpl>
        </p:tmplLst>
      </p:bldP>
      <p:bldP spid="23" grpId="0" build="p">
        <p:tmplLst>
          <p:tmpl lvl="1">
            <p:tnLst>
              <p:par>
                <p:cTn presetID="2" presetClass="entr" presetSubtype="4" decel="10000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ppt_x"/>
                          </p:val>
                        </p:tav>
                        <p:tav tm="100000">
                          <p:val>
                            <p:strVal val="#ppt_x"/>
                          </p:val>
                        </p:tav>
                      </p:tavLst>
                    </p:anim>
                    <p:anim calcmode="lin" valueType="num">
                      <p:cBhvr additive="base">
                        <p:cTn dur="500" fill="hold"/>
                        <p:tgtEl>
                          <p:spTgt spid="23"/>
                        </p:tgtEl>
                        <p:attrNameLst>
                          <p:attrName>ppt_y</p:attrName>
                        </p:attrNameLst>
                      </p:cBhvr>
                      <p:tavLst>
                        <p:tav tm="0">
                          <p:val>
                            <p:strVal val="1+#ppt_h/2"/>
                          </p:val>
                        </p:tav>
                        <p:tav tm="100000">
                          <p:val>
                            <p:strVal val="#ppt_y"/>
                          </p:val>
                        </p:tav>
                      </p:tavLst>
                    </p:anim>
                  </p:childTnLst>
                </p:cTn>
              </p:par>
            </p:tnLst>
          </p:tmpl>
        </p:tmplLst>
      </p:bldP>
      <p:bldP spid="24" grpId="0" build="p">
        <p:tmplLst>
          <p:tmpl lvl="1">
            <p:tnLst>
              <p:par>
                <p:cTn presetID="2" presetClass="entr" presetSubtype="1" decel="100000"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ppt_x"/>
                          </p:val>
                        </p:tav>
                        <p:tav tm="100000">
                          <p:val>
                            <p:strVal val="#ppt_x"/>
                          </p:val>
                        </p:tav>
                      </p:tavLst>
                    </p:anim>
                    <p:anim calcmode="lin" valueType="num">
                      <p:cBhvr additive="base">
                        <p:cTn dur="500" fill="hold"/>
                        <p:tgtEl>
                          <p:spTgt spid="24"/>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Icons and Tex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円/楕円 4"/>
          <p:cNvSpPr/>
          <p:nvPr userDrawn="1"/>
        </p:nvSpPr>
        <p:spPr>
          <a:xfrm>
            <a:off x="3697839" y="2583257"/>
            <a:ext cx="2955376" cy="29553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5"/>
          <p:cNvSpPr/>
          <p:nvPr userDrawn="1"/>
        </p:nvSpPr>
        <p:spPr>
          <a:xfrm>
            <a:off x="3874668" y="2760086"/>
            <a:ext cx="2601718" cy="2601718"/>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図プレースホルダー 7"/>
          <p:cNvSpPr>
            <a:spLocks noGrp="1"/>
          </p:cNvSpPr>
          <p:nvPr>
            <p:ph type="pic" sz="quarter" idx="12" hasCustomPrompt="1"/>
          </p:nvPr>
        </p:nvSpPr>
        <p:spPr>
          <a:xfrm>
            <a:off x="4681815" y="3567233"/>
            <a:ext cx="987425" cy="987425"/>
          </a:xfrm>
          <a:effectLst>
            <a:innerShdw blurRad="63500" dist="50800" dir="18900000">
              <a:prstClr val="black">
                <a:alpha val="50000"/>
              </a:prstClr>
            </a:innerShdw>
          </a:effectLst>
        </p:spPr>
        <p:txBody>
          <a:bodyPr>
            <a:normAutofit/>
          </a:bodyPr>
          <a:lstStyle>
            <a:lvl1pPr>
              <a:defRPr sz="1600">
                <a:solidFill>
                  <a:schemeClr val="bg2"/>
                </a:solidFill>
              </a:defRPr>
            </a:lvl1pPr>
          </a:lstStyle>
          <a:p>
            <a:r>
              <a:rPr kumimoji="1" lang="en-US" altLang="ja-JP" dirty="0"/>
              <a:t>Icon</a:t>
            </a:r>
            <a:endParaRPr kumimoji="1" lang="ja-JP" altLang="en-US" dirty="0"/>
          </a:p>
        </p:txBody>
      </p:sp>
      <p:sp>
        <p:nvSpPr>
          <p:cNvPr id="12" name="テキスト プレースホルダー 5"/>
          <p:cNvSpPr>
            <a:spLocks noGrp="1"/>
          </p:cNvSpPr>
          <p:nvPr>
            <p:ph type="body" sz="quarter" idx="13" hasCustomPrompt="1"/>
          </p:nvPr>
        </p:nvSpPr>
        <p:spPr>
          <a:xfrm>
            <a:off x="1775099" y="6398218"/>
            <a:ext cx="6865575" cy="223512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3" name="テキスト プレースホルダー 5"/>
          <p:cNvSpPr>
            <a:spLocks noGrp="1"/>
          </p:cNvSpPr>
          <p:nvPr>
            <p:ph type="body" sz="quarter" idx="15" hasCustomPrompt="1"/>
          </p:nvPr>
        </p:nvSpPr>
        <p:spPr>
          <a:xfrm>
            <a:off x="1772436" y="5760050"/>
            <a:ext cx="6869713"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14" name="円/楕円 13"/>
          <p:cNvSpPr/>
          <p:nvPr userDrawn="1"/>
        </p:nvSpPr>
        <p:spPr>
          <a:xfrm>
            <a:off x="11582633" y="2587856"/>
            <a:ext cx="2955376" cy="2955376"/>
          </a:xfrm>
          <a:prstGeom prst="ellipse">
            <a:avLst/>
          </a:prstGeom>
          <a:blipFill dpi="0" rotWithShape="1">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円/楕円 14"/>
          <p:cNvSpPr/>
          <p:nvPr userDrawn="1"/>
        </p:nvSpPr>
        <p:spPr>
          <a:xfrm>
            <a:off x="11759462" y="2764685"/>
            <a:ext cx="2601718" cy="2601718"/>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図プレースホルダー 7"/>
          <p:cNvSpPr>
            <a:spLocks noGrp="1"/>
          </p:cNvSpPr>
          <p:nvPr>
            <p:ph type="pic" sz="quarter" idx="16" hasCustomPrompt="1"/>
          </p:nvPr>
        </p:nvSpPr>
        <p:spPr>
          <a:xfrm>
            <a:off x="12566609" y="3571832"/>
            <a:ext cx="987425" cy="987425"/>
          </a:xfrm>
          <a:effectLst>
            <a:innerShdw blurRad="63500" dist="50800" dir="18900000">
              <a:prstClr val="black">
                <a:alpha val="50000"/>
              </a:prstClr>
            </a:innerShdw>
          </a:effectLst>
        </p:spPr>
        <p:txBody>
          <a:bodyPr>
            <a:normAutofit/>
          </a:bodyPr>
          <a:lstStyle>
            <a:lvl1pPr>
              <a:defRPr sz="1600">
                <a:solidFill>
                  <a:schemeClr val="bg2"/>
                </a:solidFill>
              </a:defRPr>
            </a:lvl1pPr>
          </a:lstStyle>
          <a:p>
            <a:r>
              <a:rPr kumimoji="1" lang="en-US" altLang="ja-JP" dirty="0"/>
              <a:t>Icon</a:t>
            </a:r>
            <a:endParaRPr kumimoji="1" lang="ja-JP" altLang="en-US" dirty="0"/>
          </a:p>
        </p:txBody>
      </p:sp>
      <p:sp>
        <p:nvSpPr>
          <p:cNvPr id="17" name="テキスト プレースホルダー 5"/>
          <p:cNvSpPr>
            <a:spLocks noGrp="1"/>
          </p:cNvSpPr>
          <p:nvPr>
            <p:ph type="body" sz="quarter" idx="17" hasCustomPrompt="1"/>
          </p:nvPr>
        </p:nvSpPr>
        <p:spPr>
          <a:xfrm>
            <a:off x="9659893" y="6402817"/>
            <a:ext cx="6865575" cy="2235124"/>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8" name="テキスト プレースホルダー 5"/>
          <p:cNvSpPr>
            <a:spLocks noGrp="1"/>
          </p:cNvSpPr>
          <p:nvPr>
            <p:ph type="body" sz="quarter" idx="18" hasCustomPrompt="1"/>
          </p:nvPr>
        </p:nvSpPr>
        <p:spPr>
          <a:xfrm>
            <a:off x="9657230" y="5764649"/>
            <a:ext cx="6869713"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24" name="テキスト プレースホルダー 5"/>
          <p:cNvSpPr>
            <a:spLocks noGrp="1"/>
          </p:cNvSpPr>
          <p:nvPr>
            <p:ph type="body" sz="quarter" idx="22"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3327686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decel="10000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1" presetClass="entr" presetSubtype="1"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heel(1)">
                                      <p:cBhvr>
                                        <p:cTn id="17" dur="10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childTnLst>
                                </p:cTn>
                              </p:par>
                            </p:childTnLst>
                          </p:cTn>
                        </p:par>
                        <p:par>
                          <p:cTn id="21" fill="hold">
                            <p:stCondLst>
                              <p:cond delay="2000"/>
                            </p:stCondLst>
                            <p:childTnLst>
                              <p:par>
                                <p:cTn id="22" presetID="2" presetClass="entr" presetSubtype="4" decel="100000" fill="hold" grpId="0" nodeType="afterEffect">
                                  <p:stCondLst>
                                    <p:cond delay="0"/>
                                  </p:stCondLst>
                                  <p:childTnLst>
                                    <p:set>
                                      <p:cBhvr>
                                        <p:cTn id="23" dur="1" fill="hold">
                                          <p:stCondLst>
                                            <p:cond delay="0"/>
                                          </p:stCondLst>
                                        </p:cTn>
                                        <p:tgtEl>
                                          <p:spTgt spid="13">
                                            <p:txEl>
                                              <p:pRg st="0" end="0"/>
                                            </p:txEl>
                                          </p:spTgt>
                                        </p:tgtEl>
                                        <p:attrNameLst>
                                          <p:attrName>style.visibility</p:attrName>
                                        </p:attrNameLst>
                                      </p:cBhvr>
                                      <p:to>
                                        <p:strVal val="visible"/>
                                      </p:to>
                                    </p:set>
                                    <p:anim calcmode="lin" valueType="num">
                                      <p:cBhvr additive="base">
                                        <p:cTn id="24"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3">
                                            <p:txEl>
                                              <p:pRg st="0" end="0"/>
                                            </p:txEl>
                                          </p:spTgt>
                                        </p:tgtEl>
                                        <p:attrNameLst>
                                          <p:attrName>ppt_y</p:attrName>
                                        </p:attrNameLst>
                                      </p:cBhvr>
                                      <p:tavLst>
                                        <p:tav tm="0">
                                          <p:val>
                                            <p:strVal val="1+#ppt_h/2"/>
                                          </p:val>
                                        </p:tav>
                                        <p:tav tm="100000">
                                          <p:val>
                                            <p:strVal val="#ppt_y"/>
                                          </p:val>
                                        </p:tav>
                                      </p:tavLst>
                                    </p:anim>
                                  </p:childTnLst>
                                </p:cTn>
                              </p:par>
                              <p:par>
                                <p:cTn id="26" presetID="2" presetClass="entr" presetSubtype="4" decel="100000" fill="hold" grpId="0" nodeType="withEffect">
                                  <p:stCondLst>
                                    <p:cond delay="0"/>
                                  </p:stCondLst>
                                  <p:childTnLst>
                                    <p:set>
                                      <p:cBhvr>
                                        <p:cTn id="27" dur="1" fill="hold">
                                          <p:stCondLst>
                                            <p:cond delay="0"/>
                                          </p:stCondLst>
                                        </p:cTn>
                                        <p:tgtEl>
                                          <p:spTgt spid="12">
                                            <p:txEl>
                                              <p:pRg st="0" end="0"/>
                                            </p:txEl>
                                          </p:spTgt>
                                        </p:tgtEl>
                                        <p:attrNameLst>
                                          <p:attrName>style.visibility</p:attrName>
                                        </p:attrNameLst>
                                      </p:cBhvr>
                                      <p:to>
                                        <p:strVal val="visible"/>
                                      </p:to>
                                    </p:set>
                                    <p:anim calcmode="lin" valueType="num">
                                      <p:cBhvr additive="base">
                                        <p:cTn id="28"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par>
                          <p:cTn id="30" fill="hold">
                            <p:stCondLst>
                              <p:cond delay="2500"/>
                            </p:stCondLst>
                            <p:childTnLst>
                              <p:par>
                                <p:cTn id="31" presetID="2" presetClass="entr" presetSubtype="4" decel="100000"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ppt_x"/>
                                          </p:val>
                                        </p:tav>
                                        <p:tav tm="100000">
                                          <p:val>
                                            <p:strVal val="#ppt_x"/>
                                          </p:val>
                                        </p:tav>
                                      </p:tavLst>
                                    </p:anim>
                                    <p:anim calcmode="lin" valueType="num">
                                      <p:cBhvr additive="base">
                                        <p:cTn id="34" dur="500" fill="hold"/>
                                        <p:tgtEl>
                                          <p:spTgt spid="14"/>
                                        </p:tgtEl>
                                        <p:attrNameLst>
                                          <p:attrName>ppt_y</p:attrName>
                                        </p:attrNameLst>
                                      </p:cBhvr>
                                      <p:tavLst>
                                        <p:tav tm="0">
                                          <p:val>
                                            <p:strVal val="1+#ppt_h/2"/>
                                          </p:val>
                                        </p:tav>
                                        <p:tav tm="100000">
                                          <p:val>
                                            <p:strVal val="#ppt_y"/>
                                          </p:val>
                                        </p:tav>
                                      </p:tavLst>
                                    </p:anim>
                                  </p:childTnLst>
                                </p:cTn>
                              </p:par>
                            </p:childTnLst>
                          </p:cTn>
                        </p:par>
                        <p:par>
                          <p:cTn id="35" fill="hold">
                            <p:stCondLst>
                              <p:cond delay="3000"/>
                            </p:stCondLst>
                            <p:childTnLst>
                              <p:par>
                                <p:cTn id="36" presetID="21" presetClass="entr" presetSubtype="1"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heel(1)">
                                      <p:cBhvr>
                                        <p:cTn id="38" dur="10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1000"/>
                                        <p:tgtEl>
                                          <p:spTgt spid="16"/>
                                        </p:tgtEl>
                                      </p:cBhvr>
                                    </p:animEffect>
                                  </p:childTnLst>
                                </p:cTn>
                              </p:par>
                            </p:childTnLst>
                          </p:cTn>
                        </p:par>
                        <p:par>
                          <p:cTn id="42" fill="hold">
                            <p:stCondLst>
                              <p:cond delay="4000"/>
                            </p:stCondLst>
                            <p:childTnLst>
                              <p:par>
                                <p:cTn id="43" presetID="2" presetClass="entr" presetSubtype="4" decel="100000" fill="hold" grpId="0" nodeType="afterEffect">
                                  <p:stCondLst>
                                    <p:cond delay="0"/>
                                  </p:stCondLst>
                                  <p:childTnLst>
                                    <p:set>
                                      <p:cBhvr>
                                        <p:cTn id="44" dur="1" fill="hold">
                                          <p:stCondLst>
                                            <p:cond delay="0"/>
                                          </p:stCondLst>
                                        </p:cTn>
                                        <p:tgtEl>
                                          <p:spTgt spid="18">
                                            <p:txEl>
                                              <p:pRg st="0" end="0"/>
                                            </p:txEl>
                                          </p:spTgt>
                                        </p:tgtEl>
                                        <p:attrNameLst>
                                          <p:attrName>style.visibility</p:attrName>
                                        </p:attrNameLst>
                                      </p:cBhvr>
                                      <p:to>
                                        <p:strVal val="visible"/>
                                      </p:to>
                                    </p:set>
                                    <p:anim calcmode="lin" valueType="num">
                                      <p:cBhvr additive="base">
                                        <p:cTn id="45"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8">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4" decel="100000" fill="hold" grpId="0" nodeType="withEffect">
                                  <p:stCondLst>
                                    <p:cond delay="0"/>
                                  </p:stCondLst>
                                  <p:childTnLst>
                                    <p:set>
                                      <p:cBhvr>
                                        <p:cTn id="48" dur="1" fill="hold">
                                          <p:stCondLst>
                                            <p:cond delay="0"/>
                                          </p:stCondLst>
                                        </p:cTn>
                                        <p:tgtEl>
                                          <p:spTgt spid="17">
                                            <p:txEl>
                                              <p:pRg st="0" end="0"/>
                                            </p:txEl>
                                          </p:spTgt>
                                        </p:tgtEl>
                                        <p:attrNameLst>
                                          <p:attrName>style.visibility</p:attrName>
                                        </p:attrNameLst>
                                      </p:cBhvr>
                                      <p:to>
                                        <p:strVal val="visible"/>
                                      </p:to>
                                    </p:set>
                                    <p:anim calcmode="lin" valueType="num">
                                      <p:cBhvr additive="base">
                                        <p:cTn id="49"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12" grpId="0" build="p">
        <p:tmplLst>
          <p:tmpl lvl="1">
            <p:tnLst>
              <p:par>
                <p:cTn presetID="2" presetClass="entr" presetSubtype="4" decel="10000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ppt_x"/>
                          </p:val>
                        </p:tav>
                        <p:tav tm="100000">
                          <p:val>
                            <p:strVal val="#ppt_x"/>
                          </p:val>
                        </p:tav>
                      </p:tavLst>
                    </p:anim>
                    <p:anim calcmode="lin" valueType="num">
                      <p:cBhvr additive="base">
                        <p:cTn dur="500" fill="hold"/>
                        <p:tgtEl>
                          <p:spTgt spid="12"/>
                        </p:tgtEl>
                        <p:attrNameLst>
                          <p:attrName>ppt_y</p:attrName>
                        </p:attrNameLst>
                      </p:cBhvr>
                      <p:tavLst>
                        <p:tav tm="0">
                          <p:val>
                            <p:strVal val="1+#ppt_h/2"/>
                          </p:val>
                        </p:tav>
                        <p:tav tm="100000">
                          <p:val>
                            <p:strVal val="#ppt_y"/>
                          </p:val>
                        </p:tav>
                      </p:tavLst>
                    </p:anim>
                  </p:childTnLst>
                </p:cTn>
              </p:par>
            </p:tnLst>
          </p:tmpl>
        </p:tmplLst>
      </p:bldP>
      <p:bldP spid="13" grpId="0" build="p">
        <p:tmplLst>
          <p:tmpl lvl="1">
            <p:tnLst>
              <p:par>
                <p:cTn presetID="2" presetClass="entr" presetSubtype="4" decel="10000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500" fill="hold"/>
                        <p:tgtEl>
                          <p:spTgt spid="13"/>
                        </p:tgtEl>
                        <p:attrNameLst>
                          <p:attrName>ppt_x</p:attrName>
                        </p:attrNameLst>
                      </p:cBhvr>
                      <p:tavLst>
                        <p:tav tm="0">
                          <p:val>
                            <p:strVal val="#ppt_x"/>
                          </p:val>
                        </p:tav>
                        <p:tav tm="100000">
                          <p:val>
                            <p:strVal val="#ppt_x"/>
                          </p:val>
                        </p:tav>
                      </p:tavLst>
                    </p:anim>
                    <p:anim calcmode="lin" valueType="num">
                      <p:cBhvr additive="base">
                        <p:cTn dur="500" fill="hold"/>
                        <p:tgtEl>
                          <p:spTgt spid="13"/>
                        </p:tgtEl>
                        <p:attrNameLst>
                          <p:attrName>ppt_y</p:attrName>
                        </p:attrNameLst>
                      </p:cBhvr>
                      <p:tavLst>
                        <p:tav tm="0">
                          <p:val>
                            <p:strVal val="1+#ppt_h/2"/>
                          </p:val>
                        </p:tav>
                        <p:tav tm="100000">
                          <p:val>
                            <p:strVal val="#ppt_y"/>
                          </p:val>
                        </p:tav>
                      </p:tavLst>
                    </p:anim>
                  </p:childTnLst>
                </p:cTn>
              </p:par>
            </p:tnLst>
          </p:tmpl>
        </p:tmplLst>
      </p:bldP>
      <p:bldP spid="14" grpId="0" animBg="1"/>
      <p:bldP spid="15" grpId="0" animBg="1"/>
      <p:bldP spid="16" grpId="0"/>
      <p:bldP spid="17" grpId="0" build="p">
        <p:tmplLst>
          <p:tmpl lvl="1">
            <p:tnLst>
              <p:par>
                <p:cTn presetID="2" presetClass="entr" presetSubtype="4" decel="10000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ppt_x"/>
                          </p:val>
                        </p:tav>
                        <p:tav tm="100000">
                          <p:val>
                            <p:strVal val="#ppt_x"/>
                          </p:val>
                        </p:tav>
                      </p:tavLst>
                    </p:anim>
                    <p:anim calcmode="lin" valueType="num">
                      <p:cBhvr additive="base">
                        <p:cTn dur="500" fill="hold"/>
                        <p:tgtEl>
                          <p:spTgt spid="17"/>
                        </p:tgtEl>
                        <p:attrNameLst>
                          <p:attrName>ppt_y</p:attrName>
                        </p:attrNameLst>
                      </p:cBhvr>
                      <p:tavLst>
                        <p:tav tm="0">
                          <p:val>
                            <p:strVal val="1+#ppt_h/2"/>
                          </p:val>
                        </p:tav>
                        <p:tav tm="100000">
                          <p:val>
                            <p:strVal val="#ppt_y"/>
                          </p:val>
                        </p:tav>
                      </p:tavLst>
                    </p:anim>
                  </p:childTnLst>
                </p:cTn>
              </p:par>
            </p:tnLst>
          </p:tmpl>
        </p:tmplLst>
      </p:bldP>
      <p:bldP spid="18" grpId="0" build="p">
        <p:tmplLst>
          <p:tmpl lvl="1">
            <p:tnLst>
              <p:par>
                <p:cTn presetID="2" presetClass="entr" presetSubtype="4" decel="10000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ppt_x"/>
                          </p:val>
                        </p:tav>
                        <p:tav tm="100000">
                          <p:val>
                            <p:strVal val="#ppt_x"/>
                          </p:val>
                        </p:tav>
                      </p:tavLst>
                    </p:anim>
                    <p:anim calcmode="lin" valueType="num">
                      <p:cBhvr additive="base">
                        <p:cTn dur="500" fill="hold"/>
                        <p:tgtEl>
                          <p:spTgt spid="18"/>
                        </p:tgtEl>
                        <p:attrNameLst>
                          <p:attrName>ppt_y</p:attrName>
                        </p:attrNameLst>
                      </p:cBhvr>
                      <p:tavLst>
                        <p:tav tm="0">
                          <p:val>
                            <p:strVal val="1+#ppt_h/2"/>
                          </p:val>
                        </p:tav>
                        <p:tav tm="100000">
                          <p:val>
                            <p:strVal val="#ppt_y"/>
                          </p:val>
                        </p:tav>
                      </p:tavLst>
                    </p:anim>
                  </p:childTnLst>
                </p:cTn>
              </p:par>
            </p:tnLst>
          </p:tmpl>
        </p:tmplLst>
      </p:bldP>
      <p:bldP spid="24" grpId="0" build="p">
        <p:tmplLst>
          <p:tmpl lvl="1">
            <p:tnLst>
              <p:par>
                <p:cTn presetID="2" presetClass="entr" presetSubtype="1" decel="100000"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ppt_x"/>
                          </p:val>
                        </p:tav>
                        <p:tav tm="100000">
                          <p:val>
                            <p:strVal val="#ppt_x"/>
                          </p:val>
                        </p:tav>
                      </p:tavLst>
                    </p:anim>
                    <p:anim calcmode="lin" valueType="num">
                      <p:cBhvr additive="base">
                        <p:cTn dur="500" fill="hold"/>
                        <p:tgtEl>
                          <p:spTgt spid="24"/>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ic List with 6 Item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dirty="0"/>
          </a:p>
        </p:txBody>
      </p:sp>
      <p:sp>
        <p:nvSpPr>
          <p:cNvPr id="5" name="テキスト プレースホルダー 5"/>
          <p:cNvSpPr>
            <a:spLocks noGrp="1"/>
          </p:cNvSpPr>
          <p:nvPr>
            <p:ph type="body" sz="quarter" idx="22"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 name="円/楕円 5"/>
          <p:cNvSpPr/>
          <p:nvPr userDrawn="1"/>
        </p:nvSpPr>
        <p:spPr>
          <a:xfrm>
            <a:off x="709046" y="2607844"/>
            <a:ext cx="1372976" cy="13729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p:cNvSpPr/>
          <p:nvPr userDrawn="1"/>
        </p:nvSpPr>
        <p:spPr>
          <a:xfrm>
            <a:off x="873534" y="2772332"/>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図プレースホルダー 7"/>
          <p:cNvSpPr>
            <a:spLocks noGrp="1"/>
          </p:cNvSpPr>
          <p:nvPr>
            <p:ph type="pic" sz="quarter" idx="12" hasCustomPrompt="1"/>
          </p:nvPr>
        </p:nvSpPr>
        <p:spPr>
          <a:xfrm>
            <a:off x="1090795" y="2989593"/>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9" name="テキスト プレースホルダー 5"/>
          <p:cNvSpPr>
            <a:spLocks noGrp="1"/>
          </p:cNvSpPr>
          <p:nvPr>
            <p:ph type="body" sz="quarter" idx="13" hasCustomPrompt="1"/>
          </p:nvPr>
        </p:nvSpPr>
        <p:spPr>
          <a:xfrm>
            <a:off x="2066215" y="3608653"/>
            <a:ext cx="4125917" cy="2112754"/>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0" name="テキスト プレースホルダー 5"/>
          <p:cNvSpPr>
            <a:spLocks noGrp="1"/>
          </p:cNvSpPr>
          <p:nvPr>
            <p:ph type="body" sz="quarter" idx="15" hasCustomPrompt="1"/>
          </p:nvPr>
        </p:nvSpPr>
        <p:spPr>
          <a:xfrm>
            <a:off x="2064739" y="2970485"/>
            <a:ext cx="4128404"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11" name="円/楕円 10"/>
          <p:cNvSpPr/>
          <p:nvPr userDrawn="1"/>
        </p:nvSpPr>
        <p:spPr>
          <a:xfrm>
            <a:off x="6334951" y="2607844"/>
            <a:ext cx="1372976" cy="1372976"/>
          </a:xfrm>
          <a:prstGeom prst="ellipse">
            <a:avLst/>
          </a:pr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11"/>
          <p:cNvSpPr/>
          <p:nvPr userDrawn="1"/>
        </p:nvSpPr>
        <p:spPr>
          <a:xfrm>
            <a:off x="6499440" y="2772332"/>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図プレースホルダー 7"/>
          <p:cNvSpPr>
            <a:spLocks noGrp="1"/>
          </p:cNvSpPr>
          <p:nvPr>
            <p:ph type="pic" sz="quarter" idx="23" hasCustomPrompt="1"/>
          </p:nvPr>
        </p:nvSpPr>
        <p:spPr>
          <a:xfrm>
            <a:off x="6716701" y="2989593"/>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14" name="テキスト プレースホルダー 5"/>
          <p:cNvSpPr>
            <a:spLocks noGrp="1"/>
          </p:cNvSpPr>
          <p:nvPr>
            <p:ph type="body" sz="quarter" idx="24" hasCustomPrompt="1"/>
          </p:nvPr>
        </p:nvSpPr>
        <p:spPr>
          <a:xfrm>
            <a:off x="7690950" y="3608653"/>
            <a:ext cx="4125917" cy="2112754"/>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5" name="テキスト プレースホルダー 5"/>
          <p:cNvSpPr>
            <a:spLocks noGrp="1"/>
          </p:cNvSpPr>
          <p:nvPr>
            <p:ph type="body" sz="quarter" idx="25" hasCustomPrompt="1"/>
          </p:nvPr>
        </p:nvSpPr>
        <p:spPr>
          <a:xfrm>
            <a:off x="7689474" y="2970485"/>
            <a:ext cx="4128404"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16" name="円/楕円 15"/>
          <p:cNvSpPr/>
          <p:nvPr userDrawn="1"/>
        </p:nvSpPr>
        <p:spPr>
          <a:xfrm>
            <a:off x="11960857" y="2607844"/>
            <a:ext cx="1372976" cy="13729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12125345" y="2772332"/>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図プレースホルダー 7"/>
          <p:cNvSpPr>
            <a:spLocks noGrp="1"/>
          </p:cNvSpPr>
          <p:nvPr>
            <p:ph type="pic" sz="quarter" idx="26" hasCustomPrompt="1"/>
          </p:nvPr>
        </p:nvSpPr>
        <p:spPr>
          <a:xfrm>
            <a:off x="12342606" y="2989593"/>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19" name="テキスト プレースホルダー 5"/>
          <p:cNvSpPr>
            <a:spLocks noGrp="1"/>
          </p:cNvSpPr>
          <p:nvPr>
            <p:ph type="body" sz="quarter" idx="27" hasCustomPrompt="1"/>
          </p:nvPr>
        </p:nvSpPr>
        <p:spPr>
          <a:xfrm>
            <a:off x="13318026" y="3608653"/>
            <a:ext cx="4125917" cy="2112754"/>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0" name="テキスト プレースホルダー 5"/>
          <p:cNvSpPr>
            <a:spLocks noGrp="1"/>
          </p:cNvSpPr>
          <p:nvPr>
            <p:ph type="body" sz="quarter" idx="28" hasCustomPrompt="1"/>
          </p:nvPr>
        </p:nvSpPr>
        <p:spPr>
          <a:xfrm>
            <a:off x="13316550" y="2970485"/>
            <a:ext cx="4128404"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1" name="円/楕円 20"/>
          <p:cNvSpPr/>
          <p:nvPr userDrawn="1"/>
        </p:nvSpPr>
        <p:spPr>
          <a:xfrm>
            <a:off x="709045" y="5735015"/>
            <a:ext cx="1372976" cy="1372976"/>
          </a:xfrm>
          <a:prstGeom prst="ellipse">
            <a:avLst/>
          </a:pr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p:cNvSpPr/>
          <p:nvPr userDrawn="1"/>
        </p:nvSpPr>
        <p:spPr>
          <a:xfrm>
            <a:off x="873533" y="5899503"/>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図プレースホルダー 7"/>
          <p:cNvSpPr>
            <a:spLocks noGrp="1"/>
          </p:cNvSpPr>
          <p:nvPr>
            <p:ph type="pic" sz="quarter" idx="29" hasCustomPrompt="1"/>
          </p:nvPr>
        </p:nvSpPr>
        <p:spPr>
          <a:xfrm>
            <a:off x="1090794" y="6116764"/>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24" name="テキスト プレースホルダー 5"/>
          <p:cNvSpPr>
            <a:spLocks noGrp="1"/>
          </p:cNvSpPr>
          <p:nvPr>
            <p:ph type="body" sz="quarter" idx="30" hasCustomPrompt="1"/>
          </p:nvPr>
        </p:nvSpPr>
        <p:spPr>
          <a:xfrm>
            <a:off x="2066214" y="6735824"/>
            <a:ext cx="4125917" cy="2112754"/>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5" name="テキスト プレースホルダー 5"/>
          <p:cNvSpPr>
            <a:spLocks noGrp="1"/>
          </p:cNvSpPr>
          <p:nvPr>
            <p:ph type="body" sz="quarter" idx="31" hasCustomPrompt="1"/>
          </p:nvPr>
        </p:nvSpPr>
        <p:spPr>
          <a:xfrm>
            <a:off x="2064738" y="6097656"/>
            <a:ext cx="4128404"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6" name="円/楕円 25"/>
          <p:cNvSpPr/>
          <p:nvPr userDrawn="1"/>
        </p:nvSpPr>
        <p:spPr>
          <a:xfrm>
            <a:off x="6334950" y="5735015"/>
            <a:ext cx="1372976" cy="13729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p:cNvSpPr/>
          <p:nvPr userDrawn="1"/>
        </p:nvSpPr>
        <p:spPr>
          <a:xfrm>
            <a:off x="6499439" y="5899503"/>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図プレースホルダー 7"/>
          <p:cNvSpPr>
            <a:spLocks noGrp="1"/>
          </p:cNvSpPr>
          <p:nvPr>
            <p:ph type="pic" sz="quarter" idx="32" hasCustomPrompt="1"/>
          </p:nvPr>
        </p:nvSpPr>
        <p:spPr>
          <a:xfrm>
            <a:off x="6716700" y="6116764"/>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29" name="テキスト プレースホルダー 5"/>
          <p:cNvSpPr>
            <a:spLocks noGrp="1"/>
          </p:cNvSpPr>
          <p:nvPr>
            <p:ph type="body" sz="quarter" idx="33" hasCustomPrompt="1"/>
          </p:nvPr>
        </p:nvSpPr>
        <p:spPr>
          <a:xfrm>
            <a:off x="7690949" y="6735824"/>
            <a:ext cx="4125917" cy="2112754"/>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0" name="テキスト プレースホルダー 5"/>
          <p:cNvSpPr>
            <a:spLocks noGrp="1"/>
          </p:cNvSpPr>
          <p:nvPr>
            <p:ph type="body" sz="quarter" idx="34" hasCustomPrompt="1"/>
          </p:nvPr>
        </p:nvSpPr>
        <p:spPr>
          <a:xfrm>
            <a:off x="7689473" y="6097656"/>
            <a:ext cx="4128404"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1" name="円/楕円 30"/>
          <p:cNvSpPr/>
          <p:nvPr userDrawn="1"/>
        </p:nvSpPr>
        <p:spPr>
          <a:xfrm>
            <a:off x="11960856" y="5735015"/>
            <a:ext cx="1372976" cy="1372976"/>
          </a:xfrm>
          <a:prstGeom prst="ellipse">
            <a:avLst/>
          </a:pr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p:cNvSpPr/>
          <p:nvPr userDrawn="1"/>
        </p:nvSpPr>
        <p:spPr>
          <a:xfrm>
            <a:off x="12125344" y="5899503"/>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図プレースホルダー 7"/>
          <p:cNvSpPr>
            <a:spLocks noGrp="1"/>
          </p:cNvSpPr>
          <p:nvPr>
            <p:ph type="pic" sz="quarter" idx="35" hasCustomPrompt="1"/>
          </p:nvPr>
        </p:nvSpPr>
        <p:spPr>
          <a:xfrm>
            <a:off x="12342605" y="6116764"/>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34" name="テキスト プレースホルダー 5"/>
          <p:cNvSpPr>
            <a:spLocks noGrp="1"/>
          </p:cNvSpPr>
          <p:nvPr>
            <p:ph type="body" sz="quarter" idx="36" hasCustomPrompt="1"/>
          </p:nvPr>
        </p:nvSpPr>
        <p:spPr>
          <a:xfrm>
            <a:off x="13318025" y="6735824"/>
            <a:ext cx="4125917" cy="2112754"/>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5" name="テキスト プレースホルダー 5"/>
          <p:cNvSpPr>
            <a:spLocks noGrp="1"/>
          </p:cNvSpPr>
          <p:nvPr>
            <p:ph type="body" sz="quarter" idx="37" hasCustomPrompt="1"/>
          </p:nvPr>
        </p:nvSpPr>
        <p:spPr>
          <a:xfrm>
            <a:off x="13316549" y="6097656"/>
            <a:ext cx="4128404"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Tree>
    <p:extLst>
      <p:ext uri="{BB962C8B-B14F-4D97-AF65-F5344CB8AC3E}">
        <p14:creationId xmlns:p14="http://schemas.microsoft.com/office/powerpoint/2010/main" val="38643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decel="10000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1" presetClass="entr" presetSubtype="1"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heel(1)">
                                      <p:cBhvr>
                                        <p:cTn id="17" dur="10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childTnLst>
                                </p:cTn>
                              </p:par>
                            </p:childTnLst>
                          </p:cTn>
                        </p:par>
                        <p:par>
                          <p:cTn id="21" fill="hold">
                            <p:stCondLst>
                              <p:cond delay="2000"/>
                            </p:stCondLst>
                            <p:childTnLst>
                              <p:par>
                                <p:cTn id="22" presetID="2" presetClass="entr" presetSubtype="4" decel="100000" fill="hold" grpId="0" nodeType="afterEffect">
                                  <p:stCondLst>
                                    <p:cond delay="0"/>
                                  </p:stCondLst>
                                  <p:childTnLst>
                                    <p:set>
                                      <p:cBhvr>
                                        <p:cTn id="23" dur="1" fill="hold">
                                          <p:stCondLst>
                                            <p:cond delay="0"/>
                                          </p:stCondLst>
                                        </p:cTn>
                                        <p:tgtEl>
                                          <p:spTgt spid="10">
                                            <p:txEl>
                                              <p:pRg st="0" end="0"/>
                                            </p:txEl>
                                          </p:spTgt>
                                        </p:tgtEl>
                                        <p:attrNameLst>
                                          <p:attrName>style.visibility</p:attrName>
                                        </p:attrNameLst>
                                      </p:cBhvr>
                                      <p:to>
                                        <p:strVal val="visible"/>
                                      </p:to>
                                    </p:set>
                                    <p:anim calcmode="lin" valueType="num">
                                      <p:cBhvr additive="base">
                                        <p:cTn id="2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26" presetID="2" presetClass="entr" presetSubtype="4" decel="100000" fill="hold" grpId="0" nodeType="with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 calcmode="lin" valueType="num">
                                      <p:cBhvr additive="base">
                                        <p:cTn id="28"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par>
                          <p:cTn id="30" fill="hold">
                            <p:stCondLst>
                              <p:cond delay="2500"/>
                            </p:stCondLst>
                            <p:childTnLst>
                              <p:par>
                                <p:cTn id="31" presetID="2" presetClass="entr" presetSubtype="4" decel="100000"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par>
                          <p:cTn id="35" fill="hold">
                            <p:stCondLst>
                              <p:cond delay="3000"/>
                            </p:stCondLst>
                            <p:childTnLst>
                              <p:par>
                                <p:cTn id="36" presetID="21" presetClass="entr" presetSubtype="1"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heel(1)">
                                      <p:cBhvr>
                                        <p:cTn id="38" dur="10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1000"/>
                                        <p:tgtEl>
                                          <p:spTgt spid="13"/>
                                        </p:tgtEl>
                                      </p:cBhvr>
                                    </p:animEffect>
                                  </p:childTnLst>
                                </p:cTn>
                              </p:par>
                            </p:childTnLst>
                          </p:cTn>
                        </p:par>
                        <p:par>
                          <p:cTn id="42" fill="hold">
                            <p:stCondLst>
                              <p:cond delay="4000"/>
                            </p:stCondLst>
                            <p:childTnLst>
                              <p:par>
                                <p:cTn id="43" presetID="2" presetClass="entr" presetSubtype="4" decel="100000" fill="hold" grpId="0" nodeType="afterEffect">
                                  <p:stCondLst>
                                    <p:cond delay="0"/>
                                  </p:stCondLst>
                                  <p:childTnLst>
                                    <p:set>
                                      <p:cBhvr>
                                        <p:cTn id="44" dur="1" fill="hold">
                                          <p:stCondLst>
                                            <p:cond delay="0"/>
                                          </p:stCondLst>
                                        </p:cTn>
                                        <p:tgtEl>
                                          <p:spTgt spid="15">
                                            <p:txEl>
                                              <p:pRg st="0" end="0"/>
                                            </p:txEl>
                                          </p:spTgt>
                                        </p:tgtEl>
                                        <p:attrNameLst>
                                          <p:attrName>style.visibility</p:attrName>
                                        </p:attrNameLst>
                                      </p:cBhvr>
                                      <p:to>
                                        <p:strVal val="visible"/>
                                      </p:to>
                                    </p:set>
                                    <p:anim calcmode="lin" valueType="num">
                                      <p:cBhvr additive="base">
                                        <p:cTn id="45"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5">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4" decel="100000" fill="hold" grpId="0" nodeType="withEffect">
                                  <p:stCondLst>
                                    <p:cond delay="0"/>
                                  </p:stCondLst>
                                  <p:childTnLst>
                                    <p:set>
                                      <p:cBhvr>
                                        <p:cTn id="48" dur="1" fill="hold">
                                          <p:stCondLst>
                                            <p:cond delay="0"/>
                                          </p:stCondLst>
                                        </p:cTn>
                                        <p:tgtEl>
                                          <p:spTgt spid="14">
                                            <p:txEl>
                                              <p:pRg st="0" end="0"/>
                                            </p:txEl>
                                          </p:spTgt>
                                        </p:tgtEl>
                                        <p:attrNameLst>
                                          <p:attrName>style.visibility</p:attrName>
                                        </p:attrNameLst>
                                      </p:cBhvr>
                                      <p:to>
                                        <p:strVal val="visible"/>
                                      </p:to>
                                    </p:set>
                                    <p:anim calcmode="lin" valueType="num">
                                      <p:cBhvr additive="base">
                                        <p:cTn id="49"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par>
                          <p:cTn id="51" fill="hold">
                            <p:stCondLst>
                              <p:cond delay="4500"/>
                            </p:stCondLst>
                            <p:childTnLst>
                              <p:par>
                                <p:cTn id="52" presetID="2" presetClass="entr" presetSubtype="4" decel="100000" fill="hold" grpId="0" nodeType="after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00" fill="hold"/>
                                        <p:tgtEl>
                                          <p:spTgt spid="16"/>
                                        </p:tgtEl>
                                        <p:attrNameLst>
                                          <p:attrName>ppt_x</p:attrName>
                                        </p:attrNameLst>
                                      </p:cBhvr>
                                      <p:tavLst>
                                        <p:tav tm="0">
                                          <p:val>
                                            <p:strVal val="#ppt_x"/>
                                          </p:val>
                                        </p:tav>
                                        <p:tav tm="100000">
                                          <p:val>
                                            <p:strVal val="#ppt_x"/>
                                          </p:val>
                                        </p:tav>
                                      </p:tavLst>
                                    </p:anim>
                                    <p:anim calcmode="lin" valueType="num">
                                      <p:cBhvr additive="base">
                                        <p:cTn id="55" dur="500" fill="hold"/>
                                        <p:tgtEl>
                                          <p:spTgt spid="16"/>
                                        </p:tgtEl>
                                        <p:attrNameLst>
                                          <p:attrName>ppt_y</p:attrName>
                                        </p:attrNameLst>
                                      </p:cBhvr>
                                      <p:tavLst>
                                        <p:tav tm="0">
                                          <p:val>
                                            <p:strVal val="1+#ppt_h/2"/>
                                          </p:val>
                                        </p:tav>
                                        <p:tav tm="100000">
                                          <p:val>
                                            <p:strVal val="#ppt_y"/>
                                          </p:val>
                                        </p:tav>
                                      </p:tavLst>
                                    </p:anim>
                                  </p:childTnLst>
                                </p:cTn>
                              </p:par>
                            </p:childTnLst>
                          </p:cTn>
                        </p:par>
                        <p:par>
                          <p:cTn id="56" fill="hold">
                            <p:stCondLst>
                              <p:cond delay="5000"/>
                            </p:stCondLst>
                            <p:childTnLst>
                              <p:par>
                                <p:cTn id="57" presetID="21" presetClass="entr" presetSubtype="1" fill="hold" grpId="0"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heel(1)">
                                      <p:cBhvr>
                                        <p:cTn id="59" dur="1000"/>
                                        <p:tgtEl>
                                          <p:spTgt spid="1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1000"/>
                                        <p:tgtEl>
                                          <p:spTgt spid="18"/>
                                        </p:tgtEl>
                                      </p:cBhvr>
                                    </p:animEffect>
                                  </p:childTnLst>
                                </p:cTn>
                              </p:par>
                            </p:childTnLst>
                          </p:cTn>
                        </p:par>
                        <p:par>
                          <p:cTn id="63" fill="hold">
                            <p:stCondLst>
                              <p:cond delay="6000"/>
                            </p:stCondLst>
                            <p:childTnLst>
                              <p:par>
                                <p:cTn id="64" presetID="2" presetClass="entr" presetSubtype="4" decel="100000" fill="hold" grpId="0" nodeType="afterEffect">
                                  <p:stCondLst>
                                    <p:cond delay="0"/>
                                  </p:stCondLst>
                                  <p:childTnLst>
                                    <p:set>
                                      <p:cBhvr>
                                        <p:cTn id="65" dur="1" fill="hold">
                                          <p:stCondLst>
                                            <p:cond delay="0"/>
                                          </p:stCondLst>
                                        </p:cTn>
                                        <p:tgtEl>
                                          <p:spTgt spid="20">
                                            <p:txEl>
                                              <p:pRg st="0" end="0"/>
                                            </p:txEl>
                                          </p:spTgt>
                                        </p:tgtEl>
                                        <p:attrNameLst>
                                          <p:attrName>style.visibility</p:attrName>
                                        </p:attrNameLst>
                                      </p:cBhvr>
                                      <p:to>
                                        <p:strVal val="visible"/>
                                      </p:to>
                                    </p:set>
                                    <p:anim calcmode="lin" valueType="num">
                                      <p:cBhvr additive="base">
                                        <p:cTn id="66"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20">
                                            <p:txEl>
                                              <p:pRg st="0" end="0"/>
                                            </p:txEl>
                                          </p:spTgt>
                                        </p:tgtEl>
                                        <p:attrNameLst>
                                          <p:attrName>ppt_y</p:attrName>
                                        </p:attrNameLst>
                                      </p:cBhvr>
                                      <p:tavLst>
                                        <p:tav tm="0">
                                          <p:val>
                                            <p:strVal val="1+#ppt_h/2"/>
                                          </p:val>
                                        </p:tav>
                                        <p:tav tm="100000">
                                          <p:val>
                                            <p:strVal val="#ppt_y"/>
                                          </p:val>
                                        </p:tav>
                                      </p:tavLst>
                                    </p:anim>
                                  </p:childTnLst>
                                </p:cTn>
                              </p:par>
                              <p:par>
                                <p:cTn id="68" presetID="2" presetClass="entr" presetSubtype="4" decel="100000" fill="hold" grpId="0" nodeType="withEffect">
                                  <p:stCondLst>
                                    <p:cond delay="0"/>
                                  </p:stCondLst>
                                  <p:childTnLst>
                                    <p:set>
                                      <p:cBhvr>
                                        <p:cTn id="69" dur="1" fill="hold">
                                          <p:stCondLst>
                                            <p:cond delay="0"/>
                                          </p:stCondLst>
                                        </p:cTn>
                                        <p:tgtEl>
                                          <p:spTgt spid="19">
                                            <p:txEl>
                                              <p:pRg st="0" end="0"/>
                                            </p:txEl>
                                          </p:spTgt>
                                        </p:tgtEl>
                                        <p:attrNameLst>
                                          <p:attrName>style.visibility</p:attrName>
                                        </p:attrNameLst>
                                      </p:cBhvr>
                                      <p:to>
                                        <p:strVal val="visible"/>
                                      </p:to>
                                    </p:set>
                                    <p:anim calcmode="lin" valueType="num">
                                      <p:cBhvr additive="base">
                                        <p:cTn id="70"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par>
                          <p:cTn id="72" fill="hold">
                            <p:stCondLst>
                              <p:cond delay="6500"/>
                            </p:stCondLst>
                            <p:childTnLst>
                              <p:par>
                                <p:cTn id="73" presetID="2" presetClass="entr" presetSubtype="4" decel="100000" fill="hold" grpId="0" nodeType="after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00" fill="hold"/>
                                        <p:tgtEl>
                                          <p:spTgt spid="21"/>
                                        </p:tgtEl>
                                        <p:attrNameLst>
                                          <p:attrName>ppt_x</p:attrName>
                                        </p:attrNameLst>
                                      </p:cBhvr>
                                      <p:tavLst>
                                        <p:tav tm="0">
                                          <p:val>
                                            <p:strVal val="#ppt_x"/>
                                          </p:val>
                                        </p:tav>
                                        <p:tav tm="100000">
                                          <p:val>
                                            <p:strVal val="#ppt_x"/>
                                          </p:val>
                                        </p:tav>
                                      </p:tavLst>
                                    </p:anim>
                                    <p:anim calcmode="lin" valueType="num">
                                      <p:cBhvr additive="base">
                                        <p:cTn id="76" dur="500" fill="hold"/>
                                        <p:tgtEl>
                                          <p:spTgt spid="21"/>
                                        </p:tgtEl>
                                        <p:attrNameLst>
                                          <p:attrName>ppt_y</p:attrName>
                                        </p:attrNameLst>
                                      </p:cBhvr>
                                      <p:tavLst>
                                        <p:tav tm="0">
                                          <p:val>
                                            <p:strVal val="1+#ppt_h/2"/>
                                          </p:val>
                                        </p:tav>
                                        <p:tav tm="100000">
                                          <p:val>
                                            <p:strVal val="#ppt_y"/>
                                          </p:val>
                                        </p:tav>
                                      </p:tavLst>
                                    </p:anim>
                                  </p:childTnLst>
                                </p:cTn>
                              </p:par>
                            </p:childTnLst>
                          </p:cTn>
                        </p:par>
                        <p:par>
                          <p:cTn id="77" fill="hold">
                            <p:stCondLst>
                              <p:cond delay="7000"/>
                            </p:stCondLst>
                            <p:childTnLst>
                              <p:par>
                                <p:cTn id="78" presetID="21" presetClass="entr" presetSubtype="1" fill="hold" grpId="0" nodeType="after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wheel(1)">
                                      <p:cBhvr>
                                        <p:cTn id="80" dur="1000"/>
                                        <p:tgtEl>
                                          <p:spTgt spid="2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fade">
                                      <p:cBhvr>
                                        <p:cTn id="83" dur="1000"/>
                                        <p:tgtEl>
                                          <p:spTgt spid="23"/>
                                        </p:tgtEl>
                                      </p:cBhvr>
                                    </p:animEffect>
                                  </p:childTnLst>
                                </p:cTn>
                              </p:par>
                            </p:childTnLst>
                          </p:cTn>
                        </p:par>
                        <p:par>
                          <p:cTn id="84" fill="hold">
                            <p:stCondLst>
                              <p:cond delay="8000"/>
                            </p:stCondLst>
                            <p:childTnLst>
                              <p:par>
                                <p:cTn id="85" presetID="2" presetClass="entr" presetSubtype="4" decel="100000" fill="hold" grpId="0" nodeType="afterEffect">
                                  <p:stCondLst>
                                    <p:cond delay="0"/>
                                  </p:stCondLst>
                                  <p:childTnLst>
                                    <p:set>
                                      <p:cBhvr>
                                        <p:cTn id="86" dur="1" fill="hold">
                                          <p:stCondLst>
                                            <p:cond delay="0"/>
                                          </p:stCondLst>
                                        </p:cTn>
                                        <p:tgtEl>
                                          <p:spTgt spid="25">
                                            <p:txEl>
                                              <p:pRg st="0" end="0"/>
                                            </p:txEl>
                                          </p:spTgt>
                                        </p:tgtEl>
                                        <p:attrNameLst>
                                          <p:attrName>style.visibility</p:attrName>
                                        </p:attrNameLst>
                                      </p:cBhvr>
                                      <p:to>
                                        <p:strVal val="visible"/>
                                      </p:to>
                                    </p:set>
                                    <p:anim calcmode="lin" valueType="num">
                                      <p:cBhvr additive="base">
                                        <p:cTn id="87"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25">
                                            <p:txEl>
                                              <p:pRg st="0" end="0"/>
                                            </p:txEl>
                                          </p:spTgt>
                                        </p:tgtEl>
                                        <p:attrNameLst>
                                          <p:attrName>ppt_y</p:attrName>
                                        </p:attrNameLst>
                                      </p:cBhvr>
                                      <p:tavLst>
                                        <p:tav tm="0">
                                          <p:val>
                                            <p:strVal val="1+#ppt_h/2"/>
                                          </p:val>
                                        </p:tav>
                                        <p:tav tm="100000">
                                          <p:val>
                                            <p:strVal val="#ppt_y"/>
                                          </p:val>
                                        </p:tav>
                                      </p:tavLst>
                                    </p:anim>
                                  </p:childTnLst>
                                </p:cTn>
                              </p:par>
                              <p:par>
                                <p:cTn id="89" presetID="2" presetClass="entr" presetSubtype="4" decel="100000" fill="hold" grpId="0" nodeType="withEffect">
                                  <p:stCondLst>
                                    <p:cond delay="0"/>
                                  </p:stCondLst>
                                  <p:childTnLst>
                                    <p:set>
                                      <p:cBhvr>
                                        <p:cTn id="90" dur="1" fill="hold">
                                          <p:stCondLst>
                                            <p:cond delay="0"/>
                                          </p:stCondLst>
                                        </p:cTn>
                                        <p:tgtEl>
                                          <p:spTgt spid="24">
                                            <p:txEl>
                                              <p:pRg st="0" end="0"/>
                                            </p:txEl>
                                          </p:spTgt>
                                        </p:tgtEl>
                                        <p:attrNameLst>
                                          <p:attrName>style.visibility</p:attrName>
                                        </p:attrNameLst>
                                      </p:cBhvr>
                                      <p:to>
                                        <p:strVal val="visible"/>
                                      </p:to>
                                    </p:set>
                                    <p:anim calcmode="lin" valueType="num">
                                      <p:cBhvr additive="base">
                                        <p:cTn id="91"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par>
                          <p:cTn id="93" fill="hold">
                            <p:stCondLst>
                              <p:cond delay="8500"/>
                            </p:stCondLst>
                            <p:childTnLst>
                              <p:par>
                                <p:cTn id="94" presetID="2" presetClass="entr" presetSubtype="4" decel="100000" fill="hold" grpId="0" nodeType="afterEffect">
                                  <p:stCondLst>
                                    <p:cond delay="0"/>
                                  </p:stCondLst>
                                  <p:childTnLst>
                                    <p:set>
                                      <p:cBhvr>
                                        <p:cTn id="95" dur="1" fill="hold">
                                          <p:stCondLst>
                                            <p:cond delay="0"/>
                                          </p:stCondLst>
                                        </p:cTn>
                                        <p:tgtEl>
                                          <p:spTgt spid="26"/>
                                        </p:tgtEl>
                                        <p:attrNameLst>
                                          <p:attrName>style.visibility</p:attrName>
                                        </p:attrNameLst>
                                      </p:cBhvr>
                                      <p:to>
                                        <p:strVal val="visible"/>
                                      </p:to>
                                    </p:set>
                                    <p:anim calcmode="lin" valueType="num">
                                      <p:cBhvr additive="base">
                                        <p:cTn id="96" dur="500" fill="hold"/>
                                        <p:tgtEl>
                                          <p:spTgt spid="26"/>
                                        </p:tgtEl>
                                        <p:attrNameLst>
                                          <p:attrName>ppt_x</p:attrName>
                                        </p:attrNameLst>
                                      </p:cBhvr>
                                      <p:tavLst>
                                        <p:tav tm="0">
                                          <p:val>
                                            <p:strVal val="#ppt_x"/>
                                          </p:val>
                                        </p:tav>
                                        <p:tav tm="100000">
                                          <p:val>
                                            <p:strVal val="#ppt_x"/>
                                          </p:val>
                                        </p:tav>
                                      </p:tavLst>
                                    </p:anim>
                                    <p:anim calcmode="lin" valueType="num">
                                      <p:cBhvr additive="base">
                                        <p:cTn id="97" dur="500" fill="hold"/>
                                        <p:tgtEl>
                                          <p:spTgt spid="26"/>
                                        </p:tgtEl>
                                        <p:attrNameLst>
                                          <p:attrName>ppt_y</p:attrName>
                                        </p:attrNameLst>
                                      </p:cBhvr>
                                      <p:tavLst>
                                        <p:tav tm="0">
                                          <p:val>
                                            <p:strVal val="1+#ppt_h/2"/>
                                          </p:val>
                                        </p:tav>
                                        <p:tav tm="100000">
                                          <p:val>
                                            <p:strVal val="#ppt_y"/>
                                          </p:val>
                                        </p:tav>
                                      </p:tavLst>
                                    </p:anim>
                                  </p:childTnLst>
                                </p:cTn>
                              </p:par>
                            </p:childTnLst>
                          </p:cTn>
                        </p:par>
                        <p:par>
                          <p:cTn id="98" fill="hold">
                            <p:stCondLst>
                              <p:cond delay="9000"/>
                            </p:stCondLst>
                            <p:childTnLst>
                              <p:par>
                                <p:cTn id="99" presetID="21" presetClass="entr" presetSubtype="1" fill="hold" grpId="0" nodeType="afterEffect">
                                  <p:stCondLst>
                                    <p:cond delay="0"/>
                                  </p:stCondLst>
                                  <p:childTnLst>
                                    <p:set>
                                      <p:cBhvr>
                                        <p:cTn id="100" dur="1" fill="hold">
                                          <p:stCondLst>
                                            <p:cond delay="0"/>
                                          </p:stCondLst>
                                        </p:cTn>
                                        <p:tgtEl>
                                          <p:spTgt spid="27"/>
                                        </p:tgtEl>
                                        <p:attrNameLst>
                                          <p:attrName>style.visibility</p:attrName>
                                        </p:attrNameLst>
                                      </p:cBhvr>
                                      <p:to>
                                        <p:strVal val="visible"/>
                                      </p:to>
                                    </p:set>
                                    <p:animEffect transition="in" filter="wheel(1)">
                                      <p:cBhvr>
                                        <p:cTn id="101" dur="1000"/>
                                        <p:tgtEl>
                                          <p:spTgt spid="2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28"/>
                                        </p:tgtEl>
                                        <p:attrNameLst>
                                          <p:attrName>style.visibility</p:attrName>
                                        </p:attrNameLst>
                                      </p:cBhvr>
                                      <p:to>
                                        <p:strVal val="visible"/>
                                      </p:to>
                                    </p:set>
                                    <p:animEffect transition="in" filter="fade">
                                      <p:cBhvr>
                                        <p:cTn id="104" dur="1000"/>
                                        <p:tgtEl>
                                          <p:spTgt spid="28"/>
                                        </p:tgtEl>
                                      </p:cBhvr>
                                    </p:animEffect>
                                  </p:childTnLst>
                                </p:cTn>
                              </p:par>
                            </p:childTnLst>
                          </p:cTn>
                        </p:par>
                        <p:par>
                          <p:cTn id="105" fill="hold">
                            <p:stCondLst>
                              <p:cond delay="10000"/>
                            </p:stCondLst>
                            <p:childTnLst>
                              <p:par>
                                <p:cTn id="106" presetID="2" presetClass="entr" presetSubtype="4" decel="100000" fill="hold" grpId="0" nodeType="afterEffect">
                                  <p:stCondLst>
                                    <p:cond delay="0"/>
                                  </p:stCondLst>
                                  <p:childTnLst>
                                    <p:set>
                                      <p:cBhvr>
                                        <p:cTn id="107" dur="1" fill="hold">
                                          <p:stCondLst>
                                            <p:cond delay="0"/>
                                          </p:stCondLst>
                                        </p:cTn>
                                        <p:tgtEl>
                                          <p:spTgt spid="30">
                                            <p:txEl>
                                              <p:pRg st="0" end="0"/>
                                            </p:txEl>
                                          </p:spTgt>
                                        </p:tgtEl>
                                        <p:attrNameLst>
                                          <p:attrName>style.visibility</p:attrName>
                                        </p:attrNameLst>
                                      </p:cBhvr>
                                      <p:to>
                                        <p:strVal val="visible"/>
                                      </p:to>
                                    </p:set>
                                    <p:anim calcmode="lin" valueType="num">
                                      <p:cBhvr additive="base">
                                        <p:cTn id="108" dur="500" fill="hold"/>
                                        <p:tgtEl>
                                          <p:spTgt spid="30">
                                            <p:txEl>
                                              <p:pRg st="0" end="0"/>
                                            </p:txEl>
                                          </p:spTgt>
                                        </p:tgtEl>
                                        <p:attrNameLst>
                                          <p:attrName>ppt_x</p:attrName>
                                        </p:attrNameLst>
                                      </p:cBhvr>
                                      <p:tavLst>
                                        <p:tav tm="0">
                                          <p:val>
                                            <p:strVal val="#ppt_x"/>
                                          </p:val>
                                        </p:tav>
                                        <p:tav tm="100000">
                                          <p:val>
                                            <p:strVal val="#ppt_x"/>
                                          </p:val>
                                        </p:tav>
                                      </p:tavLst>
                                    </p:anim>
                                    <p:anim calcmode="lin" valueType="num">
                                      <p:cBhvr additive="base">
                                        <p:cTn id="109" dur="500" fill="hold"/>
                                        <p:tgtEl>
                                          <p:spTgt spid="30">
                                            <p:txEl>
                                              <p:pRg st="0" end="0"/>
                                            </p:txEl>
                                          </p:spTgt>
                                        </p:tgtEl>
                                        <p:attrNameLst>
                                          <p:attrName>ppt_y</p:attrName>
                                        </p:attrNameLst>
                                      </p:cBhvr>
                                      <p:tavLst>
                                        <p:tav tm="0">
                                          <p:val>
                                            <p:strVal val="1+#ppt_h/2"/>
                                          </p:val>
                                        </p:tav>
                                        <p:tav tm="100000">
                                          <p:val>
                                            <p:strVal val="#ppt_y"/>
                                          </p:val>
                                        </p:tav>
                                      </p:tavLst>
                                    </p:anim>
                                  </p:childTnLst>
                                </p:cTn>
                              </p:par>
                              <p:par>
                                <p:cTn id="110" presetID="2" presetClass="entr" presetSubtype="4" decel="100000" fill="hold" grpId="0" nodeType="withEffect">
                                  <p:stCondLst>
                                    <p:cond delay="0"/>
                                  </p:stCondLst>
                                  <p:childTnLst>
                                    <p:set>
                                      <p:cBhvr>
                                        <p:cTn id="111" dur="1" fill="hold">
                                          <p:stCondLst>
                                            <p:cond delay="0"/>
                                          </p:stCondLst>
                                        </p:cTn>
                                        <p:tgtEl>
                                          <p:spTgt spid="29">
                                            <p:txEl>
                                              <p:pRg st="0" end="0"/>
                                            </p:txEl>
                                          </p:spTgt>
                                        </p:tgtEl>
                                        <p:attrNameLst>
                                          <p:attrName>style.visibility</p:attrName>
                                        </p:attrNameLst>
                                      </p:cBhvr>
                                      <p:to>
                                        <p:strVal val="visible"/>
                                      </p:to>
                                    </p:set>
                                    <p:anim calcmode="lin" valueType="num">
                                      <p:cBhvr additive="base">
                                        <p:cTn id="112"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113"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par>
                          <p:cTn id="114" fill="hold">
                            <p:stCondLst>
                              <p:cond delay="10500"/>
                            </p:stCondLst>
                            <p:childTnLst>
                              <p:par>
                                <p:cTn id="115" presetID="2" presetClass="entr" presetSubtype="4" decel="100000" fill="hold" grpId="0" nodeType="afterEffect">
                                  <p:stCondLst>
                                    <p:cond delay="0"/>
                                  </p:stCondLst>
                                  <p:childTnLst>
                                    <p:set>
                                      <p:cBhvr>
                                        <p:cTn id="116" dur="1" fill="hold">
                                          <p:stCondLst>
                                            <p:cond delay="0"/>
                                          </p:stCondLst>
                                        </p:cTn>
                                        <p:tgtEl>
                                          <p:spTgt spid="31"/>
                                        </p:tgtEl>
                                        <p:attrNameLst>
                                          <p:attrName>style.visibility</p:attrName>
                                        </p:attrNameLst>
                                      </p:cBhvr>
                                      <p:to>
                                        <p:strVal val="visible"/>
                                      </p:to>
                                    </p:set>
                                    <p:anim calcmode="lin" valueType="num">
                                      <p:cBhvr additive="base">
                                        <p:cTn id="117" dur="500" fill="hold"/>
                                        <p:tgtEl>
                                          <p:spTgt spid="31"/>
                                        </p:tgtEl>
                                        <p:attrNameLst>
                                          <p:attrName>ppt_x</p:attrName>
                                        </p:attrNameLst>
                                      </p:cBhvr>
                                      <p:tavLst>
                                        <p:tav tm="0">
                                          <p:val>
                                            <p:strVal val="#ppt_x"/>
                                          </p:val>
                                        </p:tav>
                                        <p:tav tm="100000">
                                          <p:val>
                                            <p:strVal val="#ppt_x"/>
                                          </p:val>
                                        </p:tav>
                                      </p:tavLst>
                                    </p:anim>
                                    <p:anim calcmode="lin" valueType="num">
                                      <p:cBhvr additive="base">
                                        <p:cTn id="118" dur="500" fill="hold"/>
                                        <p:tgtEl>
                                          <p:spTgt spid="31"/>
                                        </p:tgtEl>
                                        <p:attrNameLst>
                                          <p:attrName>ppt_y</p:attrName>
                                        </p:attrNameLst>
                                      </p:cBhvr>
                                      <p:tavLst>
                                        <p:tav tm="0">
                                          <p:val>
                                            <p:strVal val="1+#ppt_h/2"/>
                                          </p:val>
                                        </p:tav>
                                        <p:tav tm="100000">
                                          <p:val>
                                            <p:strVal val="#ppt_y"/>
                                          </p:val>
                                        </p:tav>
                                      </p:tavLst>
                                    </p:anim>
                                  </p:childTnLst>
                                </p:cTn>
                              </p:par>
                            </p:childTnLst>
                          </p:cTn>
                        </p:par>
                        <p:par>
                          <p:cTn id="119" fill="hold">
                            <p:stCondLst>
                              <p:cond delay="11000"/>
                            </p:stCondLst>
                            <p:childTnLst>
                              <p:par>
                                <p:cTn id="120" presetID="21" presetClass="entr" presetSubtype="1"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wheel(1)">
                                      <p:cBhvr>
                                        <p:cTn id="122" dur="1000"/>
                                        <p:tgtEl>
                                          <p:spTgt spid="32"/>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33"/>
                                        </p:tgtEl>
                                        <p:attrNameLst>
                                          <p:attrName>style.visibility</p:attrName>
                                        </p:attrNameLst>
                                      </p:cBhvr>
                                      <p:to>
                                        <p:strVal val="visible"/>
                                      </p:to>
                                    </p:set>
                                    <p:animEffect transition="in" filter="fade">
                                      <p:cBhvr>
                                        <p:cTn id="125" dur="1000"/>
                                        <p:tgtEl>
                                          <p:spTgt spid="33"/>
                                        </p:tgtEl>
                                      </p:cBhvr>
                                    </p:animEffect>
                                  </p:childTnLst>
                                </p:cTn>
                              </p:par>
                            </p:childTnLst>
                          </p:cTn>
                        </p:par>
                        <p:par>
                          <p:cTn id="126" fill="hold">
                            <p:stCondLst>
                              <p:cond delay="12000"/>
                            </p:stCondLst>
                            <p:childTnLst>
                              <p:par>
                                <p:cTn id="127" presetID="2" presetClass="entr" presetSubtype="4" decel="100000" fill="hold" grpId="0" nodeType="afterEffect">
                                  <p:stCondLst>
                                    <p:cond delay="0"/>
                                  </p:stCondLst>
                                  <p:childTnLst>
                                    <p:set>
                                      <p:cBhvr>
                                        <p:cTn id="128" dur="1" fill="hold">
                                          <p:stCondLst>
                                            <p:cond delay="0"/>
                                          </p:stCondLst>
                                        </p:cTn>
                                        <p:tgtEl>
                                          <p:spTgt spid="35">
                                            <p:txEl>
                                              <p:pRg st="0" end="0"/>
                                            </p:txEl>
                                          </p:spTgt>
                                        </p:tgtEl>
                                        <p:attrNameLst>
                                          <p:attrName>style.visibility</p:attrName>
                                        </p:attrNameLst>
                                      </p:cBhvr>
                                      <p:to>
                                        <p:strVal val="visible"/>
                                      </p:to>
                                    </p:set>
                                    <p:anim calcmode="lin" valueType="num">
                                      <p:cBhvr additive="base">
                                        <p:cTn id="129"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130" dur="500" fill="hold"/>
                                        <p:tgtEl>
                                          <p:spTgt spid="35">
                                            <p:txEl>
                                              <p:pRg st="0" end="0"/>
                                            </p:txEl>
                                          </p:spTgt>
                                        </p:tgtEl>
                                        <p:attrNameLst>
                                          <p:attrName>ppt_y</p:attrName>
                                        </p:attrNameLst>
                                      </p:cBhvr>
                                      <p:tavLst>
                                        <p:tav tm="0">
                                          <p:val>
                                            <p:strVal val="1+#ppt_h/2"/>
                                          </p:val>
                                        </p:tav>
                                        <p:tav tm="100000">
                                          <p:val>
                                            <p:strVal val="#ppt_y"/>
                                          </p:val>
                                        </p:tav>
                                      </p:tavLst>
                                    </p:anim>
                                  </p:childTnLst>
                                </p:cTn>
                              </p:par>
                              <p:par>
                                <p:cTn id="131" presetID="2" presetClass="entr" presetSubtype="4" decel="100000" fill="hold" grpId="0" nodeType="withEffect">
                                  <p:stCondLst>
                                    <p:cond delay="0"/>
                                  </p:stCondLst>
                                  <p:childTnLst>
                                    <p:set>
                                      <p:cBhvr>
                                        <p:cTn id="132" dur="1" fill="hold">
                                          <p:stCondLst>
                                            <p:cond delay="0"/>
                                          </p:stCondLst>
                                        </p:cTn>
                                        <p:tgtEl>
                                          <p:spTgt spid="34">
                                            <p:txEl>
                                              <p:pRg st="0" end="0"/>
                                            </p:txEl>
                                          </p:spTgt>
                                        </p:tgtEl>
                                        <p:attrNameLst>
                                          <p:attrName>style.visibility</p:attrName>
                                        </p:attrNameLst>
                                      </p:cBhvr>
                                      <p:to>
                                        <p:strVal val="visible"/>
                                      </p:to>
                                    </p:set>
                                    <p:anim calcmode="lin" valueType="num">
                                      <p:cBhvr additive="base">
                                        <p:cTn id="133"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3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6" grpId="0" animBg="1"/>
      <p:bldP spid="7" grpId="0" animBg="1"/>
      <p:bldP spid="8" grpId="0"/>
      <p:bldP spid="9" grpId="0" build="p">
        <p:tmplLst>
          <p:tmpl lvl="1">
            <p:tnLst>
              <p:par>
                <p:cTn presetID="2" presetClass="entr" presetSubtype="4" decel="100000"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Lst>
      </p:bldP>
      <p:bldP spid="10" grpId="0" build="p">
        <p:tmplLst>
          <p:tmpl lvl="1">
            <p:tnLst>
              <p:par>
                <p:cTn presetID="2" presetClass="entr" presetSubtype="4" decel="10000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1" grpId="0" animBg="1"/>
      <p:bldP spid="12" grpId="0" animBg="1"/>
      <p:bldP spid="13" grpId="0"/>
      <p:bldP spid="14" grpId="0" build="p">
        <p:tmplLst>
          <p:tmpl lvl="1">
            <p:tnLst>
              <p:par>
                <p:cTn presetID="2" presetClass="entr" presetSubtype="4" decel="10000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ppt_x"/>
                          </p:val>
                        </p:tav>
                        <p:tav tm="100000">
                          <p:val>
                            <p:strVal val="#ppt_x"/>
                          </p:val>
                        </p:tav>
                      </p:tavLst>
                    </p:anim>
                    <p:anim calcmode="lin" valueType="num">
                      <p:cBhvr additive="base">
                        <p:cTn dur="500" fill="hold"/>
                        <p:tgtEl>
                          <p:spTgt spid="14"/>
                        </p:tgtEl>
                        <p:attrNameLst>
                          <p:attrName>ppt_y</p:attrName>
                        </p:attrNameLst>
                      </p:cBhvr>
                      <p:tavLst>
                        <p:tav tm="0">
                          <p:val>
                            <p:strVal val="1+#ppt_h/2"/>
                          </p:val>
                        </p:tav>
                        <p:tav tm="100000">
                          <p:val>
                            <p:strVal val="#ppt_y"/>
                          </p:val>
                        </p:tav>
                      </p:tavLst>
                    </p:anim>
                  </p:childTnLst>
                </p:cTn>
              </p:par>
            </p:tnLst>
          </p:tmpl>
        </p:tmplLst>
      </p:bldP>
      <p:bldP spid="15" grpId="0" build="p">
        <p:tmplLst>
          <p:tmpl lvl="1">
            <p:tnLst>
              <p:par>
                <p:cTn presetID="2" presetClass="entr" presetSubtype="4" decel="10000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ppt_x"/>
                          </p:val>
                        </p:tav>
                        <p:tav tm="100000">
                          <p:val>
                            <p:strVal val="#ppt_x"/>
                          </p:val>
                        </p:tav>
                      </p:tavLst>
                    </p:anim>
                    <p:anim calcmode="lin" valueType="num">
                      <p:cBhvr additive="base">
                        <p:cTn dur="500" fill="hold"/>
                        <p:tgtEl>
                          <p:spTgt spid="15"/>
                        </p:tgtEl>
                        <p:attrNameLst>
                          <p:attrName>ppt_y</p:attrName>
                        </p:attrNameLst>
                      </p:cBhvr>
                      <p:tavLst>
                        <p:tav tm="0">
                          <p:val>
                            <p:strVal val="1+#ppt_h/2"/>
                          </p:val>
                        </p:tav>
                        <p:tav tm="100000">
                          <p:val>
                            <p:strVal val="#ppt_y"/>
                          </p:val>
                        </p:tav>
                      </p:tavLst>
                    </p:anim>
                  </p:childTnLst>
                </p:cTn>
              </p:par>
            </p:tnLst>
          </p:tmpl>
        </p:tmplLst>
      </p:bldP>
      <p:bldP spid="16" grpId="0" animBg="1"/>
      <p:bldP spid="17" grpId="0" animBg="1"/>
      <p:bldP spid="18" grpId="0"/>
      <p:bldP spid="19" grpId="0" build="p">
        <p:tmplLst>
          <p:tmpl lvl="1">
            <p:tnLst>
              <p:par>
                <p:cTn presetID="2" presetClass="entr" presetSubtype="4" decel="10000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ppt_x"/>
                          </p:val>
                        </p:tav>
                        <p:tav tm="100000">
                          <p:val>
                            <p:strVal val="#ppt_x"/>
                          </p:val>
                        </p:tav>
                      </p:tavLst>
                    </p:anim>
                    <p:anim calcmode="lin" valueType="num">
                      <p:cBhvr additive="base">
                        <p:cTn dur="500" fill="hold"/>
                        <p:tgtEl>
                          <p:spTgt spid="19"/>
                        </p:tgtEl>
                        <p:attrNameLst>
                          <p:attrName>ppt_y</p:attrName>
                        </p:attrNameLst>
                      </p:cBhvr>
                      <p:tavLst>
                        <p:tav tm="0">
                          <p:val>
                            <p:strVal val="1+#ppt_h/2"/>
                          </p:val>
                        </p:tav>
                        <p:tav tm="100000">
                          <p:val>
                            <p:strVal val="#ppt_y"/>
                          </p:val>
                        </p:tav>
                      </p:tavLst>
                    </p:anim>
                  </p:childTnLst>
                </p:cTn>
              </p:par>
            </p:tnLst>
          </p:tmpl>
        </p:tmplLst>
      </p:bldP>
      <p:bldP spid="20" grpId="0" build="p">
        <p:tmplLst>
          <p:tmpl lvl="1">
            <p:tnLst>
              <p:par>
                <p:cTn presetID="2" presetClass="entr" presetSubtype="4" decel="100000"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ppt_x"/>
                          </p:val>
                        </p:tav>
                        <p:tav tm="100000">
                          <p:val>
                            <p:strVal val="#ppt_x"/>
                          </p:val>
                        </p:tav>
                      </p:tavLst>
                    </p:anim>
                    <p:anim calcmode="lin" valueType="num">
                      <p:cBhvr additive="base">
                        <p:cTn dur="500" fill="hold"/>
                        <p:tgtEl>
                          <p:spTgt spid="20"/>
                        </p:tgtEl>
                        <p:attrNameLst>
                          <p:attrName>ppt_y</p:attrName>
                        </p:attrNameLst>
                      </p:cBhvr>
                      <p:tavLst>
                        <p:tav tm="0">
                          <p:val>
                            <p:strVal val="1+#ppt_h/2"/>
                          </p:val>
                        </p:tav>
                        <p:tav tm="100000">
                          <p:val>
                            <p:strVal val="#ppt_y"/>
                          </p:val>
                        </p:tav>
                      </p:tavLst>
                    </p:anim>
                  </p:childTnLst>
                </p:cTn>
              </p:par>
            </p:tnLst>
          </p:tmpl>
        </p:tmplLst>
      </p:bldP>
      <p:bldP spid="21" grpId="0" animBg="1"/>
      <p:bldP spid="22" grpId="0" animBg="1"/>
      <p:bldP spid="23" grpId="0"/>
      <p:bldP spid="24" grpId="0" build="p">
        <p:tmplLst>
          <p:tmpl lvl="1">
            <p:tnLst>
              <p:par>
                <p:cTn presetID="2" presetClass="entr" presetSubtype="4" decel="10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ppt_x"/>
                          </p:val>
                        </p:tav>
                        <p:tav tm="100000">
                          <p:val>
                            <p:strVal val="#ppt_x"/>
                          </p:val>
                        </p:tav>
                      </p:tavLst>
                    </p:anim>
                    <p:anim calcmode="lin" valueType="num">
                      <p:cBhvr additive="base">
                        <p:cTn dur="500" fill="hold"/>
                        <p:tgtEl>
                          <p:spTgt spid="24"/>
                        </p:tgtEl>
                        <p:attrNameLst>
                          <p:attrName>ppt_y</p:attrName>
                        </p:attrNameLst>
                      </p:cBhvr>
                      <p:tavLst>
                        <p:tav tm="0">
                          <p:val>
                            <p:strVal val="1+#ppt_h/2"/>
                          </p:val>
                        </p:tav>
                        <p:tav tm="100000">
                          <p:val>
                            <p:strVal val="#ppt_y"/>
                          </p:val>
                        </p:tav>
                      </p:tavLst>
                    </p:anim>
                  </p:childTnLst>
                </p:cTn>
              </p:par>
            </p:tnLst>
          </p:tmpl>
        </p:tmplLst>
      </p:bldP>
      <p:bldP spid="25" grpId="0" build="p">
        <p:tmplLst>
          <p:tmpl lvl="1">
            <p:tnLst>
              <p:par>
                <p:cTn presetID="2" presetClass="entr" presetSubtype="4"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ppt_x"/>
                          </p:val>
                        </p:tav>
                        <p:tav tm="100000">
                          <p:val>
                            <p:strVal val="#ppt_x"/>
                          </p:val>
                        </p:tav>
                      </p:tavLst>
                    </p:anim>
                    <p:anim calcmode="lin" valueType="num">
                      <p:cBhvr additive="base">
                        <p:cTn dur="500" fill="hold"/>
                        <p:tgtEl>
                          <p:spTgt spid="25"/>
                        </p:tgtEl>
                        <p:attrNameLst>
                          <p:attrName>ppt_y</p:attrName>
                        </p:attrNameLst>
                      </p:cBhvr>
                      <p:tavLst>
                        <p:tav tm="0">
                          <p:val>
                            <p:strVal val="1+#ppt_h/2"/>
                          </p:val>
                        </p:tav>
                        <p:tav tm="100000">
                          <p:val>
                            <p:strVal val="#ppt_y"/>
                          </p:val>
                        </p:tav>
                      </p:tavLst>
                    </p:anim>
                  </p:childTnLst>
                </p:cTn>
              </p:par>
            </p:tnLst>
          </p:tmpl>
        </p:tmplLst>
      </p:bldP>
      <p:bldP spid="26" grpId="0" animBg="1"/>
      <p:bldP spid="27" grpId="0" animBg="1"/>
      <p:bldP spid="28" grpId="0"/>
      <p:bldP spid="29" grpId="0" build="p">
        <p:tmplLst>
          <p:tmpl lvl="1">
            <p:tnLst>
              <p:par>
                <p:cTn presetID="2" presetClass="entr" presetSubtype="4" decel="10000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1+#ppt_h/2"/>
                          </p:val>
                        </p:tav>
                        <p:tav tm="100000">
                          <p:val>
                            <p:strVal val="#ppt_y"/>
                          </p:val>
                        </p:tav>
                      </p:tavLst>
                    </p:anim>
                  </p:childTnLst>
                </p:cTn>
              </p:par>
            </p:tnLst>
          </p:tmpl>
        </p:tmplLst>
      </p:bldP>
      <p:bldP spid="30" grpId="0" build="p">
        <p:tmplLst>
          <p:tmpl lvl="1">
            <p:tnLst>
              <p:par>
                <p:cTn presetID="2" presetClass="entr" presetSubtype="4" decel="100000" fill="hold" nodeType="afterEffect">
                  <p:stCondLst>
                    <p:cond delay="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500" fill="hold"/>
                        <p:tgtEl>
                          <p:spTgt spid="30"/>
                        </p:tgtEl>
                        <p:attrNameLst>
                          <p:attrName>ppt_x</p:attrName>
                        </p:attrNameLst>
                      </p:cBhvr>
                      <p:tavLst>
                        <p:tav tm="0">
                          <p:val>
                            <p:strVal val="#ppt_x"/>
                          </p:val>
                        </p:tav>
                        <p:tav tm="100000">
                          <p:val>
                            <p:strVal val="#ppt_x"/>
                          </p:val>
                        </p:tav>
                      </p:tavLst>
                    </p:anim>
                    <p:anim calcmode="lin" valueType="num">
                      <p:cBhvr additive="base">
                        <p:cTn dur="500" fill="hold"/>
                        <p:tgtEl>
                          <p:spTgt spid="30"/>
                        </p:tgtEl>
                        <p:attrNameLst>
                          <p:attrName>ppt_y</p:attrName>
                        </p:attrNameLst>
                      </p:cBhvr>
                      <p:tavLst>
                        <p:tav tm="0">
                          <p:val>
                            <p:strVal val="1+#ppt_h/2"/>
                          </p:val>
                        </p:tav>
                        <p:tav tm="100000">
                          <p:val>
                            <p:strVal val="#ppt_y"/>
                          </p:val>
                        </p:tav>
                      </p:tavLst>
                    </p:anim>
                  </p:childTnLst>
                </p:cTn>
              </p:par>
            </p:tnLst>
          </p:tmpl>
        </p:tmplLst>
      </p:bldP>
      <p:bldP spid="31" grpId="0" animBg="1"/>
      <p:bldP spid="32" grpId="0" animBg="1"/>
      <p:bldP spid="33" grpId="0"/>
      <p:bldP spid="34" grpId="0" build="p">
        <p:tmplLst>
          <p:tmpl lvl="1">
            <p:tnLst>
              <p:par>
                <p:cTn presetID="2" presetClass="entr" presetSubtype="4" decel="10000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ppt_x"/>
                          </p:val>
                        </p:tav>
                        <p:tav tm="100000">
                          <p:val>
                            <p:strVal val="#ppt_x"/>
                          </p:val>
                        </p:tav>
                      </p:tavLst>
                    </p:anim>
                    <p:anim calcmode="lin" valueType="num">
                      <p:cBhvr additive="base">
                        <p:cTn dur="500" fill="hold"/>
                        <p:tgtEl>
                          <p:spTgt spid="34"/>
                        </p:tgtEl>
                        <p:attrNameLst>
                          <p:attrName>ppt_y</p:attrName>
                        </p:attrNameLst>
                      </p:cBhvr>
                      <p:tavLst>
                        <p:tav tm="0">
                          <p:val>
                            <p:strVal val="1+#ppt_h/2"/>
                          </p:val>
                        </p:tav>
                        <p:tav tm="100000">
                          <p:val>
                            <p:strVal val="#ppt_y"/>
                          </p:val>
                        </p:tav>
                      </p:tavLst>
                    </p:anim>
                  </p:childTnLst>
                </p:cTn>
              </p:par>
            </p:tnLst>
          </p:tmpl>
        </p:tmplLst>
      </p:bldP>
      <p:bldP spid="35" grpId="0" build="p">
        <p:tmplLst>
          <p:tmpl lvl="1">
            <p:tnLst>
              <p:par>
                <p:cTn presetID="2" presetClass="entr" presetSubtype="4"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Numeric List with 6 Item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dirty="0"/>
          </a:p>
        </p:txBody>
      </p:sp>
      <p:sp>
        <p:nvSpPr>
          <p:cNvPr id="5" name="テキスト プレースホルダー 5"/>
          <p:cNvSpPr>
            <a:spLocks noGrp="1"/>
          </p:cNvSpPr>
          <p:nvPr>
            <p:ph type="body" sz="quarter" idx="22"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 name="円/楕円 5"/>
          <p:cNvSpPr/>
          <p:nvPr userDrawn="1"/>
        </p:nvSpPr>
        <p:spPr>
          <a:xfrm>
            <a:off x="709046" y="2607844"/>
            <a:ext cx="1372976" cy="13729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p:cNvSpPr/>
          <p:nvPr userDrawn="1"/>
        </p:nvSpPr>
        <p:spPr>
          <a:xfrm>
            <a:off x="873534" y="2772332"/>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プレースホルダー 5"/>
          <p:cNvSpPr>
            <a:spLocks noGrp="1"/>
          </p:cNvSpPr>
          <p:nvPr>
            <p:ph type="body" sz="quarter" idx="13" hasCustomPrompt="1"/>
          </p:nvPr>
        </p:nvSpPr>
        <p:spPr>
          <a:xfrm>
            <a:off x="2066215" y="3608653"/>
            <a:ext cx="4125917" cy="2112754"/>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0" name="テキスト プレースホルダー 5"/>
          <p:cNvSpPr>
            <a:spLocks noGrp="1"/>
          </p:cNvSpPr>
          <p:nvPr>
            <p:ph type="body" sz="quarter" idx="15" hasCustomPrompt="1"/>
          </p:nvPr>
        </p:nvSpPr>
        <p:spPr>
          <a:xfrm>
            <a:off x="2064739" y="2970485"/>
            <a:ext cx="4128404"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11" name="円/楕円 10"/>
          <p:cNvSpPr/>
          <p:nvPr userDrawn="1"/>
        </p:nvSpPr>
        <p:spPr>
          <a:xfrm>
            <a:off x="6334951" y="2607844"/>
            <a:ext cx="1372976" cy="1372976"/>
          </a:xfrm>
          <a:prstGeom prst="ellipse">
            <a:avLst/>
          </a:pr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11"/>
          <p:cNvSpPr/>
          <p:nvPr userDrawn="1"/>
        </p:nvSpPr>
        <p:spPr>
          <a:xfrm>
            <a:off x="6499440" y="2772332"/>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プレースホルダー 5"/>
          <p:cNvSpPr>
            <a:spLocks noGrp="1"/>
          </p:cNvSpPr>
          <p:nvPr>
            <p:ph type="body" sz="quarter" idx="24" hasCustomPrompt="1"/>
          </p:nvPr>
        </p:nvSpPr>
        <p:spPr>
          <a:xfrm>
            <a:off x="7690950" y="3608653"/>
            <a:ext cx="4125917" cy="2112754"/>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5" name="テキスト プレースホルダー 5"/>
          <p:cNvSpPr>
            <a:spLocks noGrp="1"/>
          </p:cNvSpPr>
          <p:nvPr>
            <p:ph type="body" sz="quarter" idx="25" hasCustomPrompt="1"/>
          </p:nvPr>
        </p:nvSpPr>
        <p:spPr>
          <a:xfrm>
            <a:off x="7689474" y="2970485"/>
            <a:ext cx="4128404"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16" name="円/楕円 15"/>
          <p:cNvSpPr/>
          <p:nvPr userDrawn="1"/>
        </p:nvSpPr>
        <p:spPr>
          <a:xfrm>
            <a:off x="11960857" y="2607844"/>
            <a:ext cx="1372976" cy="13729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12125345" y="2772332"/>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プレースホルダー 5"/>
          <p:cNvSpPr>
            <a:spLocks noGrp="1"/>
          </p:cNvSpPr>
          <p:nvPr>
            <p:ph type="body" sz="quarter" idx="27" hasCustomPrompt="1"/>
          </p:nvPr>
        </p:nvSpPr>
        <p:spPr>
          <a:xfrm>
            <a:off x="13318026" y="3608653"/>
            <a:ext cx="4125917" cy="2112754"/>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0" name="テキスト プレースホルダー 5"/>
          <p:cNvSpPr>
            <a:spLocks noGrp="1"/>
          </p:cNvSpPr>
          <p:nvPr>
            <p:ph type="body" sz="quarter" idx="28" hasCustomPrompt="1"/>
          </p:nvPr>
        </p:nvSpPr>
        <p:spPr>
          <a:xfrm>
            <a:off x="13316550" y="2970485"/>
            <a:ext cx="4128404"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1" name="円/楕円 20"/>
          <p:cNvSpPr/>
          <p:nvPr userDrawn="1"/>
        </p:nvSpPr>
        <p:spPr>
          <a:xfrm>
            <a:off x="709045" y="5735015"/>
            <a:ext cx="1372976" cy="1372976"/>
          </a:xfrm>
          <a:prstGeom prst="ellipse">
            <a:avLst/>
          </a:pr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p:cNvSpPr/>
          <p:nvPr userDrawn="1"/>
        </p:nvSpPr>
        <p:spPr>
          <a:xfrm>
            <a:off x="873533" y="5899503"/>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プレースホルダー 5"/>
          <p:cNvSpPr>
            <a:spLocks noGrp="1"/>
          </p:cNvSpPr>
          <p:nvPr>
            <p:ph type="body" sz="quarter" idx="30" hasCustomPrompt="1"/>
          </p:nvPr>
        </p:nvSpPr>
        <p:spPr>
          <a:xfrm>
            <a:off x="2066214" y="6735824"/>
            <a:ext cx="4125917" cy="2112754"/>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5" name="テキスト プレースホルダー 5"/>
          <p:cNvSpPr>
            <a:spLocks noGrp="1"/>
          </p:cNvSpPr>
          <p:nvPr>
            <p:ph type="body" sz="quarter" idx="31" hasCustomPrompt="1"/>
          </p:nvPr>
        </p:nvSpPr>
        <p:spPr>
          <a:xfrm>
            <a:off x="2064738" y="6097656"/>
            <a:ext cx="4128404"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6" name="円/楕円 25"/>
          <p:cNvSpPr/>
          <p:nvPr userDrawn="1"/>
        </p:nvSpPr>
        <p:spPr>
          <a:xfrm>
            <a:off x="6334950" y="5735015"/>
            <a:ext cx="1372976" cy="13729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26"/>
          <p:cNvSpPr/>
          <p:nvPr userDrawn="1"/>
        </p:nvSpPr>
        <p:spPr>
          <a:xfrm>
            <a:off x="6499439" y="5899503"/>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プレースホルダー 5"/>
          <p:cNvSpPr>
            <a:spLocks noGrp="1"/>
          </p:cNvSpPr>
          <p:nvPr>
            <p:ph type="body" sz="quarter" idx="33" hasCustomPrompt="1"/>
          </p:nvPr>
        </p:nvSpPr>
        <p:spPr>
          <a:xfrm>
            <a:off x="7690949" y="6735824"/>
            <a:ext cx="4125917" cy="2112754"/>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0" name="テキスト プレースホルダー 5"/>
          <p:cNvSpPr>
            <a:spLocks noGrp="1"/>
          </p:cNvSpPr>
          <p:nvPr>
            <p:ph type="body" sz="quarter" idx="34" hasCustomPrompt="1"/>
          </p:nvPr>
        </p:nvSpPr>
        <p:spPr>
          <a:xfrm>
            <a:off x="7689473" y="6097656"/>
            <a:ext cx="4128404"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1" name="円/楕円 30"/>
          <p:cNvSpPr/>
          <p:nvPr userDrawn="1"/>
        </p:nvSpPr>
        <p:spPr>
          <a:xfrm>
            <a:off x="11960856" y="5735015"/>
            <a:ext cx="1372976" cy="1372976"/>
          </a:xfrm>
          <a:prstGeom prst="ellipse">
            <a:avLst/>
          </a:pr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31"/>
          <p:cNvSpPr/>
          <p:nvPr userDrawn="1"/>
        </p:nvSpPr>
        <p:spPr>
          <a:xfrm>
            <a:off x="12125344" y="5899503"/>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プレースホルダー 5"/>
          <p:cNvSpPr>
            <a:spLocks noGrp="1"/>
          </p:cNvSpPr>
          <p:nvPr>
            <p:ph type="body" sz="quarter" idx="36" hasCustomPrompt="1"/>
          </p:nvPr>
        </p:nvSpPr>
        <p:spPr>
          <a:xfrm>
            <a:off x="13318025" y="6735824"/>
            <a:ext cx="4125917" cy="2112754"/>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5" name="テキスト プレースホルダー 5"/>
          <p:cNvSpPr>
            <a:spLocks noGrp="1"/>
          </p:cNvSpPr>
          <p:nvPr>
            <p:ph type="body" sz="quarter" idx="37" hasCustomPrompt="1"/>
          </p:nvPr>
        </p:nvSpPr>
        <p:spPr>
          <a:xfrm>
            <a:off x="13316549" y="6097656"/>
            <a:ext cx="4128404"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6" name="テキスト プレースホルダー 5"/>
          <p:cNvSpPr>
            <a:spLocks noGrp="1"/>
          </p:cNvSpPr>
          <p:nvPr>
            <p:ph type="body" sz="quarter" idx="38" hasCustomPrompt="1"/>
          </p:nvPr>
        </p:nvSpPr>
        <p:spPr>
          <a:xfrm>
            <a:off x="1128756" y="2940431"/>
            <a:ext cx="545299" cy="647693"/>
          </a:xfrm>
        </p:spPr>
        <p:txBody>
          <a:bodyPr anchor="ctr">
            <a:noAutofit/>
          </a:bodyPr>
          <a:lstStyle>
            <a:lvl1pPr algn="ctr">
              <a:defRPr sz="48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0</a:t>
            </a:r>
            <a:endParaRPr kumimoji="1" lang="ja-JP" altLang="en-US" dirty="0"/>
          </a:p>
        </p:txBody>
      </p:sp>
      <p:sp>
        <p:nvSpPr>
          <p:cNvPr id="38" name="テキスト プレースホルダー 5"/>
          <p:cNvSpPr>
            <a:spLocks noGrp="1"/>
          </p:cNvSpPr>
          <p:nvPr>
            <p:ph type="body" sz="quarter" idx="39" hasCustomPrompt="1"/>
          </p:nvPr>
        </p:nvSpPr>
        <p:spPr>
          <a:xfrm>
            <a:off x="6723590" y="2954499"/>
            <a:ext cx="545299" cy="647693"/>
          </a:xfrm>
        </p:spPr>
        <p:txBody>
          <a:bodyPr anchor="ctr">
            <a:noAutofit/>
          </a:bodyPr>
          <a:lstStyle>
            <a:lvl1pPr algn="ctr">
              <a:defRPr sz="48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0</a:t>
            </a:r>
            <a:endParaRPr kumimoji="1" lang="ja-JP" altLang="en-US" dirty="0"/>
          </a:p>
        </p:txBody>
      </p:sp>
      <p:sp>
        <p:nvSpPr>
          <p:cNvPr id="40" name="テキスト プレースホルダー 5"/>
          <p:cNvSpPr>
            <a:spLocks noGrp="1"/>
          </p:cNvSpPr>
          <p:nvPr>
            <p:ph type="body" sz="quarter" idx="40" hasCustomPrompt="1"/>
          </p:nvPr>
        </p:nvSpPr>
        <p:spPr>
          <a:xfrm>
            <a:off x="12374694" y="2940431"/>
            <a:ext cx="545299" cy="647693"/>
          </a:xfrm>
        </p:spPr>
        <p:txBody>
          <a:bodyPr anchor="ctr">
            <a:noAutofit/>
          </a:bodyPr>
          <a:lstStyle>
            <a:lvl1pPr algn="ctr">
              <a:defRPr sz="48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0</a:t>
            </a:r>
            <a:endParaRPr kumimoji="1" lang="ja-JP" altLang="en-US" dirty="0"/>
          </a:p>
        </p:txBody>
      </p:sp>
      <p:sp>
        <p:nvSpPr>
          <p:cNvPr id="41" name="テキスト プレースホルダー 5"/>
          <p:cNvSpPr>
            <a:spLocks noGrp="1"/>
          </p:cNvSpPr>
          <p:nvPr>
            <p:ph type="body" sz="quarter" idx="41" hasCustomPrompt="1"/>
          </p:nvPr>
        </p:nvSpPr>
        <p:spPr>
          <a:xfrm>
            <a:off x="1128756" y="6074063"/>
            <a:ext cx="545299" cy="647693"/>
          </a:xfrm>
        </p:spPr>
        <p:txBody>
          <a:bodyPr anchor="ctr">
            <a:noAutofit/>
          </a:bodyPr>
          <a:lstStyle>
            <a:lvl1pPr algn="ctr">
              <a:defRPr sz="48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0</a:t>
            </a:r>
            <a:endParaRPr kumimoji="1" lang="ja-JP" altLang="en-US" dirty="0"/>
          </a:p>
        </p:txBody>
      </p:sp>
      <p:sp>
        <p:nvSpPr>
          <p:cNvPr id="42" name="テキスト プレースホルダー 5"/>
          <p:cNvSpPr>
            <a:spLocks noGrp="1"/>
          </p:cNvSpPr>
          <p:nvPr>
            <p:ph type="body" sz="quarter" idx="42" hasCustomPrompt="1"/>
          </p:nvPr>
        </p:nvSpPr>
        <p:spPr>
          <a:xfrm>
            <a:off x="6751725" y="6074063"/>
            <a:ext cx="545299" cy="647693"/>
          </a:xfrm>
        </p:spPr>
        <p:txBody>
          <a:bodyPr anchor="ctr">
            <a:noAutofit/>
          </a:bodyPr>
          <a:lstStyle>
            <a:lvl1pPr algn="ctr">
              <a:defRPr sz="48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0</a:t>
            </a:r>
            <a:endParaRPr kumimoji="1" lang="ja-JP" altLang="en-US" dirty="0"/>
          </a:p>
        </p:txBody>
      </p:sp>
      <p:sp>
        <p:nvSpPr>
          <p:cNvPr id="43" name="テキスト プレースホルダー 5"/>
          <p:cNvSpPr>
            <a:spLocks noGrp="1"/>
          </p:cNvSpPr>
          <p:nvPr>
            <p:ph type="body" sz="quarter" idx="43" hasCustomPrompt="1"/>
          </p:nvPr>
        </p:nvSpPr>
        <p:spPr>
          <a:xfrm>
            <a:off x="12374693" y="6074063"/>
            <a:ext cx="545299" cy="647693"/>
          </a:xfrm>
        </p:spPr>
        <p:txBody>
          <a:bodyPr anchor="ctr">
            <a:noAutofit/>
          </a:bodyPr>
          <a:lstStyle>
            <a:lvl1pPr algn="ctr">
              <a:defRPr sz="48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0</a:t>
            </a:r>
            <a:endParaRPr kumimoji="1" lang="ja-JP" altLang="en-US" dirty="0"/>
          </a:p>
        </p:txBody>
      </p:sp>
    </p:spTree>
    <p:extLst>
      <p:ext uri="{BB962C8B-B14F-4D97-AF65-F5344CB8AC3E}">
        <p14:creationId xmlns:p14="http://schemas.microsoft.com/office/powerpoint/2010/main" val="717214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decel="10000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1" presetClass="entr" presetSubtype="1"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heel(1)">
                                      <p:cBhvr>
                                        <p:cTn id="17" dur="10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6">
                                            <p:txEl>
                                              <p:pRg st="0" end="0"/>
                                            </p:txEl>
                                          </p:spTgt>
                                        </p:tgtEl>
                                        <p:attrNameLst>
                                          <p:attrName>style.visibility</p:attrName>
                                        </p:attrNameLst>
                                      </p:cBhvr>
                                      <p:to>
                                        <p:strVal val="visible"/>
                                      </p:to>
                                    </p:set>
                                    <p:animEffect transition="in" filter="fade">
                                      <p:cBhvr>
                                        <p:cTn id="20" dur="500"/>
                                        <p:tgtEl>
                                          <p:spTgt spid="36">
                                            <p:txEl>
                                              <p:pRg st="0" end="0"/>
                                            </p:txEl>
                                          </p:spTgt>
                                        </p:tgtEl>
                                      </p:cBhvr>
                                    </p:animEffect>
                                  </p:childTnLst>
                                </p:cTn>
                              </p:par>
                            </p:childTnLst>
                          </p:cTn>
                        </p:par>
                        <p:par>
                          <p:cTn id="21" fill="hold">
                            <p:stCondLst>
                              <p:cond delay="2000"/>
                            </p:stCondLst>
                            <p:childTnLst>
                              <p:par>
                                <p:cTn id="22" presetID="2" presetClass="entr" presetSubtype="4" decel="100000" fill="hold" grpId="0" nodeType="afterEffect">
                                  <p:stCondLst>
                                    <p:cond delay="0"/>
                                  </p:stCondLst>
                                  <p:childTnLst>
                                    <p:set>
                                      <p:cBhvr>
                                        <p:cTn id="23" dur="1" fill="hold">
                                          <p:stCondLst>
                                            <p:cond delay="0"/>
                                          </p:stCondLst>
                                        </p:cTn>
                                        <p:tgtEl>
                                          <p:spTgt spid="10">
                                            <p:txEl>
                                              <p:pRg st="0" end="0"/>
                                            </p:txEl>
                                          </p:spTgt>
                                        </p:tgtEl>
                                        <p:attrNameLst>
                                          <p:attrName>style.visibility</p:attrName>
                                        </p:attrNameLst>
                                      </p:cBhvr>
                                      <p:to>
                                        <p:strVal val="visible"/>
                                      </p:to>
                                    </p:set>
                                    <p:anim calcmode="lin" valueType="num">
                                      <p:cBhvr additive="base">
                                        <p:cTn id="2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0">
                                            <p:txEl>
                                              <p:pRg st="0" end="0"/>
                                            </p:txEl>
                                          </p:spTgt>
                                        </p:tgtEl>
                                        <p:attrNameLst>
                                          <p:attrName>ppt_y</p:attrName>
                                        </p:attrNameLst>
                                      </p:cBhvr>
                                      <p:tavLst>
                                        <p:tav tm="0">
                                          <p:val>
                                            <p:strVal val="1+#ppt_h/2"/>
                                          </p:val>
                                        </p:tav>
                                        <p:tav tm="100000">
                                          <p:val>
                                            <p:strVal val="#ppt_y"/>
                                          </p:val>
                                        </p:tav>
                                      </p:tavLst>
                                    </p:anim>
                                  </p:childTnLst>
                                </p:cTn>
                              </p:par>
                              <p:par>
                                <p:cTn id="26" presetID="2" presetClass="entr" presetSubtype="4" decel="100000" fill="hold" grpId="0" nodeType="with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 calcmode="lin" valueType="num">
                                      <p:cBhvr additive="base">
                                        <p:cTn id="28"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par>
                          <p:cTn id="30" fill="hold">
                            <p:stCondLst>
                              <p:cond delay="2500"/>
                            </p:stCondLst>
                            <p:childTnLst>
                              <p:par>
                                <p:cTn id="31" presetID="2" presetClass="entr" presetSubtype="4" decel="100000"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par>
                          <p:cTn id="35" fill="hold">
                            <p:stCondLst>
                              <p:cond delay="3000"/>
                            </p:stCondLst>
                            <p:childTnLst>
                              <p:par>
                                <p:cTn id="36" presetID="21" presetClass="entr" presetSubtype="1" fill="hold" grpId="0"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heel(1)">
                                      <p:cBhvr>
                                        <p:cTn id="38" dur="10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8">
                                            <p:txEl>
                                              <p:pRg st="0" end="0"/>
                                            </p:txEl>
                                          </p:spTgt>
                                        </p:tgtEl>
                                        <p:attrNameLst>
                                          <p:attrName>style.visibility</p:attrName>
                                        </p:attrNameLst>
                                      </p:cBhvr>
                                      <p:to>
                                        <p:strVal val="visible"/>
                                      </p:to>
                                    </p:set>
                                    <p:animEffect transition="in" filter="fade">
                                      <p:cBhvr>
                                        <p:cTn id="41" dur="500"/>
                                        <p:tgtEl>
                                          <p:spTgt spid="38">
                                            <p:txEl>
                                              <p:pRg st="0" end="0"/>
                                            </p:txEl>
                                          </p:spTgt>
                                        </p:tgtEl>
                                      </p:cBhvr>
                                    </p:animEffect>
                                  </p:childTnLst>
                                </p:cTn>
                              </p:par>
                            </p:childTnLst>
                          </p:cTn>
                        </p:par>
                        <p:par>
                          <p:cTn id="42" fill="hold">
                            <p:stCondLst>
                              <p:cond delay="4000"/>
                            </p:stCondLst>
                            <p:childTnLst>
                              <p:par>
                                <p:cTn id="43" presetID="2" presetClass="entr" presetSubtype="4" decel="100000" fill="hold" grpId="0" nodeType="afterEffect">
                                  <p:stCondLst>
                                    <p:cond delay="0"/>
                                  </p:stCondLst>
                                  <p:childTnLst>
                                    <p:set>
                                      <p:cBhvr>
                                        <p:cTn id="44" dur="1" fill="hold">
                                          <p:stCondLst>
                                            <p:cond delay="0"/>
                                          </p:stCondLst>
                                        </p:cTn>
                                        <p:tgtEl>
                                          <p:spTgt spid="15">
                                            <p:txEl>
                                              <p:pRg st="0" end="0"/>
                                            </p:txEl>
                                          </p:spTgt>
                                        </p:tgtEl>
                                        <p:attrNameLst>
                                          <p:attrName>style.visibility</p:attrName>
                                        </p:attrNameLst>
                                      </p:cBhvr>
                                      <p:to>
                                        <p:strVal val="visible"/>
                                      </p:to>
                                    </p:set>
                                    <p:anim calcmode="lin" valueType="num">
                                      <p:cBhvr additive="base">
                                        <p:cTn id="45"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5">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4" decel="100000" fill="hold" grpId="0" nodeType="withEffect">
                                  <p:stCondLst>
                                    <p:cond delay="0"/>
                                  </p:stCondLst>
                                  <p:childTnLst>
                                    <p:set>
                                      <p:cBhvr>
                                        <p:cTn id="48" dur="1" fill="hold">
                                          <p:stCondLst>
                                            <p:cond delay="0"/>
                                          </p:stCondLst>
                                        </p:cTn>
                                        <p:tgtEl>
                                          <p:spTgt spid="14">
                                            <p:txEl>
                                              <p:pRg st="0" end="0"/>
                                            </p:txEl>
                                          </p:spTgt>
                                        </p:tgtEl>
                                        <p:attrNameLst>
                                          <p:attrName>style.visibility</p:attrName>
                                        </p:attrNameLst>
                                      </p:cBhvr>
                                      <p:to>
                                        <p:strVal val="visible"/>
                                      </p:to>
                                    </p:set>
                                    <p:anim calcmode="lin" valueType="num">
                                      <p:cBhvr additive="base">
                                        <p:cTn id="49"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par>
                          <p:cTn id="51" fill="hold">
                            <p:stCondLst>
                              <p:cond delay="4500"/>
                            </p:stCondLst>
                            <p:childTnLst>
                              <p:par>
                                <p:cTn id="52" presetID="2" presetClass="entr" presetSubtype="4" decel="100000" fill="hold" grpId="0" nodeType="after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00" fill="hold"/>
                                        <p:tgtEl>
                                          <p:spTgt spid="16"/>
                                        </p:tgtEl>
                                        <p:attrNameLst>
                                          <p:attrName>ppt_x</p:attrName>
                                        </p:attrNameLst>
                                      </p:cBhvr>
                                      <p:tavLst>
                                        <p:tav tm="0">
                                          <p:val>
                                            <p:strVal val="#ppt_x"/>
                                          </p:val>
                                        </p:tav>
                                        <p:tav tm="100000">
                                          <p:val>
                                            <p:strVal val="#ppt_x"/>
                                          </p:val>
                                        </p:tav>
                                      </p:tavLst>
                                    </p:anim>
                                    <p:anim calcmode="lin" valueType="num">
                                      <p:cBhvr additive="base">
                                        <p:cTn id="55" dur="500" fill="hold"/>
                                        <p:tgtEl>
                                          <p:spTgt spid="16"/>
                                        </p:tgtEl>
                                        <p:attrNameLst>
                                          <p:attrName>ppt_y</p:attrName>
                                        </p:attrNameLst>
                                      </p:cBhvr>
                                      <p:tavLst>
                                        <p:tav tm="0">
                                          <p:val>
                                            <p:strVal val="1+#ppt_h/2"/>
                                          </p:val>
                                        </p:tav>
                                        <p:tav tm="100000">
                                          <p:val>
                                            <p:strVal val="#ppt_y"/>
                                          </p:val>
                                        </p:tav>
                                      </p:tavLst>
                                    </p:anim>
                                  </p:childTnLst>
                                </p:cTn>
                              </p:par>
                            </p:childTnLst>
                          </p:cTn>
                        </p:par>
                        <p:par>
                          <p:cTn id="56" fill="hold">
                            <p:stCondLst>
                              <p:cond delay="5000"/>
                            </p:stCondLst>
                            <p:childTnLst>
                              <p:par>
                                <p:cTn id="57" presetID="21" presetClass="entr" presetSubtype="1" fill="hold" grpId="0"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heel(1)">
                                      <p:cBhvr>
                                        <p:cTn id="59" dur="1000"/>
                                        <p:tgtEl>
                                          <p:spTgt spid="1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0">
                                            <p:txEl>
                                              <p:pRg st="0" end="0"/>
                                            </p:txEl>
                                          </p:spTgt>
                                        </p:tgtEl>
                                        <p:attrNameLst>
                                          <p:attrName>style.visibility</p:attrName>
                                        </p:attrNameLst>
                                      </p:cBhvr>
                                      <p:to>
                                        <p:strVal val="visible"/>
                                      </p:to>
                                    </p:set>
                                    <p:animEffect transition="in" filter="fade">
                                      <p:cBhvr>
                                        <p:cTn id="62" dur="500"/>
                                        <p:tgtEl>
                                          <p:spTgt spid="40">
                                            <p:txEl>
                                              <p:pRg st="0" end="0"/>
                                            </p:txEl>
                                          </p:spTgt>
                                        </p:tgtEl>
                                      </p:cBhvr>
                                    </p:animEffect>
                                  </p:childTnLst>
                                </p:cTn>
                              </p:par>
                            </p:childTnLst>
                          </p:cTn>
                        </p:par>
                        <p:par>
                          <p:cTn id="63" fill="hold">
                            <p:stCondLst>
                              <p:cond delay="6000"/>
                            </p:stCondLst>
                            <p:childTnLst>
                              <p:par>
                                <p:cTn id="64" presetID="2" presetClass="entr" presetSubtype="4" decel="100000" fill="hold" grpId="0" nodeType="afterEffect">
                                  <p:stCondLst>
                                    <p:cond delay="0"/>
                                  </p:stCondLst>
                                  <p:childTnLst>
                                    <p:set>
                                      <p:cBhvr>
                                        <p:cTn id="65" dur="1" fill="hold">
                                          <p:stCondLst>
                                            <p:cond delay="0"/>
                                          </p:stCondLst>
                                        </p:cTn>
                                        <p:tgtEl>
                                          <p:spTgt spid="20">
                                            <p:txEl>
                                              <p:pRg st="0" end="0"/>
                                            </p:txEl>
                                          </p:spTgt>
                                        </p:tgtEl>
                                        <p:attrNameLst>
                                          <p:attrName>style.visibility</p:attrName>
                                        </p:attrNameLst>
                                      </p:cBhvr>
                                      <p:to>
                                        <p:strVal val="visible"/>
                                      </p:to>
                                    </p:set>
                                    <p:anim calcmode="lin" valueType="num">
                                      <p:cBhvr additive="base">
                                        <p:cTn id="66"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20">
                                            <p:txEl>
                                              <p:pRg st="0" end="0"/>
                                            </p:txEl>
                                          </p:spTgt>
                                        </p:tgtEl>
                                        <p:attrNameLst>
                                          <p:attrName>ppt_y</p:attrName>
                                        </p:attrNameLst>
                                      </p:cBhvr>
                                      <p:tavLst>
                                        <p:tav tm="0">
                                          <p:val>
                                            <p:strVal val="1+#ppt_h/2"/>
                                          </p:val>
                                        </p:tav>
                                        <p:tav tm="100000">
                                          <p:val>
                                            <p:strVal val="#ppt_y"/>
                                          </p:val>
                                        </p:tav>
                                      </p:tavLst>
                                    </p:anim>
                                  </p:childTnLst>
                                </p:cTn>
                              </p:par>
                              <p:par>
                                <p:cTn id="68" presetID="2" presetClass="entr" presetSubtype="4" decel="100000" fill="hold" grpId="0" nodeType="withEffect">
                                  <p:stCondLst>
                                    <p:cond delay="0"/>
                                  </p:stCondLst>
                                  <p:childTnLst>
                                    <p:set>
                                      <p:cBhvr>
                                        <p:cTn id="69" dur="1" fill="hold">
                                          <p:stCondLst>
                                            <p:cond delay="0"/>
                                          </p:stCondLst>
                                        </p:cTn>
                                        <p:tgtEl>
                                          <p:spTgt spid="19">
                                            <p:txEl>
                                              <p:pRg st="0" end="0"/>
                                            </p:txEl>
                                          </p:spTgt>
                                        </p:tgtEl>
                                        <p:attrNameLst>
                                          <p:attrName>style.visibility</p:attrName>
                                        </p:attrNameLst>
                                      </p:cBhvr>
                                      <p:to>
                                        <p:strVal val="visible"/>
                                      </p:to>
                                    </p:set>
                                    <p:anim calcmode="lin" valueType="num">
                                      <p:cBhvr additive="base">
                                        <p:cTn id="70"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par>
                          <p:cTn id="72" fill="hold">
                            <p:stCondLst>
                              <p:cond delay="6500"/>
                            </p:stCondLst>
                            <p:childTnLst>
                              <p:par>
                                <p:cTn id="73" presetID="2" presetClass="entr" presetSubtype="4" decel="100000" fill="hold" grpId="0" nodeType="after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00" fill="hold"/>
                                        <p:tgtEl>
                                          <p:spTgt spid="21"/>
                                        </p:tgtEl>
                                        <p:attrNameLst>
                                          <p:attrName>ppt_x</p:attrName>
                                        </p:attrNameLst>
                                      </p:cBhvr>
                                      <p:tavLst>
                                        <p:tav tm="0">
                                          <p:val>
                                            <p:strVal val="#ppt_x"/>
                                          </p:val>
                                        </p:tav>
                                        <p:tav tm="100000">
                                          <p:val>
                                            <p:strVal val="#ppt_x"/>
                                          </p:val>
                                        </p:tav>
                                      </p:tavLst>
                                    </p:anim>
                                    <p:anim calcmode="lin" valueType="num">
                                      <p:cBhvr additive="base">
                                        <p:cTn id="76" dur="500" fill="hold"/>
                                        <p:tgtEl>
                                          <p:spTgt spid="21"/>
                                        </p:tgtEl>
                                        <p:attrNameLst>
                                          <p:attrName>ppt_y</p:attrName>
                                        </p:attrNameLst>
                                      </p:cBhvr>
                                      <p:tavLst>
                                        <p:tav tm="0">
                                          <p:val>
                                            <p:strVal val="1+#ppt_h/2"/>
                                          </p:val>
                                        </p:tav>
                                        <p:tav tm="100000">
                                          <p:val>
                                            <p:strVal val="#ppt_y"/>
                                          </p:val>
                                        </p:tav>
                                      </p:tavLst>
                                    </p:anim>
                                  </p:childTnLst>
                                </p:cTn>
                              </p:par>
                            </p:childTnLst>
                          </p:cTn>
                        </p:par>
                        <p:par>
                          <p:cTn id="77" fill="hold">
                            <p:stCondLst>
                              <p:cond delay="7000"/>
                            </p:stCondLst>
                            <p:childTnLst>
                              <p:par>
                                <p:cTn id="78" presetID="21" presetClass="entr" presetSubtype="1" fill="hold" grpId="0" nodeType="after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wheel(1)">
                                      <p:cBhvr>
                                        <p:cTn id="80" dur="1000"/>
                                        <p:tgtEl>
                                          <p:spTgt spid="2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1">
                                            <p:txEl>
                                              <p:pRg st="0" end="0"/>
                                            </p:txEl>
                                          </p:spTgt>
                                        </p:tgtEl>
                                        <p:attrNameLst>
                                          <p:attrName>style.visibility</p:attrName>
                                        </p:attrNameLst>
                                      </p:cBhvr>
                                      <p:to>
                                        <p:strVal val="visible"/>
                                      </p:to>
                                    </p:set>
                                    <p:animEffect transition="in" filter="fade">
                                      <p:cBhvr>
                                        <p:cTn id="83" dur="500"/>
                                        <p:tgtEl>
                                          <p:spTgt spid="41">
                                            <p:txEl>
                                              <p:pRg st="0" end="0"/>
                                            </p:txEl>
                                          </p:spTgt>
                                        </p:tgtEl>
                                      </p:cBhvr>
                                    </p:animEffect>
                                  </p:childTnLst>
                                </p:cTn>
                              </p:par>
                            </p:childTnLst>
                          </p:cTn>
                        </p:par>
                        <p:par>
                          <p:cTn id="84" fill="hold">
                            <p:stCondLst>
                              <p:cond delay="8000"/>
                            </p:stCondLst>
                            <p:childTnLst>
                              <p:par>
                                <p:cTn id="85" presetID="2" presetClass="entr" presetSubtype="4" decel="100000" fill="hold" grpId="0" nodeType="afterEffect">
                                  <p:stCondLst>
                                    <p:cond delay="0"/>
                                  </p:stCondLst>
                                  <p:childTnLst>
                                    <p:set>
                                      <p:cBhvr>
                                        <p:cTn id="86" dur="1" fill="hold">
                                          <p:stCondLst>
                                            <p:cond delay="0"/>
                                          </p:stCondLst>
                                        </p:cTn>
                                        <p:tgtEl>
                                          <p:spTgt spid="25">
                                            <p:txEl>
                                              <p:pRg st="0" end="0"/>
                                            </p:txEl>
                                          </p:spTgt>
                                        </p:tgtEl>
                                        <p:attrNameLst>
                                          <p:attrName>style.visibility</p:attrName>
                                        </p:attrNameLst>
                                      </p:cBhvr>
                                      <p:to>
                                        <p:strVal val="visible"/>
                                      </p:to>
                                    </p:set>
                                    <p:anim calcmode="lin" valueType="num">
                                      <p:cBhvr additive="base">
                                        <p:cTn id="87"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25">
                                            <p:txEl>
                                              <p:pRg st="0" end="0"/>
                                            </p:txEl>
                                          </p:spTgt>
                                        </p:tgtEl>
                                        <p:attrNameLst>
                                          <p:attrName>ppt_y</p:attrName>
                                        </p:attrNameLst>
                                      </p:cBhvr>
                                      <p:tavLst>
                                        <p:tav tm="0">
                                          <p:val>
                                            <p:strVal val="1+#ppt_h/2"/>
                                          </p:val>
                                        </p:tav>
                                        <p:tav tm="100000">
                                          <p:val>
                                            <p:strVal val="#ppt_y"/>
                                          </p:val>
                                        </p:tav>
                                      </p:tavLst>
                                    </p:anim>
                                  </p:childTnLst>
                                </p:cTn>
                              </p:par>
                              <p:par>
                                <p:cTn id="89" presetID="2" presetClass="entr" presetSubtype="4" decel="100000" fill="hold" grpId="0" nodeType="withEffect">
                                  <p:stCondLst>
                                    <p:cond delay="0"/>
                                  </p:stCondLst>
                                  <p:childTnLst>
                                    <p:set>
                                      <p:cBhvr>
                                        <p:cTn id="90" dur="1" fill="hold">
                                          <p:stCondLst>
                                            <p:cond delay="0"/>
                                          </p:stCondLst>
                                        </p:cTn>
                                        <p:tgtEl>
                                          <p:spTgt spid="24">
                                            <p:txEl>
                                              <p:pRg st="0" end="0"/>
                                            </p:txEl>
                                          </p:spTgt>
                                        </p:tgtEl>
                                        <p:attrNameLst>
                                          <p:attrName>style.visibility</p:attrName>
                                        </p:attrNameLst>
                                      </p:cBhvr>
                                      <p:to>
                                        <p:strVal val="visible"/>
                                      </p:to>
                                    </p:set>
                                    <p:anim calcmode="lin" valueType="num">
                                      <p:cBhvr additive="base">
                                        <p:cTn id="91"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par>
                          <p:cTn id="93" fill="hold">
                            <p:stCondLst>
                              <p:cond delay="8500"/>
                            </p:stCondLst>
                            <p:childTnLst>
                              <p:par>
                                <p:cTn id="94" presetID="2" presetClass="entr" presetSubtype="4" decel="100000" fill="hold" grpId="0" nodeType="afterEffect">
                                  <p:stCondLst>
                                    <p:cond delay="0"/>
                                  </p:stCondLst>
                                  <p:childTnLst>
                                    <p:set>
                                      <p:cBhvr>
                                        <p:cTn id="95" dur="1" fill="hold">
                                          <p:stCondLst>
                                            <p:cond delay="0"/>
                                          </p:stCondLst>
                                        </p:cTn>
                                        <p:tgtEl>
                                          <p:spTgt spid="26"/>
                                        </p:tgtEl>
                                        <p:attrNameLst>
                                          <p:attrName>style.visibility</p:attrName>
                                        </p:attrNameLst>
                                      </p:cBhvr>
                                      <p:to>
                                        <p:strVal val="visible"/>
                                      </p:to>
                                    </p:set>
                                    <p:anim calcmode="lin" valueType="num">
                                      <p:cBhvr additive="base">
                                        <p:cTn id="96" dur="500" fill="hold"/>
                                        <p:tgtEl>
                                          <p:spTgt spid="26"/>
                                        </p:tgtEl>
                                        <p:attrNameLst>
                                          <p:attrName>ppt_x</p:attrName>
                                        </p:attrNameLst>
                                      </p:cBhvr>
                                      <p:tavLst>
                                        <p:tav tm="0">
                                          <p:val>
                                            <p:strVal val="#ppt_x"/>
                                          </p:val>
                                        </p:tav>
                                        <p:tav tm="100000">
                                          <p:val>
                                            <p:strVal val="#ppt_x"/>
                                          </p:val>
                                        </p:tav>
                                      </p:tavLst>
                                    </p:anim>
                                    <p:anim calcmode="lin" valueType="num">
                                      <p:cBhvr additive="base">
                                        <p:cTn id="97" dur="500" fill="hold"/>
                                        <p:tgtEl>
                                          <p:spTgt spid="26"/>
                                        </p:tgtEl>
                                        <p:attrNameLst>
                                          <p:attrName>ppt_y</p:attrName>
                                        </p:attrNameLst>
                                      </p:cBhvr>
                                      <p:tavLst>
                                        <p:tav tm="0">
                                          <p:val>
                                            <p:strVal val="1+#ppt_h/2"/>
                                          </p:val>
                                        </p:tav>
                                        <p:tav tm="100000">
                                          <p:val>
                                            <p:strVal val="#ppt_y"/>
                                          </p:val>
                                        </p:tav>
                                      </p:tavLst>
                                    </p:anim>
                                  </p:childTnLst>
                                </p:cTn>
                              </p:par>
                            </p:childTnLst>
                          </p:cTn>
                        </p:par>
                        <p:par>
                          <p:cTn id="98" fill="hold">
                            <p:stCondLst>
                              <p:cond delay="9000"/>
                            </p:stCondLst>
                            <p:childTnLst>
                              <p:par>
                                <p:cTn id="99" presetID="21" presetClass="entr" presetSubtype="1" fill="hold" grpId="0" nodeType="afterEffect">
                                  <p:stCondLst>
                                    <p:cond delay="0"/>
                                  </p:stCondLst>
                                  <p:childTnLst>
                                    <p:set>
                                      <p:cBhvr>
                                        <p:cTn id="100" dur="1" fill="hold">
                                          <p:stCondLst>
                                            <p:cond delay="0"/>
                                          </p:stCondLst>
                                        </p:cTn>
                                        <p:tgtEl>
                                          <p:spTgt spid="27"/>
                                        </p:tgtEl>
                                        <p:attrNameLst>
                                          <p:attrName>style.visibility</p:attrName>
                                        </p:attrNameLst>
                                      </p:cBhvr>
                                      <p:to>
                                        <p:strVal val="visible"/>
                                      </p:to>
                                    </p:set>
                                    <p:animEffect transition="in" filter="wheel(1)">
                                      <p:cBhvr>
                                        <p:cTn id="101" dur="1000"/>
                                        <p:tgtEl>
                                          <p:spTgt spid="2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2">
                                            <p:txEl>
                                              <p:pRg st="0" end="0"/>
                                            </p:txEl>
                                          </p:spTgt>
                                        </p:tgtEl>
                                        <p:attrNameLst>
                                          <p:attrName>style.visibility</p:attrName>
                                        </p:attrNameLst>
                                      </p:cBhvr>
                                      <p:to>
                                        <p:strVal val="visible"/>
                                      </p:to>
                                    </p:set>
                                    <p:animEffect transition="in" filter="fade">
                                      <p:cBhvr>
                                        <p:cTn id="104" dur="500"/>
                                        <p:tgtEl>
                                          <p:spTgt spid="42">
                                            <p:txEl>
                                              <p:pRg st="0" end="0"/>
                                            </p:txEl>
                                          </p:spTgt>
                                        </p:tgtEl>
                                      </p:cBhvr>
                                    </p:animEffect>
                                  </p:childTnLst>
                                </p:cTn>
                              </p:par>
                            </p:childTnLst>
                          </p:cTn>
                        </p:par>
                        <p:par>
                          <p:cTn id="105" fill="hold">
                            <p:stCondLst>
                              <p:cond delay="10000"/>
                            </p:stCondLst>
                            <p:childTnLst>
                              <p:par>
                                <p:cTn id="106" presetID="2" presetClass="entr" presetSubtype="4" decel="100000" fill="hold" grpId="0" nodeType="afterEffect">
                                  <p:stCondLst>
                                    <p:cond delay="0"/>
                                  </p:stCondLst>
                                  <p:childTnLst>
                                    <p:set>
                                      <p:cBhvr>
                                        <p:cTn id="107" dur="1" fill="hold">
                                          <p:stCondLst>
                                            <p:cond delay="0"/>
                                          </p:stCondLst>
                                        </p:cTn>
                                        <p:tgtEl>
                                          <p:spTgt spid="30">
                                            <p:txEl>
                                              <p:pRg st="0" end="0"/>
                                            </p:txEl>
                                          </p:spTgt>
                                        </p:tgtEl>
                                        <p:attrNameLst>
                                          <p:attrName>style.visibility</p:attrName>
                                        </p:attrNameLst>
                                      </p:cBhvr>
                                      <p:to>
                                        <p:strVal val="visible"/>
                                      </p:to>
                                    </p:set>
                                    <p:anim calcmode="lin" valueType="num">
                                      <p:cBhvr additive="base">
                                        <p:cTn id="108" dur="500" fill="hold"/>
                                        <p:tgtEl>
                                          <p:spTgt spid="30">
                                            <p:txEl>
                                              <p:pRg st="0" end="0"/>
                                            </p:txEl>
                                          </p:spTgt>
                                        </p:tgtEl>
                                        <p:attrNameLst>
                                          <p:attrName>ppt_x</p:attrName>
                                        </p:attrNameLst>
                                      </p:cBhvr>
                                      <p:tavLst>
                                        <p:tav tm="0">
                                          <p:val>
                                            <p:strVal val="#ppt_x"/>
                                          </p:val>
                                        </p:tav>
                                        <p:tav tm="100000">
                                          <p:val>
                                            <p:strVal val="#ppt_x"/>
                                          </p:val>
                                        </p:tav>
                                      </p:tavLst>
                                    </p:anim>
                                    <p:anim calcmode="lin" valueType="num">
                                      <p:cBhvr additive="base">
                                        <p:cTn id="109" dur="500" fill="hold"/>
                                        <p:tgtEl>
                                          <p:spTgt spid="30">
                                            <p:txEl>
                                              <p:pRg st="0" end="0"/>
                                            </p:txEl>
                                          </p:spTgt>
                                        </p:tgtEl>
                                        <p:attrNameLst>
                                          <p:attrName>ppt_y</p:attrName>
                                        </p:attrNameLst>
                                      </p:cBhvr>
                                      <p:tavLst>
                                        <p:tav tm="0">
                                          <p:val>
                                            <p:strVal val="1+#ppt_h/2"/>
                                          </p:val>
                                        </p:tav>
                                        <p:tav tm="100000">
                                          <p:val>
                                            <p:strVal val="#ppt_y"/>
                                          </p:val>
                                        </p:tav>
                                      </p:tavLst>
                                    </p:anim>
                                  </p:childTnLst>
                                </p:cTn>
                              </p:par>
                              <p:par>
                                <p:cTn id="110" presetID="2" presetClass="entr" presetSubtype="4" decel="100000" fill="hold" grpId="0" nodeType="withEffect">
                                  <p:stCondLst>
                                    <p:cond delay="0"/>
                                  </p:stCondLst>
                                  <p:childTnLst>
                                    <p:set>
                                      <p:cBhvr>
                                        <p:cTn id="111" dur="1" fill="hold">
                                          <p:stCondLst>
                                            <p:cond delay="0"/>
                                          </p:stCondLst>
                                        </p:cTn>
                                        <p:tgtEl>
                                          <p:spTgt spid="29">
                                            <p:txEl>
                                              <p:pRg st="0" end="0"/>
                                            </p:txEl>
                                          </p:spTgt>
                                        </p:tgtEl>
                                        <p:attrNameLst>
                                          <p:attrName>style.visibility</p:attrName>
                                        </p:attrNameLst>
                                      </p:cBhvr>
                                      <p:to>
                                        <p:strVal val="visible"/>
                                      </p:to>
                                    </p:set>
                                    <p:anim calcmode="lin" valueType="num">
                                      <p:cBhvr additive="base">
                                        <p:cTn id="112"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113"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par>
                          <p:cTn id="114" fill="hold">
                            <p:stCondLst>
                              <p:cond delay="10500"/>
                            </p:stCondLst>
                            <p:childTnLst>
                              <p:par>
                                <p:cTn id="115" presetID="2" presetClass="entr" presetSubtype="4" decel="100000" fill="hold" grpId="0" nodeType="afterEffect">
                                  <p:stCondLst>
                                    <p:cond delay="0"/>
                                  </p:stCondLst>
                                  <p:childTnLst>
                                    <p:set>
                                      <p:cBhvr>
                                        <p:cTn id="116" dur="1" fill="hold">
                                          <p:stCondLst>
                                            <p:cond delay="0"/>
                                          </p:stCondLst>
                                        </p:cTn>
                                        <p:tgtEl>
                                          <p:spTgt spid="31"/>
                                        </p:tgtEl>
                                        <p:attrNameLst>
                                          <p:attrName>style.visibility</p:attrName>
                                        </p:attrNameLst>
                                      </p:cBhvr>
                                      <p:to>
                                        <p:strVal val="visible"/>
                                      </p:to>
                                    </p:set>
                                    <p:anim calcmode="lin" valueType="num">
                                      <p:cBhvr additive="base">
                                        <p:cTn id="117" dur="500" fill="hold"/>
                                        <p:tgtEl>
                                          <p:spTgt spid="31"/>
                                        </p:tgtEl>
                                        <p:attrNameLst>
                                          <p:attrName>ppt_x</p:attrName>
                                        </p:attrNameLst>
                                      </p:cBhvr>
                                      <p:tavLst>
                                        <p:tav tm="0">
                                          <p:val>
                                            <p:strVal val="#ppt_x"/>
                                          </p:val>
                                        </p:tav>
                                        <p:tav tm="100000">
                                          <p:val>
                                            <p:strVal val="#ppt_x"/>
                                          </p:val>
                                        </p:tav>
                                      </p:tavLst>
                                    </p:anim>
                                    <p:anim calcmode="lin" valueType="num">
                                      <p:cBhvr additive="base">
                                        <p:cTn id="118" dur="500" fill="hold"/>
                                        <p:tgtEl>
                                          <p:spTgt spid="31"/>
                                        </p:tgtEl>
                                        <p:attrNameLst>
                                          <p:attrName>ppt_y</p:attrName>
                                        </p:attrNameLst>
                                      </p:cBhvr>
                                      <p:tavLst>
                                        <p:tav tm="0">
                                          <p:val>
                                            <p:strVal val="1+#ppt_h/2"/>
                                          </p:val>
                                        </p:tav>
                                        <p:tav tm="100000">
                                          <p:val>
                                            <p:strVal val="#ppt_y"/>
                                          </p:val>
                                        </p:tav>
                                      </p:tavLst>
                                    </p:anim>
                                  </p:childTnLst>
                                </p:cTn>
                              </p:par>
                            </p:childTnLst>
                          </p:cTn>
                        </p:par>
                        <p:par>
                          <p:cTn id="119" fill="hold">
                            <p:stCondLst>
                              <p:cond delay="11000"/>
                            </p:stCondLst>
                            <p:childTnLst>
                              <p:par>
                                <p:cTn id="120" presetID="21" presetClass="entr" presetSubtype="1"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wheel(1)">
                                      <p:cBhvr>
                                        <p:cTn id="122" dur="1000"/>
                                        <p:tgtEl>
                                          <p:spTgt spid="32"/>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3">
                                            <p:txEl>
                                              <p:pRg st="0" end="0"/>
                                            </p:txEl>
                                          </p:spTgt>
                                        </p:tgtEl>
                                        <p:attrNameLst>
                                          <p:attrName>style.visibility</p:attrName>
                                        </p:attrNameLst>
                                      </p:cBhvr>
                                      <p:to>
                                        <p:strVal val="visible"/>
                                      </p:to>
                                    </p:set>
                                    <p:animEffect transition="in" filter="fade">
                                      <p:cBhvr>
                                        <p:cTn id="125" dur="500"/>
                                        <p:tgtEl>
                                          <p:spTgt spid="43">
                                            <p:txEl>
                                              <p:pRg st="0" end="0"/>
                                            </p:txEl>
                                          </p:spTgt>
                                        </p:tgtEl>
                                      </p:cBhvr>
                                    </p:animEffect>
                                  </p:childTnLst>
                                </p:cTn>
                              </p:par>
                            </p:childTnLst>
                          </p:cTn>
                        </p:par>
                        <p:par>
                          <p:cTn id="126" fill="hold">
                            <p:stCondLst>
                              <p:cond delay="12000"/>
                            </p:stCondLst>
                            <p:childTnLst>
                              <p:par>
                                <p:cTn id="127" presetID="2" presetClass="entr" presetSubtype="4" decel="100000" fill="hold" grpId="0" nodeType="afterEffect">
                                  <p:stCondLst>
                                    <p:cond delay="0"/>
                                  </p:stCondLst>
                                  <p:childTnLst>
                                    <p:set>
                                      <p:cBhvr>
                                        <p:cTn id="128" dur="1" fill="hold">
                                          <p:stCondLst>
                                            <p:cond delay="0"/>
                                          </p:stCondLst>
                                        </p:cTn>
                                        <p:tgtEl>
                                          <p:spTgt spid="35">
                                            <p:txEl>
                                              <p:pRg st="0" end="0"/>
                                            </p:txEl>
                                          </p:spTgt>
                                        </p:tgtEl>
                                        <p:attrNameLst>
                                          <p:attrName>style.visibility</p:attrName>
                                        </p:attrNameLst>
                                      </p:cBhvr>
                                      <p:to>
                                        <p:strVal val="visible"/>
                                      </p:to>
                                    </p:set>
                                    <p:anim calcmode="lin" valueType="num">
                                      <p:cBhvr additive="base">
                                        <p:cTn id="129"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130" dur="500" fill="hold"/>
                                        <p:tgtEl>
                                          <p:spTgt spid="35">
                                            <p:txEl>
                                              <p:pRg st="0" end="0"/>
                                            </p:txEl>
                                          </p:spTgt>
                                        </p:tgtEl>
                                        <p:attrNameLst>
                                          <p:attrName>ppt_y</p:attrName>
                                        </p:attrNameLst>
                                      </p:cBhvr>
                                      <p:tavLst>
                                        <p:tav tm="0">
                                          <p:val>
                                            <p:strVal val="1+#ppt_h/2"/>
                                          </p:val>
                                        </p:tav>
                                        <p:tav tm="100000">
                                          <p:val>
                                            <p:strVal val="#ppt_y"/>
                                          </p:val>
                                        </p:tav>
                                      </p:tavLst>
                                    </p:anim>
                                  </p:childTnLst>
                                </p:cTn>
                              </p:par>
                              <p:par>
                                <p:cTn id="131" presetID="2" presetClass="entr" presetSubtype="4" decel="100000" fill="hold" grpId="0" nodeType="withEffect">
                                  <p:stCondLst>
                                    <p:cond delay="0"/>
                                  </p:stCondLst>
                                  <p:childTnLst>
                                    <p:set>
                                      <p:cBhvr>
                                        <p:cTn id="132" dur="1" fill="hold">
                                          <p:stCondLst>
                                            <p:cond delay="0"/>
                                          </p:stCondLst>
                                        </p:cTn>
                                        <p:tgtEl>
                                          <p:spTgt spid="34">
                                            <p:txEl>
                                              <p:pRg st="0" end="0"/>
                                            </p:txEl>
                                          </p:spTgt>
                                        </p:tgtEl>
                                        <p:attrNameLst>
                                          <p:attrName>style.visibility</p:attrName>
                                        </p:attrNameLst>
                                      </p:cBhvr>
                                      <p:to>
                                        <p:strVal val="visible"/>
                                      </p:to>
                                    </p:set>
                                    <p:anim calcmode="lin" valueType="num">
                                      <p:cBhvr additive="base">
                                        <p:cTn id="133"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3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6" grpId="0" animBg="1"/>
      <p:bldP spid="7" grpId="0" animBg="1"/>
      <p:bldP spid="9" grpId="0" build="p">
        <p:tmplLst>
          <p:tmpl lvl="1">
            <p:tnLst>
              <p:par>
                <p:cTn presetID="2" presetClass="entr" presetSubtype="4" decel="100000" fill="hold" nodeType="withEffect">
                  <p:stCondLst>
                    <p:cond delay="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500" fill="hold"/>
                        <p:tgtEl>
                          <p:spTgt spid="9"/>
                        </p:tgtEl>
                        <p:attrNameLst>
                          <p:attrName>ppt_x</p:attrName>
                        </p:attrNameLst>
                      </p:cBhvr>
                      <p:tavLst>
                        <p:tav tm="0">
                          <p:val>
                            <p:strVal val="#ppt_x"/>
                          </p:val>
                        </p:tav>
                        <p:tav tm="100000">
                          <p:val>
                            <p:strVal val="#ppt_x"/>
                          </p:val>
                        </p:tav>
                      </p:tavLst>
                    </p:anim>
                    <p:anim calcmode="lin" valueType="num">
                      <p:cBhvr additive="base">
                        <p:cTn dur="500" fill="hold"/>
                        <p:tgtEl>
                          <p:spTgt spid="9"/>
                        </p:tgtEl>
                        <p:attrNameLst>
                          <p:attrName>ppt_y</p:attrName>
                        </p:attrNameLst>
                      </p:cBhvr>
                      <p:tavLst>
                        <p:tav tm="0">
                          <p:val>
                            <p:strVal val="1+#ppt_h/2"/>
                          </p:val>
                        </p:tav>
                        <p:tav tm="100000">
                          <p:val>
                            <p:strVal val="#ppt_y"/>
                          </p:val>
                        </p:tav>
                      </p:tavLst>
                    </p:anim>
                  </p:childTnLst>
                </p:cTn>
              </p:par>
            </p:tnLst>
          </p:tmpl>
        </p:tmplLst>
      </p:bldP>
      <p:bldP spid="10" grpId="0" build="p">
        <p:tmplLst>
          <p:tmpl lvl="1">
            <p:tnLst>
              <p:par>
                <p:cTn presetID="2" presetClass="entr" presetSubtype="4" decel="10000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1" grpId="0" animBg="1"/>
      <p:bldP spid="12" grpId="0" animBg="1"/>
      <p:bldP spid="14" grpId="0" build="p">
        <p:tmplLst>
          <p:tmpl lvl="1">
            <p:tnLst>
              <p:par>
                <p:cTn presetID="2" presetClass="entr" presetSubtype="4" decel="10000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ppt_x"/>
                          </p:val>
                        </p:tav>
                        <p:tav tm="100000">
                          <p:val>
                            <p:strVal val="#ppt_x"/>
                          </p:val>
                        </p:tav>
                      </p:tavLst>
                    </p:anim>
                    <p:anim calcmode="lin" valueType="num">
                      <p:cBhvr additive="base">
                        <p:cTn dur="500" fill="hold"/>
                        <p:tgtEl>
                          <p:spTgt spid="14"/>
                        </p:tgtEl>
                        <p:attrNameLst>
                          <p:attrName>ppt_y</p:attrName>
                        </p:attrNameLst>
                      </p:cBhvr>
                      <p:tavLst>
                        <p:tav tm="0">
                          <p:val>
                            <p:strVal val="1+#ppt_h/2"/>
                          </p:val>
                        </p:tav>
                        <p:tav tm="100000">
                          <p:val>
                            <p:strVal val="#ppt_y"/>
                          </p:val>
                        </p:tav>
                      </p:tavLst>
                    </p:anim>
                  </p:childTnLst>
                </p:cTn>
              </p:par>
            </p:tnLst>
          </p:tmpl>
        </p:tmplLst>
      </p:bldP>
      <p:bldP spid="15" grpId="0" build="p">
        <p:tmplLst>
          <p:tmpl lvl="1">
            <p:tnLst>
              <p:par>
                <p:cTn presetID="2" presetClass="entr" presetSubtype="4" decel="10000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ppt_x"/>
                          </p:val>
                        </p:tav>
                        <p:tav tm="100000">
                          <p:val>
                            <p:strVal val="#ppt_x"/>
                          </p:val>
                        </p:tav>
                      </p:tavLst>
                    </p:anim>
                    <p:anim calcmode="lin" valueType="num">
                      <p:cBhvr additive="base">
                        <p:cTn dur="500" fill="hold"/>
                        <p:tgtEl>
                          <p:spTgt spid="15"/>
                        </p:tgtEl>
                        <p:attrNameLst>
                          <p:attrName>ppt_y</p:attrName>
                        </p:attrNameLst>
                      </p:cBhvr>
                      <p:tavLst>
                        <p:tav tm="0">
                          <p:val>
                            <p:strVal val="1+#ppt_h/2"/>
                          </p:val>
                        </p:tav>
                        <p:tav tm="100000">
                          <p:val>
                            <p:strVal val="#ppt_y"/>
                          </p:val>
                        </p:tav>
                      </p:tavLst>
                    </p:anim>
                  </p:childTnLst>
                </p:cTn>
              </p:par>
            </p:tnLst>
          </p:tmpl>
        </p:tmplLst>
      </p:bldP>
      <p:bldP spid="16" grpId="0" animBg="1"/>
      <p:bldP spid="17" grpId="0" animBg="1"/>
      <p:bldP spid="19" grpId="0" build="p">
        <p:tmplLst>
          <p:tmpl lvl="1">
            <p:tnLst>
              <p:par>
                <p:cTn presetID="2" presetClass="entr" presetSubtype="4" decel="10000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ppt_x"/>
                          </p:val>
                        </p:tav>
                        <p:tav tm="100000">
                          <p:val>
                            <p:strVal val="#ppt_x"/>
                          </p:val>
                        </p:tav>
                      </p:tavLst>
                    </p:anim>
                    <p:anim calcmode="lin" valueType="num">
                      <p:cBhvr additive="base">
                        <p:cTn dur="500" fill="hold"/>
                        <p:tgtEl>
                          <p:spTgt spid="19"/>
                        </p:tgtEl>
                        <p:attrNameLst>
                          <p:attrName>ppt_y</p:attrName>
                        </p:attrNameLst>
                      </p:cBhvr>
                      <p:tavLst>
                        <p:tav tm="0">
                          <p:val>
                            <p:strVal val="1+#ppt_h/2"/>
                          </p:val>
                        </p:tav>
                        <p:tav tm="100000">
                          <p:val>
                            <p:strVal val="#ppt_y"/>
                          </p:val>
                        </p:tav>
                      </p:tavLst>
                    </p:anim>
                  </p:childTnLst>
                </p:cTn>
              </p:par>
            </p:tnLst>
          </p:tmpl>
        </p:tmplLst>
      </p:bldP>
      <p:bldP spid="20" grpId="0" build="p">
        <p:tmplLst>
          <p:tmpl lvl="1">
            <p:tnLst>
              <p:par>
                <p:cTn presetID="2" presetClass="entr" presetSubtype="4" decel="100000"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ppt_x"/>
                          </p:val>
                        </p:tav>
                        <p:tav tm="100000">
                          <p:val>
                            <p:strVal val="#ppt_x"/>
                          </p:val>
                        </p:tav>
                      </p:tavLst>
                    </p:anim>
                    <p:anim calcmode="lin" valueType="num">
                      <p:cBhvr additive="base">
                        <p:cTn dur="500" fill="hold"/>
                        <p:tgtEl>
                          <p:spTgt spid="20"/>
                        </p:tgtEl>
                        <p:attrNameLst>
                          <p:attrName>ppt_y</p:attrName>
                        </p:attrNameLst>
                      </p:cBhvr>
                      <p:tavLst>
                        <p:tav tm="0">
                          <p:val>
                            <p:strVal val="1+#ppt_h/2"/>
                          </p:val>
                        </p:tav>
                        <p:tav tm="100000">
                          <p:val>
                            <p:strVal val="#ppt_y"/>
                          </p:val>
                        </p:tav>
                      </p:tavLst>
                    </p:anim>
                  </p:childTnLst>
                </p:cTn>
              </p:par>
            </p:tnLst>
          </p:tmpl>
        </p:tmplLst>
      </p:bldP>
      <p:bldP spid="21" grpId="0" animBg="1"/>
      <p:bldP spid="22" grpId="0" animBg="1"/>
      <p:bldP spid="24" grpId="0" build="p">
        <p:tmplLst>
          <p:tmpl lvl="1">
            <p:tnLst>
              <p:par>
                <p:cTn presetID="2" presetClass="entr" presetSubtype="4" decel="10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ppt_x"/>
                          </p:val>
                        </p:tav>
                        <p:tav tm="100000">
                          <p:val>
                            <p:strVal val="#ppt_x"/>
                          </p:val>
                        </p:tav>
                      </p:tavLst>
                    </p:anim>
                    <p:anim calcmode="lin" valueType="num">
                      <p:cBhvr additive="base">
                        <p:cTn dur="500" fill="hold"/>
                        <p:tgtEl>
                          <p:spTgt spid="24"/>
                        </p:tgtEl>
                        <p:attrNameLst>
                          <p:attrName>ppt_y</p:attrName>
                        </p:attrNameLst>
                      </p:cBhvr>
                      <p:tavLst>
                        <p:tav tm="0">
                          <p:val>
                            <p:strVal val="1+#ppt_h/2"/>
                          </p:val>
                        </p:tav>
                        <p:tav tm="100000">
                          <p:val>
                            <p:strVal val="#ppt_y"/>
                          </p:val>
                        </p:tav>
                      </p:tavLst>
                    </p:anim>
                  </p:childTnLst>
                </p:cTn>
              </p:par>
            </p:tnLst>
          </p:tmpl>
        </p:tmplLst>
      </p:bldP>
      <p:bldP spid="25" grpId="0" build="p">
        <p:tmplLst>
          <p:tmpl lvl="1">
            <p:tnLst>
              <p:par>
                <p:cTn presetID="2" presetClass="entr" presetSubtype="4"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ppt_x"/>
                          </p:val>
                        </p:tav>
                        <p:tav tm="100000">
                          <p:val>
                            <p:strVal val="#ppt_x"/>
                          </p:val>
                        </p:tav>
                      </p:tavLst>
                    </p:anim>
                    <p:anim calcmode="lin" valueType="num">
                      <p:cBhvr additive="base">
                        <p:cTn dur="500" fill="hold"/>
                        <p:tgtEl>
                          <p:spTgt spid="25"/>
                        </p:tgtEl>
                        <p:attrNameLst>
                          <p:attrName>ppt_y</p:attrName>
                        </p:attrNameLst>
                      </p:cBhvr>
                      <p:tavLst>
                        <p:tav tm="0">
                          <p:val>
                            <p:strVal val="1+#ppt_h/2"/>
                          </p:val>
                        </p:tav>
                        <p:tav tm="100000">
                          <p:val>
                            <p:strVal val="#ppt_y"/>
                          </p:val>
                        </p:tav>
                      </p:tavLst>
                    </p:anim>
                  </p:childTnLst>
                </p:cTn>
              </p:par>
            </p:tnLst>
          </p:tmpl>
        </p:tmplLst>
      </p:bldP>
      <p:bldP spid="26" grpId="0" animBg="1"/>
      <p:bldP spid="27" grpId="0" animBg="1"/>
      <p:bldP spid="29" grpId="0" build="p">
        <p:tmplLst>
          <p:tmpl lvl="1">
            <p:tnLst>
              <p:par>
                <p:cTn presetID="2" presetClass="entr" presetSubtype="4" decel="10000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1+#ppt_h/2"/>
                          </p:val>
                        </p:tav>
                        <p:tav tm="100000">
                          <p:val>
                            <p:strVal val="#ppt_y"/>
                          </p:val>
                        </p:tav>
                      </p:tavLst>
                    </p:anim>
                  </p:childTnLst>
                </p:cTn>
              </p:par>
            </p:tnLst>
          </p:tmpl>
        </p:tmplLst>
      </p:bldP>
      <p:bldP spid="30" grpId="0" build="p">
        <p:tmplLst>
          <p:tmpl lvl="1">
            <p:tnLst>
              <p:par>
                <p:cTn presetID="2" presetClass="entr" presetSubtype="4" decel="100000" fill="hold" nodeType="afterEffect">
                  <p:stCondLst>
                    <p:cond delay="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500" fill="hold"/>
                        <p:tgtEl>
                          <p:spTgt spid="30"/>
                        </p:tgtEl>
                        <p:attrNameLst>
                          <p:attrName>ppt_x</p:attrName>
                        </p:attrNameLst>
                      </p:cBhvr>
                      <p:tavLst>
                        <p:tav tm="0">
                          <p:val>
                            <p:strVal val="#ppt_x"/>
                          </p:val>
                        </p:tav>
                        <p:tav tm="100000">
                          <p:val>
                            <p:strVal val="#ppt_x"/>
                          </p:val>
                        </p:tav>
                      </p:tavLst>
                    </p:anim>
                    <p:anim calcmode="lin" valueType="num">
                      <p:cBhvr additive="base">
                        <p:cTn dur="500" fill="hold"/>
                        <p:tgtEl>
                          <p:spTgt spid="30"/>
                        </p:tgtEl>
                        <p:attrNameLst>
                          <p:attrName>ppt_y</p:attrName>
                        </p:attrNameLst>
                      </p:cBhvr>
                      <p:tavLst>
                        <p:tav tm="0">
                          <p:val>
                            <p:strVal val="1+#ppt_h/2"/>
                          </p:val>
                        </p:tav>
                        <p:tav tm="100000">
                          <p:val>
                            <p:strVal val="#ppt_y"/>
                          </p:val>
                        </p:tav>
                      </p:tavLst>
                    </p:anim>
                  </p:childTnLst>
                </p:cTn>
              </p:par>
            </p:tnLst>
          </p:tmpl>
        </p:tmplLst>
      </p:bldP>
      <p:bldP spid="31" grpId="0" animBg="1"/>
      <p:bldP spid="32" grpId="0" animBg="1"/>
      <p:bldP spid="34" grpId="0" build="p">
        <p:tmplLst>
          <p:tmpl lvl="1">
            <p:tnLst>
              <p:par>
                <p:cTn presetID="2" presetClass="entr" presetSubtype="4" decel="10000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ppt_x"/>
                          </p:val>
                        </p:tav>
                        <p:tav tm="100000">
                          <p:val>
                            <p:strVal val="#ppt_x"/>
                          </p:val>
                        </p:tav>
                      </p:tavLst>
                    </p:anim>
                    <p:anim calcmode="lin" valueType="num">
                      <p:cBhvr additive="base">
                        <p:cTn dur="500" fill="hold"/>
                        <p:tgtEl>
                          <p:spTgt spid="34"/>
                        </p:tgtEl>
                        <p:attrNameLst>
                          <p:attrName>ppt_y</p:attrName>
                        </p:attrNameLst>
                      </p:cBhvr>
                      <p:tavLst>
                        <p:tav tm="0">
                          <p:val>
                            <p:strVal val="1+#ppt_h/2"/>
                          </p:val>
                        </p:tav>
                        <p:tav tm="100000">
                          <p:val>
                            <p:strVal val="#ppt_y"/>
                          </p:val>
                        </p:tav>
                      </p:tavLst>
                    </p:anim>
                  </p:childTnLst>
                </p:cTn>
              </p:par>
            </p:tnLst>
          </p:tmpl>
        </p:tmplLst>
      </p:bldP>
      <p:bldP spid="35" grpId="0" build="p">
        <p:tmplLst>
          <p:tmpl lvl="1">
            <p:tnLst>
              <p:par>
                <p:cTn presetID="2" presetClass="entr" presetSubtype="4" decel="100000"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fill="hold"/>
                        <p:tgtEl>
                          <p:spTgt spid="35"/>
                        </p:tgtEl>
                        <p:attrNameLst>
                          <p:attrName>ppt_x</p:attrName>
                        </p:attrNameLst>
                      </p:cBhvr>
                      <p:tavLst>
                        <p:tav tm="0">
                          <p:val>
                            <p:strVal val="#ppt_x"/>
                          </p:val>
                        </p:tav>
                        <p:tav tm="100000">
                          <p:val>
                            <p:strVal val="#ppt_x"/>
                          </p:val>
                        </p:tav>
                      </p:tavLst>
                    </p:anim>
                    <p:anim calcmode="lin" valueType="num">
                      <p:cBhvr additive="base">
                        <p:cTn dur="500" fill="hold"/>
                        <p:tgtEl>
                          <p:spTgt spid="35"/>
                        </p:tgtEl>
                        <p:attrNameLst>
                          <p:attrName>ppt_y</p:attrName>
                        </p:attrNameLst>
                      </p:cBhvr>
                      <p:tavLst>
                        <p:tav tm="0">
                          <p:val>
                            <p:strVal val="1+#ppt_h/2"/>
                          </p:val>
                        </p:tav>
                        <p:tav tm="100000">
                          <p:val>
                            <p:strVal val="#ppt_y"/>
                          </p:val>
                        </p:tav>
                      </p:tavLst>
                    </p:anim>
                  </p:childTnLst>
                </p:cTn>
              </p:par>
            </p:tnLst>
          </p:tmpl>
        </p:tmplLst>
      </p:bldP>
      <p:bldP spid="36" grpId="0" build="p">
        <p:tmplLst>
          <p:tmpl lvl="1">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38" grpId="0" build="p">
        <p:tmplLst>
          <p:tmpl lvl="1">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40" grpId="0" build="p">
        <p:tmplLst>
          <p:tmpl lvl="1">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1" grpId="0" build="p">
        <p:tmplLst>
          <p:tmpl lvl="1">
            <p:tnLst>
              <p:par>
                <p:cTn presetID="10" presetClass="entr" presetSubtype="0" fill="hold" nodeType="with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42" grpId="0" build="p">
        <p:tmplLst>
          <p:tmpl lvl="1">
            <p:tnLst>
              <p:par>
                <p:cTn presetID="10"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Step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8" name="山形 7"/>
          <p:cNvSpPr/>
          <p:nvPr userDrawn="1"/>
        </p:nvSpPr>
        <p:spPr>
          <a:xfrm>
            <a:off x="876065" y="3613433"/>
            <a:ext cx="4334564" cy="903064"/>
          </a:xfrm>
          <a:prstGeom prst="chevron">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山形 8"/>
          <p:cNvSpPr/>
          <p:nvPr userDrawn="1"/>
        </p:nvSpPr>
        <p:spPr>
          <a:xfrm>
            <a:off x="1191750" y="3739475"/>
            <a:ext cx="3801164" cy="650980"/>
          </a:xfrm>
          <a:prstGeom prst="chevron">
            <a:avLst/>
          </a:prstGeom>
          <a:noFill/>
          <a:ln w="28575">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山形 11"/>
          <p:cNvSpPr/>
          <p:nvPr userDrawn="1"/>
        </p:nvSpPr>
        <p:spPr>
          <a:xfrm>
            <a:off x="4916558" y="3613433"/>
            <a:ext cx="4334564" cy="903064"/>
          </a:xfrm>
          <a:prstGeom prst="chevron">
            <a:avLst/>
          </a:prstGeom>
          <a:blipFill dpi="0" rotWithShape="1">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山形 12"/>
          <p:cNvSpPr/>
          <p:nvPr userDrawn="1"/>
        </p:nvSpPr>
        <p:spPr>
          <a:xfrm>
            <a:off x="5232243" y="3739475"/>
            <a:ext cx="3801164" cy="650980"/>
          </a:xfrm>
          <a:prstGeom prst="chevron">
            <a:avLst/>
          </a:prstGeom>
          <a:noFill/>
          <a:ln w="28575">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山形 13"/>
          <p:cNvSpPr/>
          <p:nvPr userDrawn="1"/>
        </p:nvSpPr>
        <p:spPr>
          <a:xfrm>
            <a:off x="8957051" y="3613433"/>
            <a:ext cx="4334564" cy="903064"/>
          </a:xfrm>
          <a:prstGeom prst="chevron">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山形 14"/>
          <p:cNvSpPr/>
          <p:nvPr userDrawn="1"/>
        </p:nvSpPr>
        <p:spPr>
          <a:xfrm>
            <a:off x="9272736" y="3739475"/>
            <a:ext cx="3801164" cy="650980"/>
          </a:xfrm>
          <a:prstGeom prst="chevron">
            <a:avLst/>
          </a:prstGeom>
          <a:noFill/>
          <a:ln w="28575">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山形 15"/>
          <p:cNvSpPr/>
          <p:nvPr userDrawn="1"/>
        </p:nvSpPr>
        <p:spPr>
          <a:xfrm>
            <a:off x="12997545" y="3613433"/>
            <a:ext cx="4334564" cy="903064"/>
          </a:xfrm>
          <a:prstGeom prst="chevron">
            <a:avLst/>
          </a:prstGeom>
          <a:blipFill dpi="0" rotWithShape="1">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山形 16"/>
          <p:cNvSpPr/>
          <p:nvPr userDrawn="1"/>
        </p:nvSpPr>
        <p:spPr>
          <a:xfrm>
            <a:off x="13313230" y="3739475"/>
            <a:ext cx="3801164" cy="650980"/>
          </a:xfrm>
          <a:prstGeom prst="chevron">
            <a:avLst/>
          </a:prstGeom>
          <a:noFill/>
          <a:ln w="28575">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テキスト プレースホルダー 5"/>
          <p:cNvSpPr>
            <a:spLocks noGrp="1"/>
          </p:cNvSpPr>
          <p:nvPr>
            <p:ph type="body" sz="quarter" idx="15" hasCustomPrompt="1"/>
          </p:nvPr>
        </p:nvSpPr>
        <p:spPr>
          <a:xfrm>
            <a:off x="1536720" y="3706831"/>
            <a:ext cx="316591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19" name="テキスト プレースホルダー 5"/>
          <p:cNvSpPr>
            <a:spLocks noGrp="1"/>
          </p:cNvSpPr>
          <p:nvPr>
            <p:ph type="body" sz="quarter" idx="16" hasCustomPrompt="1"/>
          </p:nvPr>
        </p:nvSpPr>
        <p:spPr>
          <a:xfrm>
            <a:off x="5549870" y="3706831"/>
            <a:ext cx="316591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0" name="テキスト プレースホルダー 5"/>
          <p:cNvSpPr>
            <a:spLocks noGrp="1"/>
          </p:cNvSpPr>
          <p:nvPr>
            <p:ph type="body" sz="quarter" idx="17" hasCustomPrompt="1"/>
          </p:nvPr>
        </p:nvSpPr>
        <p:spPr>
          <a:xfrm>
            <a:off x="9590363" y="3706831"/>
            <a:ext cx="316591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1" name="テキスト プレースホルダー 5"/>
          <p:cNvSpPr>
            <a:spLocks noGrp="1"/>
          </p:cNvSpPr>
          <p:nvPr>
            <p:ph type="body" sz="quarter" idx="18" hasCustomPrompt="1"/>
          </p:nvPr>
        </p:nvSpPr>
        <p:spPr>
          <a:xfrm>
            <a:off x="13630857" y="3706831"/>
            <a:ext cx="316591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2" name="テキスト プレースホルダー 5"/>
          <p:cNvSpPr>
            <a:spLocks noGrp="1"/>
          </p:cNvSpPr>
          <p:nvPr>
            <p:ph type="body" sz="quarter" idx="12" hasCustomPrompt="1"/>
          </p:nvPr>
        </p:nvSpPr>
        <p:spPr>
          <a:xfrm>
            <a:off x="1191750" y="4574553"/>
            <a:ext cx="3539907" cy="3341901"/>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3" name="テキスト プレースホルダー 5"/>
          <p:cNvSpPr>
            <a:spLocks noGrp="1"/>
          </p:cNvSpPr>
          <p:nvPr>
            <p:ph type="body" sz="quarter" idx="19" hasCustomPrompt="1"/>
          </p:nvPr>
        </p:nvSpPr>
        <p:spPr>
          <a:xfrm>
            <a:off x="5213945" y="4574553"/>
            <a:ext cx="3539907" cy="3341901"/>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4" name="テキスト プレースホルダー 5"/>
          <p:cNvSpPr>
            <a:spLocks noGrp="1"/>
          </p:cNvSpPr>
          <p:nvPr>
            <p:ph type="body" sz="quarter" idx="20" hasCustomPrompt="1"/>
          </p:nvPr>
        </p:nvSpPr>
        <p:spPr>
          <a:xfrm>
            <a:off x="9269420" y="4574553"/>
            <a:ext cx="3539907" cy="3341901"/>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5" name="テキスト プレースホルダー 5"/>
          <p:cNvSpPr>
            <a:spLocks noGrp="1"/>
          </p:cNvSpPr>
          <p:nvPr>
            <p:ph type="body" sz="quarter" idx="21" hasCustomPrompt="1"/>
          </p:nvPr>
        </p:nvSpPr>
        <p:spPr>
          <a:xfrm>
            <a:off x="13291615" y="4574553"/>
            <a:ext cx="3539907" cy="3341901"/>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1"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555573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anim calcmode="lin" valueType="num">
                                      <p:cBhvr additive="base">
                                        <p:cTn id="7"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8" decel="100000"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0-#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0-#ppt_w/2"/>
                                          </p:val>
                                        </p:tav>
                                        <p:tav tm="100000">
                                          <p:val>
                                            <p:strVal val="#ppt_x"/>
                                          </p:val>
                                        </p:tav>
                                      </p:tavLst>
                                    </p:anim>
                                    <p:anim calcmode="lin" valueType="num">
                                      <p:cBhvr additive="base">
                                        <p:cTn id="17" dur="500" fill="hold"/>
                                        <p:tgtEl>
                                          <p:spTgt spid="9"/>
                                        </p:tgtEl>
                                        <p:attrNameLst>
                                          <p:attrName>ppt_y</p:attrName>
                                        </p:attrNameLst>
                                      </p:cBhvr>
                                      <p:tavLst>
                                        <p:tav tm="0">
                                          <p:val>
                                            <p:strVal val="#ppt_y"/>
                                          </p:val>
                                        </p:tav>
                                        <p:tav tm="100000">
                                          <p:val>
                                            <p:strVal val="#ppt_y"/>
                                          </p:val>
                                        </p:tav>
                                      </p:tavLst>
                                    </p:anim>
                                  </p:childTnLst>
                                </p:cTn>
                              </p:par>
                              <p:par>
                                <p:cTn id="18" presetID="2" presetClass="entr" presetSubtype="8" decel="100000" fill="hold" grpId="0" nodeType="withEffect">
                                  <p:stCondLst>
                                    <p:cond delay="0"/>
                                  </p:stCondLst>
                                  <p:childTnLst>
                                    <p:set>
                                      <p:cBhvr>
                                        <p:cTn id="19" dur="1" fill="hold">
                                          <p:stCondLst>
                                            <p:cond delay="0"/>
                                          </p:stCondLst>
                                        </p:cTn>
                                        <p:tgtEl>
                                          <p:spTgt spid="18">
                                            <p:txEl>
                                              <p:pRg st="0" end="0"/>
                                            </p:txEl>
                                          </p:spTgt>
                                        </p:tgtEl>
                                        <p:attrNameLst>
                                          <p:attrName>style.visibility</p:attrName>
                                        </p:attrNameLst>
                                      </p:cBhvr>
                                      <p:to>
                                        <p:strVal val="visible"/>
                                      </p:to>
                                    </p:set>
                                    <p:anim calcmode="lin" valueType="num">
                                      <p:cBhvr additive="base">
                                        <p:cTn id="20"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22">
                                            <p:txEl>
                                              <p:pRg st="0" end="0"/>
                                            </p:txEl>
                                          </p:spTgt>
                                        </p:tgtEl>
                                        <p:attrNameLst>
                                          <p:attrName>style.visibility</p:attrName>
                                        </p:attrNameLst>
                                      </p:cBhvr>
                                      <p:to>
                                        <p:strVal val="visible"/>
                                      </p:to>
                                    </p:set>
                                    <p:animEffect transition="in" filter="fade">
                                      <p:cBhvr>
                                        <p:cTn id="25" dur="500"/>
                                        <p:tgtEl>
                                          <p:spTgt spid="22">
                                            <p:txEl>
                                              <p:pRg st="0" end="0"/>
                                            </p:txEl>
                                          </p:spTgt>
                                        </p:tgtEl>
                                      </p:cBhvr>
                                    </p:animEffect>
                                  </p:childTnLst>
                                </p:cTn>
                              </p:par>
                            </p:childTnLst>
                          </p:cTn>
                        </p:par>
                        <p:par>
                          <p:cTn id="26" fill="hold">
                            <p:stCondLst>
                              <p:cond delay="1500"/>
                            </p:stCondLst>
                            <p:childTnLst>
                              <p:par>
                                <p:cTn id="27" presetID="2" presetClass="entr" presetSubtype="8" decel="100000" fill="hold" grpId="0" nodeType="afterEffect">
                                  <p:stCondLst>
                                    <p:cond delay="25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600" fill="hold"/>
                                        <p:tgtEl>
                                          <p:spTgt spid="12"/>
                                        </p:tgtEl>
                                        <p:attrNameLst>
                                          <p:attrName>ppt_x</p:attrName>
                                        </p:attrNameLst>
                                      </p:cBhvr>
                                      <p:tavLst>
                                        <p:tav tm="0">
                                          <p:val>
                                            <p:strVal val="0-#ppt_w/2"/>
                                          </p:val>
                                        </p:tav>
                                        <p:tav tm="100000">
                                          <p:val>
                                            <p:strVal val="#ppt_x"/>
                                          </p:val>
                                        </p:tav>
                                      </p:tavLst>
                                    </p:anim>
                                    <p:anim calcmode="lin" valueType="num">
                                      <p:cBhvr additive="base">
                                        <p:cTn id="30" dur="600" fill="hold"/>
                                        <p:tgtEl>
                                          <p:spTgt spid="12"/>
                                        </p:tgtEl>
                                        <p:attrNameLst>
                                          <p:attrName>ppt_y</p:attrName>
                                        </p:attrNameLst>
                                      </p:cBhvr>
                                      <p:tavLst>
                                        <p:tav tm="0">
                                          <p:val>
                                            <p:strVal val="#ppt_y"/>
                                          </p:val>
                                        </p:tav>
                                        <p:tav tm="100000">
                                          <p:val>
                                            <p:strVal val="#ppt_y"/>
                                          </p:val>
                                        </p:tav>
                                      </p:tavLst>
                                    </p:anim>
                                  </p:childTnLst>
                                </p:cTn>
                              </p:par>
                              <p:par>
                                <p:cTn id="31" presetID="2" presetClass="entr" presetSubtype="8" decel="100000" fill="hold" grpId="0" nodeType="withEffect">
                                  <p:stCondLst>
                                    <p:cond delay="25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600" fill="hold"/>
                                        <p:tgtEl>
                                          <p:spTgt spid="13"/>
                                        </p:tgtEl>
                                        <p:attrNameLst>
                                          <p:attrName>ppt_x</p:attrName>
                                        </p:attrNameLst>
                                      </p:cBhvr>
                                      <p:tavLst>
                                        <p:tav tm="0">
                                          <p:val>
                                            <p:strVal val="0-#ppt_w/2"/>
                                          </p:val>
                                        </p:tav>
                                        <p:tav tm="100000">
                                          <p:val>
                                            <p:strVal val="#ppt_x"/>
                                          </p:val>
                                        </p:tav>
                                      </p:tavLst>
                                    </p:anim>
                                    <p:anim calcmode="lin" valueType="num">
                                      <p:cBhvr additive="base">
                                        <p:cTn id="34" dur="600" fill="hold"/>
                                        <p:tgtEl>
                                          <p:spTgt spid="13"/>
                                        </p:tgtEl>
                                        <p:attrNameLst>
                                          <p:attrName>ppt_y</p:attrName>
                                        </p:attrNameLst>
                                      </p:cBhvr>
                                      <p:tavLst>
                                        <p:tav tm="0">
                                          <p:val>
                                            <p:strVal val="#ppt_y"/>
                                          </p:val>
                                        </p:tav>
                                        <p:tav tm="100000">
                                          <p:val>
                                            <p:strVal val="#ppt_y"/>
                                          </p:val>
                                        </p:tav>
                                      </p:tavLst>
                                    </p:anim>
                                  </p:childTnLst>
                                </p:cTn>
                              </p:par>
                              <p:par>
                                <p:cTn id="35" presetID="2" presetClass="entr" presetSubtype="8" decel="100000" fill="hold" grpId="0" nodeType="withEffect">
                                  <p:stCondLst>
                                    <p:cond delay="250"/>
                                  </p:stCondLst>
                                  <p:childTnLst>
                                    <p:set>
                                      <p:cBhvr>
                                        <p:cTn id="36" dur="1" fill="hold">
                                          <p:stCondLst>
                                            <p:cond delay="0"/>
                                          </p:stCondLst>
                                        </p:cTn>
                                        <p:tgtEl>
                                          <p:spTgt spid="19">
                                            <p:txEl>
                                              <p:pRg st="0" end="0"/>
                                            </p:txEl>
                                          </p:spTgt>
                                        </p:tgtEl>
                                        <p:attrNameLst>
                                          <p:attrName>style.visibility</p:attrName>
                                        </p:attrNameLst>
                                      </p:cBhvr>
                                      <p:to>
                                        <p:strVal val="visible"/>
                                      </p:to>
                                    </p:set>
                                    <p:anim calcmode="lin" valueType="num">
                                      <p:cBhvr additive="base">
                                        <p:cTn id="37" dur="600" fill="hold"/>
                                        <p:tgtEl>
                                          <p:spTgt spid="19">
                                            <p:txEl>
                                              <p:pRg st="0" end="0"/>
                                            </p:txEl>
                                          </p:spTgt>
                                        </p:tgtEl>
                                        <p:attrNameLst>
                                          <p:attrName>ppt_x</p:attrName>
                                        </p:attrNameLst>
                                      </p:cBhvr>
                                      <p:tavLst>
                                        <p:tav tm="0">
                                          <p:val>
                                            <p:strVal val="0-#ppt_w/2"/>
                                          </p:val>
                                        </p:tav>
                                        <p:tav tm="100000">
                                          <p:val>
                                            <p:strVal val="#ppt_x"/>
                                          </p:val>
                                        </p:tav>
                                      </p:tavLst>
                                    </p:anim>
                                    <p:anim calcmode="lin" valueType="num">
                                      <p:cBhvr additive="base">
                                        <p:cTn id="38" dur="600" fill="hold"/>
                                        <p:tgtEl>
                                          <p:spTgt spid="19">
                                            <p:txEl>
                                              <p:pRg st="0" end="0"/>
                                            </p:txEl>
                                          </p:spTgt>
                                        </p:tgtEl>
                                        <p:attrNameLst>
                                          <p:attrName>ppt_y</p:attrName>
                                        </p:attrNameLst>
                                      </p:cBhvr>
                                      <p:tavLst>
                                        <p:tav tm="0">
                                          <p:val>
                                            <p:strVal val="#ppt_y"/>
                                          </p:val>
                                        </p:tav>
                                        <p:tav tm="100000">
                                          <p:val>
                                            <p:strVal val="#ppt_y"/>
                                          </p:val>
                                        </p:tav>
                                      </p:tavLst>
                                    </p:anim>
                                  </p:childTnLst>
                                </p:cTn>
                              </p:par>
                            </p:childTnLst>
                          </p:cTn>
                        </p:par>
                        <p:par>
                          <p:cTn id="39" fill="hold">
                            <p:stCondLst>
                              <p:cond delay="2350"/>
                            </p:stCondLst>
                            <p:childTnLst>
                              <p:par>
                                <p:cTn id="40" presetID="10" presetClass="entr" presetSubtype="0" fill="hold" grpId="0" nodeType="afterEffect">
                                  <p:stCondLst>
                                    <p:cond delay="0"/>
                                  </p:stCondLst>
                                  <p:childTnLst>
                                    <p:set>
                                      <p:cBhvr>
                                        <p:cTn id="41" dur="1" fill="hold">
                                          <p:stCondLst>
                                            <p:cond delay="0"/>
                                          </p:stCondLst>
                                        </p:cTn>
                                        <p:tgtEl>
                                          <p:spTgt spid="23">
                                            <p:txEl>
                                              <p:pRg st="0" end="0"/>
                                            </p:txEl>
                                          </p:spTgt>
                                        </p:tgtEl>
                                        <p:attrNameLst>
                                          <p:attrName>style.visibility</p:attrName>
                                        </p:attrNameLst>
                                      </p:cBhvr>
                                      <p:to>
                                        <p:strVal val="visible"/>
                                      </p:to>
                                    </p:set>
                                    <p:animEffect transition="in" filter="fade">
                                      <p:cBhvr>
                                        <p:cTn id="42" dur="500"/>
                                        <p:tgtEl>
                                          <p:spTgt spid="23">
                                            <p:txEl>
                                              <p:pRg st="0" end="0"/>
                                            </p:txEl>
                                          </p:spTgt>
                                        </p:tgtEl>
                                      </p:cBhvr>
                                    </p:animEffect>
                                  </p:childTnLst>
                                </p:cTn>
                              </p:par>
                            </p:childTnLst>
                          </p:cTn>
                        </p:par>
                        <p:par>
                          <p:cTn id="43" fill="hold">
                            <p:stCondLst>
                              <p:cond delay="2850"/>
                            </p:stCondLst>
                            <p:childTnLst>
                              <p:par>
                                <p:cTn id="44" presetID="2" presetClass="entr" presetSubtype="8" decel="100000" fill="hold" grpId="0" nodeType="afterEffect">
                                  <p:stCondLst>
                                    <p:cond delay="25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700" fill="hold"/>
                                        <p:tgtEl>
                                          <p:spTgt spid="14"/>
                                        </p:tgtEl>
                                        <p:attrNameLst>
                                          <p:attrName>ppt_x</p:attrName>
                                        </p:attrNameLst>
                                      </p:cBhvr>
                                      <p:tavLst>
                                        <p:tav tm="0">
                                          <p:val>
                                            <p:strVal val="0-#ppt_w/2"/>
                                          </p:val>
                                        </p:tav>
                                        <p:tav tm="100000">
                                          <p:val>
                                            <p:strVal val="#ppt_x"/>
                                          </p:val>
                                        </p:tav>
                                      </p:tavLst>
                                    </p:anim>
                                    <p:anim calcmode="lin" valueType="num">
                                      <p:cBhvr additive="base">
                                        <p:cTn id="47" dur="700" fill="hold"/>
                                        <p:tgtEl>
                                          <p:spTgt spid="14"/>
                                        </p:tgtEl>
                                        <p:attrNameLst>
                                          <p:attrName>ppt_y</p:attrName>
                                        </p:attrNameLst>
                                      </p:cBhvr>
                                      <p:tavLst>
                                        <p:tav tm="0">
                                          <p:val>
                                            <p:strVal val="#ppt_y"/>
                                          </p:val>
                                        </p:tav>
                                        <p:tav tm="100000">
                                          <p:val>
                                            <p:strVal val="#ppt_y"/>
                                          </p:val>
                                        </p:tav>
                                      </p:tavLst>
                                    </p:anim>
                                  </p:childTnLst>
                                </p:cTn>
                              </p:par>
                              <p:par>
                                <p:cTn id="48" presetID="2" presetClass="entr" presetSubtype="8" decel="100000" fill="hold" grpId="0" nodeType="withEffect">
                                  <p:stCondLst>
                                    <p:cond delay="25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700" fill="hold"/>
                                        <p:tgtEl>
                                          <p:spTgt spid="15"/>
                                        </p:tgtEl>
                                        <p:attrNameLst>
                                          <p:attrName>ppt_x</p:attrName>
                                        </p:attrNameLst>
                                      </p:cBhvr>
                                      <p:tavLst>
                                        <p:tav tm="0">
                                          <p:val>
                                            <p:strVal val="0-#ppt_w/2"/>
                                          </p:val>
                                        </p:tav>
                                        <p:tav tm="100000">
                                          <p:val>
                                            <p:strVal val="#ppt_x"/>
                                          </p:val>
                                        </p:tav>
                                      </p:tavLst>
                                    </p:anim>
                                    <p:anim calcmode="lin" valueType="num">
                                      <p:cBhvr additive="base">
                                        <p:cTn id="51" dur="700" fill="hold"/>
                                        <p:tgtEl>
                                          <p:spTgt spid="15"/>
                                        </p:tgtEl>
                                        <p:attrNameLst>
                                          <p:attrName>ppt_y</p:attrName>
                                        </p:attrNameLst>
                                      </p:cBhvr>
                                      <p:tavLst>
                                        <p:tav tm="0">
                                          <p:val>
                                            <p:strVal val="#ppt_y"/>
                                          </p:val>
                                        </p:tav>
                                        <p:tav tm="100000">
                                          <p:val>
                                            <p:strVal val="#ppt_y"/>
                                          </p:val>
                                        </p:tav>
                                      </p:tavLst>
                                    </p:anim>
                                  </p:childTnLst>
                                </p:cTn>
                              </p:par>
                              <p:par>
                                <p:cTn id="52" presetID="2" presetClass="entr" presetSubtype="8" decel="100000" fill="hold" grpId="0" nodeType="withEffect">
                                  <p:stCondLst>
                                    <p:cond delay="250"/>
                                  </p:stCondLst>
                                  <p:childTnLst>
                                    <p:set>
                                      <p:cBhvr>
                                        <p:cTn id="53" dur="1" fill="hold">
                                          <p:stCondLst>
                                            <p:cond delay="0"/>
                                          </p:stCondLst>
                                        </p:cTn>
                                        <p:tgtEl>
                                          <p:spTgt spid="20">
                                            <p:txEl>
                                              <p:pRg st="0" end="0"/>
                                            </p:txEl>
                                          </p:spTgt>
                                        </p:tgtEl>
                                        <p:attrNameLst>
                                          <p:attrName>style.visibility</p:attrName>
                                        </p:attrNameLst>
                                      </p:cBhvr>
                                      <p:to>
                                        <p:strVal val="visible"/>
                                      </p:to>
                                    </p:set>
                                    <p:anim calcmode="lin" valueType="num">
                                      <p:cBhvr additive="base">
                                        <p:cTn id="54" dur="700" fill="hold"/>
                                        <p:tgtEl>
                                          <p:spTgt spid="20">
                                            <p:txEl>
                                              <p:pRg st="0" end="0"/>
                                            </p:txEl>
                                          </p:spTgt>
                                        </p:tgtEl>
                                        <p:attrNameLst>
                                          <p:attrName>ppt_x</p:attrName>
                                        </p:attrNameLst>
                                      </p:cBhvr>
                                      <p:tavLst>
                                        <p:tav tm="0">
                                          <p:val>
                                            <p:strVal val="0-#ppt_w/2"/>
                                          </p:val>
                                        </p:tav>
                                        <p:tav tm="100000">
                                          <p:val>
                                            <p:strVal val="#ppt_x"/>
                                          </p:val>
                                        </p:tav>
                                      </p:tavLst>
                                    </p:anim>
                                    <p:anim calcmode="lin" valueType="num">
                                      <p:cBhvr additive="base">
                                        <p:cTn id="55" dur="7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par>
                          <p:cTn id="56" fill="hold">
                            <p:stCondLst>
                              <p:cond delay="3800"/>
                            </p:stCondLst>
                            <p:childTnLst>
                              <p:par>
                                <p:cTn id="57" presetID="10" presetClass="entr" presetSubtype="0" fill="hold" grpId="0" nodeType="afterEffect">
                                  <p:stCondLst>
                                    <p:cond delay="0"/>
                                  </p:stCondLst>
                                  <p:childTnLst>
                                    <p:set>
                                      <p:cBhvr>
                                        <p:cTn id="58" dur="1" fill="hold">
                                          <p:stCondLst>
                                            <p:cond delay="0"/>
                                          </p:stCondLst>
                                        </p:cTn>
                                        <p:tgtEl>
                                          <p:spTgt spid="24">
                                            <p:txEl>
                                              <p:pRg st="0" end="0"/>
                                            </p:txEl>
                                          </p:spTgt>
                                        </p:tgtEl>
                                        <p:attrNameLst>
                                          <p:attrName>style.visibility</p:attrName>
                                        </p:attrNameLst>
                                      </p:cBhvr>
                                      <p:to>
                                        <p:strVal val="visible"/>
                                      </p:to>
                                    </p:set>
                                    <p:animEffect transition="in" filter="fade">
                                      <p:cBhvr>
                                        <p:cTn id="59" dur="500"/>
                                        <p:tgtEl>
                                          <p:spTgt spid="24">
                                            <p:txEl>
                                              <p:pRg st="0" end="0"/>
                                            </p:txEl>
                                          </p:spTgt>
                                        </p:tgtEl>
                                      </p:cBhvr>
                                    </p:animEffect>
                                  </p:childTnLst>
                                </p:cTn>
                              </p:par>
                            </p:childTnLst>
                          </p:cTn>
                        </p:par>
                        <p:par>
                          <p:cTn id="60" fill="hold">
                            <p:stCondLst>
                              <p:cond delay="4300"/>
                            </p:stCondLst>
                            <p:childTnLst>
                              <p:par>
                                <p:cTn id="61" presetID="2" presetClass="entr" presetSubtype="8" decel="100000" fill="hold" grpId="0" nodeType="afterEffect">
                                  <p:stCondLst>
                                    <p:cond delay="25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800" fill="hold"/>
                                        <p:tgtEl>
                                          <p:spTgt spid="16"/>
                                        </p:tgtEl>
                                        <p:attrNameLst>
                                          <p:attrName>ppt_x</p:attrName>
                                        </p:attrNameLst>
                                      </p:cBhvr>
                                      <p:tavLst>
                                        <p:tav tm="0">
                                          <p:val>
                                            <p:strVal val="0-#ppt_w/2"/>
                                          </p:val>
                                        </p:tav>
                                        <p:tav tm="100000">
                                          <p:val>
                                            <p:strVal val="#ppt_x"/>
                                          </p:val>
                                        </p:tav>
                                      </p:tavLst>
                                    </p:anim>
                                    <p:anim calcmode="lin" valueType="num">
                                      <p:cBhvr additive="base">
                                        <p:cTn id="64" dur="800" fill="hold"/>
                                        <p:tgtEl>
                                          <p:spTgt spid="16"/>
                                        </p:tgtEl>
                                        <p:attrNameLst>
                                          <p:attrName>ppt_y</p:attrName>
                                        </p:attrNameLst>
                                      </p:cBhvr>
                                      <p:tavLst>
                                        <p:tav tm="0">
                                          <p:val>
                                            <p:strVal val="#ppt_y"/>
                                          </p:val>
                                        </p:tav>
                                        <p:tav tm="100000">
                                          <p:val>
                                            <p:strVal val="#ppt_y"/>
                                          </p:val>
                                        </p:tav>
                                      </p:tavLst>
                                    </p:anim>
                                  </p:childTnLst>
                                </p:cTn>
                              </p:par>
                              <p:par>
                                <p:cTn id="65" presetID="2" presetClass="entr" presetSubtype="8" decel="100000" fill="hold" grpId="0" nodeType="withEffect">
                                  <p:stCondLst>
                                    <p:cond delay="25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800" fill="hold"/>
                                        <p:tgtEl>
                                          <p:spTgt spid="17"/>
                                        </p:tgtEl>
                                        <p:attrNameLst>
                                          <p:attrName>ppt_x</p:attrName>
                                        </p:attrNameLst>
                                      </p:cBhvr>
                                      <p:tavLst>
                                        <p:tav tm="0">
                                          <p:val>
                                            <p:strVal val="0-#ppt_w/2"/>
                                          </p:val>
                                        </p:tav>
                                        <p:tav tm="100000">
                                          <p:val>
                                            <p:strVal val="#ppt_x"/>
                                          </p:val>
                                        </p:tav>
                                      </p:tavLst>
                                    </p:anim>
                                    <p:anim calcmode="lin" valueType="num">
                                      <p:cBhvr additive="base">
                                        <p:cTn id="68" dur="800" fill="hold"/>
                                        <p:tgtEl>
                                          <p:spTgt spid="17"/>
                                        </p:tgtEl>
                                        <p:attrNameLst>
                                          <p:attrName>ppt_y</p:attrName>
                                        </p:attrNameLst>
                                      </p:cBhvr>
                                      <p:tavLst>
                                        <p:tav tm="0">
                                          <p:val>
                                            <p:strVal val="#ppt_y"/>
                                          </p:val>
                                        </p:tav>
                                        <p:tav tm="100000">
                                          <p:val>
                                            <p:strVal val="#ppt_y"/>
                                          </p:val>
                                        </p:tav>
                                      </p:tavLst>
                                    </p:anim>
                                  </p:childTnLst>
                                </p:cTn>
                              </p:par>
                              <p:par>
                                <p:cTn id="69" presetID="2" presetClass="entr" presetSubtype="8" decel="100000" fill="hold" grpId="0" nodeType="withEffect">
                                  <p:stCondLst>
                                    <p:cond delay="250"/>
                                  </p:stCondLst>
                                  <p:childTnLst>
                                    <p:set>
                                      <p:cBhvr>
                                        <p:cTn id="70" dur="1" fill="hold">
                                          <p:stCondLst>
                                            <p:cond delay="0"/>
                                          </p:stCondLst>
                                        </p:cTn>
                                        <p:tgtEl>
                                          <p:spTgt spid="21">
                                            <p:txEl>
                                              <p:pRg st="0" end="0"/>
                                            </p:txEl>
                                          </p:spTgt>
                                        </p:tgtEl>
                                        <p:attrNameLst>
                                          <p:attrName>style.visibility</p:attrName>
                                        </p:attrNameLst>
                                      </p:cBhvr>
                                      <p:to>
                                        <p:strVal val="visible"/>
                                      </p:to>
                                    </p:set>
                                    <p:anim calcmode="lin" valueType="num">
                                      <p:cBhvr additive="base">
                                        <p:cTn id="71" dur="8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72" dur="8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par>
                          <p:cTn id="73" fill="hold">
                            <p:stCondLst>
                              <p:cond delay="5350"/>
                            </p:stCondLst>
                            <p:childTnLst>
                              <p:par>
                                <p:cTn id="74" presetID="10" presetClass="entr" presetSubtype="0" fill="hold" grpId="0" nodeType="afterEffect">
                                  <p:stCondLst>
                                    <p:cond delay="0"/>
                                  </p:stCondLst>
                                  <p:childTnLst>
                                    <p:set>
                                      <p:cBhvr>
                                        <p:cTn id="75" dur="1" fill="hold">
                                          <p:stCondLst>
                                            <p:cond delay="0"/>
                                          </p:stCondLst>
                                        </p:cTn>
                                        <p:tgtEl>
                                          <p:spTgt spid="25">
                                            <p:txEl>
                                              <p:pRg st="0" end="0"/>
                                            </p:txEl>
                                          </p:spTgt>
                                        </p:tgtEl>
                                        <p:attrNameLst>
                                          <p:attrName>style.visibility</p:attrName>
                                        </p:attrNameLst>
                                      </p:cBhvr>
                                      <p:to>
                                        <p:strVal val="visible"/>
                                      </p:to>
                                    </p:set>
                                    <p:animEffect transition="in" filter="fade">
                                      <p:cBhvr>
                                        <p:cTn id="76"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P spid="14" grpId="0" animBg="1"/>
      <p:bldP spid="15" grpId="0" animBg="1"/>
      <p:bldP spid="16" grpId="0" animBg="1"/>
      <p:bldP spid="17" grpId="0" animBg="1"/>
      <p:bldP spid="18" grpId="0" build="p">
        <p:tmplLst>
          <p:tmpl lvl="1">
            <p:tnLst>
              <p:par>
                <p:cTn presetID="2" presetClass="entr" presetSubtype="8" decel="10000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0-#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19" grpId="0" build="p">
        <p:tmplLst>
          <p:tmpl lvl="1">
            <p:tnLst>
              <p:par>
                <p:cTn presetID="2" presetClass="entr" presetSubtype="8" decel="100000" fill="hold" nodeType="withEffect">
                  <p:stCondLst>
                    <p:cond delay="25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600" fill="hold"/>
                        <p:tgtEl>
                          <p:spTgt spid="19"/>
                        </p:tgtEl>
                        <p:attrNameLst>
                          <p:attrName>ppt_x</p:attrName>
                        </p:attrNameLst>
                      </p:cBhvr>
                      <p:tavLst>
                        <p:tav tm="0">
                          <p:val>
                            <p:strVal val="0-#ppt_w/2"/>
                          </p:val>
                        </p:tav>
                        <p:tav tm="100000">
                          <p:val>
                            <p:strVal val="#ppt_x"/>
                          </p:val>
                        </p:tav>
                      </p:tavLst>
                    </p:anim>
                    <p:anim calcmode="lin" valueType="num">
                      <p:cBhvr additive="base">
                        <p:cTn dur="600" fill="hold"/>
                        <p:tgtEl>
                          <p:spTgt spid="19"/>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 presetClass="entr" presetSubtype="8" decel="100000" fill="hold" nodeType="withEffect">
                  <p:stCondLst>
                    <p:cond delay="25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700" fill="hold"/>
                        <p:tgtEl>
                          <p:spTgt spid="20"/>
                        </p:tgtEl>
                        <p:attrNameLst>
                          <p:attrName>ppt_x</p:attrName>
                        </p:attrNameLst>
                      </p:cBhvr>
                      <p:tavLst>
                        <p:tav tm="0">
                          <p:val>
                            <p:strVal val="0-#ppt_w/2"/>
                          </p:val>
                        </p:tav>
                        <p:tav tm="100000">
                          <p:val>
                            <p:strVal val="#ppt_x"/>
                          </p:val>
                        </p:tav>
                      </p:tavLst>
                    </p:anim>
                    <p:anim calcmode="lin" valueType="num">
                      <p:cBhvr additive="base">
                        <p:cTn dur="7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 presetClass="entr" presetSubtype="8" decel="100000" fill="hold" nodeType="withEffect">
                  <p:stCondLst>
                    <p:cond delay="25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800" fill="hold"/>
                        <p:tgtEl>
                          <p:spTgt spid="21"/>
                        </p:tgtEl>
                        <p:attrNameLst>
                          <p:attrName>ppt_x</p:attrName>
                        </p:attrNameLst>
                      </p:cBhvr>
                      <p:tavLst>
                        <p:tav tm="0">
                          <p:val>
                            <p:strVal val="0-#ppt_w/2"/>
                          </p:val>
                        </p:tav>
                        <p:tav tm="100000">
                          <p:val>
                            <p:strVal val="#ppt_x"/>
                          </p:val>
                        </p:tav>
                      </p:tavLst>
                    </p:anim>
                    <p:anim calcmode="lin" valueType="num">
                      <p:cBhvr additive="base">
                        <p:cTn dur="8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10" presetClass="entr" presetSubtype="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build="p">
        <p:tmplLst>
          <p:tmpl lvl="1">
            <p:tnLst>
              <p:par>
                <p:cTn presetID="10" presetClass="entr" presetSubtype="0"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4" grpId="0" build="p">
        <p:tmplLst>
          <p:tmpl lvl="1">
            <p:tnLst>
              <p:par>
                <p:cTn presetID="10" presetClass="entr" presetSubtype="0"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build="p">
        <p:tmplLst>
          <p:tmpl lvl="1">
            <p:tnLst>
              <p:par>
                <p:cTn presetID="10" presetClass="entr" presetSubtype="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Lst>
      </p:bldP>
      <p:bldP spid="31" grpId="0" build="p">
        <p:tmplLst>
          <p:tmpl lvl="1">
            <p:tnLst>
              <p:par>
                <p:cTn presetID="2" presetClass="entr" presetSubtype="1" decel="100000"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ppt_x"/>
                          </p:val>
                        </p:tav>
                        <p:tav tm="100000">
                          <p:val>
                            <p:strVal val="#ppt_x"/>
                          </p:val>
                        </p:tav>
                      </p:tavLst>
                    </p:anim>
                    <p:anim calcmode="lin" valueType="num">
                      <p:cBhvr additive="base">
                        <p:cTn dur="500" fill="hold"/>
                        <p:tgtEl>
                          <p:spTgt spid="31"/>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Steps 2">
    <p:spTree>
      <p:nvGrpSpPr>
        <p:cNvPr id="1" name=""/>
        <p:cNvGrpSpPr/>
        <p:nvPr/>
      </p:nvGrpSpPr>
      <p:grpSpPr>
        <a:xfrm>
          <a:off x="0" y="0"/>
          <a:ext cx="0" cy="0"/>
          <a:chOff x="0" y="0"/>
          <a:chExt cx="0" cy="0"/>
        </a:xfrm>
      </p:grpSpPr>
      <p:sp>
        <p:nvSpPr>
          <p:cNvPr id="44" name="正方形/長方形 12"/>
          <p:cNvSpPr/>
          <p:nvPr userDrawn="1"/>
        </p:nvSpPr>
        <p:spPr>
          <a:xfrm>
            <a:off x="877916" y="4041035"/>
            <a:ext cx="4882185" cy="992383"/>
          </a:xfrm>
          <a:custGeom>
            <a:avLst/>
            <a:gdLst/>
            <a:ahLst/>
            <a:cxnLst/>
            <a:rect l="l" t="t" r="r" b="b"/>
            <a:pathLst>
              <a:path w="4882185" h="992383">
                <a:moveTo>
                  <a:pt x="0" y="0"/>
                </a:moveTo>
                <a:lnTo>
                  <a:pt x="1006899" y="0"/>
                </a:lnTo>
                <a:lnTo>
                  <a:pt x="1697237" y="0"/>
                </a:lnTo>
                <a:lnTo>
                  <a:pt x="3889802" y="0"/>
                </a:lnTo>
                <a:lnTo>
                  <a:pt x="4882185" y="992383"/>
                </a:lnTo>
                <a:lnTo>
                  <a:pt x="2689620" y="992383"/>
                </a:lnTo>
                <a:lnTo>
                  <a:pt x="14515" y="992383"/>
                </a:lnTo>
                <a:lnTo>
                  <a:pt x="0" y="992383"/>
                </a:lnTo>
                <a:close/>
              </a:path>
            </a:pathLst>
          </a:cu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1" name="直線コネクタ 30"/>
          <p:cNvCxnSpPr/>
          <p:nvPr userDrawn="1"/>
        </p:nvCxnSpPr>
        <p:spPr>
          <a:xfrm>
            <a:off x="877916" y="4871587"/>
            <a:ext cx="4543723"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dirty="0"/>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15" name="正方形/長方形 12"/>
          <p:cNvSpPr/>
          <p:nvPr userDrawn="1"/>
        </p:nvSpPr>
        <p:spPr>
          <a:xfrm rot="5400000" flipH="1">
            <a:off x="3629072" y="5130800"/>
            <a:ext cx="3235396" cy="992383"/>
          </a:xfrm>
          <a:custGeom>
            <a:avLst/>
            <a:gdLst/>
            <a:ahLst/>
            <a:cxnLst/>
            <a:rect l="l" t="t" r="r" b="b"/>
            <a:pathLst>
              <a:path w="3235396" h="992383">
                <a:moveTo>
                  <a:pt x="3235396" y="992383"/>
                </a:moveTo>
                <a:lnTo>
                  <a:pt x="2243013" y="0"/>
                </a:lnTo>
                <a:lnTo>
                  <a:pt x="0" y="0"/>
                </a:lnTo>
                <a:lnTo>
                  <a:pt x="992383" y="992383"/>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2"/>
          <p:cNvSpPr/>
          <p:nvPr userDrawn="1"/>
        </p:nvSpPr>
        <p:spPr>
          <a:xfrm rot="10800000">
            <a:off x="4750577" y="6252307"/>
            <a:ext cx="4867670" cy="992383"/>
          </a:xfrm>
          <a:custGeom>
            <a:avLst/>
            <a:gdLst/>
            <a:ahLst/>
            <a:cxnLst/>
            <a:rect l="l" t="t" r="r" b="b"/>
            <a:pathLst>
              <a:path w="4867670" h="992383">
                <a:moveTo>
                  <a:pt x="4867670" y="992383"/>
                </a:moveTo>
                <a:lnTo>
                  <a:pt x="0" y="992383"/>
                </a:lnTo>
                <a:lnTo>
                  <a:pt x="992384" y="0"/>
                </a:lnTo>
                <a:lnTo>
                  <a:pt x="3875287" y="0"/>
                </a:ln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コネクタ 27"/>
          <p:cNvCxnSpPr/>
          <p:nvPr userDrawn="1"/>
        </p:nvCxnSpPr>
        <p:spPr>
          <a:xfrm>
            <a:off x="877917" y="4156759"/>
            <a:ext cx="3872659"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userDrawn="1"/>
        </p:nvCxnSpPr>
        <p:spPr>
          <a:xfrm>
            <a:off x="5022498" y="6382887"/>
            <a:ext cx="433740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userDrawn="1"/>
        </p:nvCxnSpPr>
        <p:spPr>
          <a:xfrm>
            <a:off x="5742962" y="7092274"/>
            <a:ext cx="2882901"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0" name="正方形/長方形 12"/>
          <p:cNvSpPr/>
          <p:nvPr userDrawn="1"/>
        </p:nvSpPr>
        <p:spPr>
          <a:xfrm rot="5400000">
            <a:off x="7504357" y="5130802"/>
            <a:ext cx="3235396" cy="992383"/>
          </a:xfrm>
          <a:custGeom>
            <a:avLst/>
            <a:gdLst/>
            <a:ahLst/>
            <a:cxnLst/>
            <a:rect l="l" t="t" r="r" b="b"/>
            <a:pathLst>
              <a:path w="3235396" h="992383">
                <a:moveTo>
                  <a:pt x="3235396" y="992383"/>
                </a:moveTo>
                <a:lnTo>
                  <a:pt x="2243013" y="0"/>
                </a:lnTo>
                <a:lnTo>
                  <a:pt x="0" y="0"/>
                </a:lnTo>
                <a:lnTo>
                  <a:pt x="992383" y="992383"/>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12"/>
          <p:cNvSpPr/>
          <p:nvPr userDrawn="1"/>
        </p:nvSpPr>
        <p:spPr>
          <a:xfrm>
            <a:off x="8625863" y="4016940"/>
            <a:ext cx="4867670" cy="992383"/>
          </a:xfrm>
          <a:custGeom>
            <a:avLst/>
            <a:gdLst/>
            <a:ahLst/>
            <a:cxnLst/>
            <a:rect l="l" t="t" r="r" b="b"/>
            <a:pathLst>
              <a:path w="4867670" h="992383">
                <a:moveTo>
                  <a:pt x="4867670" y="992383"/>
                </a:moveTo>
                <a:lnTo>
                  <a:pt x="0" y="992383"/>
                </a:lnTo>
                <a:lnTo>
                  <a:pt x="992384" y="0"/>
                </a:lnTo>
                <a:lnTo>
                  <a:pt x="3875287" y="0"/>
                </a:lnTo>
                <a:close/>
              </a:path>
            </a:pathLst>
          </a:cu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コネクタ 36"/>
          <p:cNvCxnSpPr/>
          <p:nvPr userDrawn="1"/>
        </p:nvCxnSpPr>
        <p:spPr>
          <a:xfrm>
            <a:off x="9674270" y="4156759"/>
            <a:ext cx="2826880"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userDrawn="1"/>
        </p:nvCxnSpPr>
        <p:spPr>
          <a:xfrm>
            <a:off x="8905067" y="4871587"/>
            <a:ext cx="4379133"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2" name="正方形/長方形 12"/>
          <p:cNvSpPr/>
          <p:nvPr userDrawn="1"/>
        </p:nvSpPr>
        <p:spPr>
          <a:xfrm rot="5400000" flipH="1">
            <a:off x="11379644" y="5130800"/>
            <a:ext cx="3235396" cy="992383"/>
          </a:xfrm>
          <a:custGeom>
            <a:avLst/>
            <a:gdLst/>
            <a:ahLst/>
            <a:cxnLst/>
            <a:rect l="l" t="t" r="r" b="b"/>
            <a:pathLst>
              <a:path w="3235396" h="992383">
                <a:moveTo>
                  <a:pt x="3235396" y="992383"/>
                </a:moveTo>
                <a:lnTo>
                  <a:pt x="2243013" y="0"/>
                </a:lnTo>
                <a:lnTo>
                  <a:pt x="0" y="0"/>
                </a:lnTo>
                <a:lnTo>
                  <a:pt x="992383" y="992383"/>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プレースホルダー 5"/>
          <p:cNvSpPr>
            <a:spLocks noGrp="1"/>
          </p:cNvSpPr>
          <p:nvPr>
            <p:ph type="body" sz="quarter" idx="12" hasCustomPrompt="1"/>
          </p:nvPr>
        </p:nvSpPr>
        <p:spPr>
          <a:xfrm>
            <a:off x="916709" y="2475077"/>
            <a:ext cx="4676364" cy="1483807"/>
          </a:xfrm>
        </p:spPr>
        <p:txBody>
          <a:bodyPr anchor="b">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58" name="テキスト プレースホルダー 5"/>
          <p:cNvSpPr>
            <a:spLocks noGrp="1"/>
          </p:cNvSpPr>
          <p:nvPr>
            <p:ph type="body" sz="quarter" idx="19" hasCustomPrompt="1"/>
          </p:nvPr>
        </p:nvSpPr>
        <p:spPr>
          <a:xfrm>
            <a:off x="4767006" y="7264876"/>
            <a:ext cx="4676364" cy="1483807"/>
          </a:xfrm>
        </p:spPr>
        <p:txBody>
          <a:bodyPr anchor="t">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59" name="テキスト プレースホルダー 5"/>
          <p:cNvSpPr>
            <a:spLocks noGrp="1"/>
          </p:cNvSpPr>
          <p:nvPr>
            <p:ph type="body" sz="quarter" idx="20" hasCustomPrompt="1"/>
          </p:nvPr>
        </p:nvSpPr>
        <p:spPr>
          <a:xfrm>
            <a:off x="8651737" y="2475077"/>
            <a:ext cx="4676364" cy="1483807"/>
          </a:xfrm>
        </p:spPr>
        <p:txBody>
          <a:bodyPr anchor="b">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60" name="テキスト プレースホルダー 5"/>
          <p:cNvSpPr>
            <a:spLocks noGrp="1"/>
          </p:cNvSpPr>
          <p:nvPr>
            <p:ph type="body" sz="quarter" idx="21" hasCustomPrompt="1"/>
          </p:nvPr>
        </p:nvSpPr>
        <p:spPr>
          <a:xfrm>
            <a:off x="12660918" y="7264876"/>
            <a:ext cx="4676364" cy="1483807"/>
          </a:xfrm>
        </p:spPr>
        <p:txBody>
          <a:bodyPr anchor="t">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39" name="正方形/長方形 12"/>
          <p:cNvSpPr/>
          <p:nvPr userDrawn="1"/>
        </p:nvSpPr>
        <p:spPr>
          <a:xfrm rot="10800000">
            <a:off x="12501149" y="6250724"/>
            <a:ext cx="5833566" cy="993966"/>
          </a:xfrm>
          <a:custGeom>
            <a:avLst/>
            <a:gdLst/>
            <a:ahLst/>
            <a:cxnLst/>
            <a:rect l="l" t="t" r="r" b="b"/>
            <a:pathLst>
              <a:path w="5833566" h="993966">
                <a:moveTo>
                  <a:pt x="3298290" y="993966"/>
                </a:moveTo>
                <a:lnTo>
                  <a:pt x="0" y="993966"/>
                </a:lnTo>
                <a:lnTo>
                  <a:pt x="0" y="1583"/>
                </a:lnTo>
                <a:lnTo>
                  <a:pt x="1956697" y="1583"/>
                </a:lnTo>
                <a:lnTo>
                  <a:pt x="1958280" y="0"/>
                </a:lnTo>
                <a:lnTo>
                  <a:pt x="4841183" y="0"/>
                </a:lnTo>
                <a:lnTo>
                  <a:pt x="5833566" y="992383"/>
                </a:lnTo>
                <a:lnTo>
                  <a:pt x="3296707" y="992383"/>
                </a:lnTo>
                <a:close/>
              </a:path>
            </a:pathLst>
          </a:cu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0" name="直線コネクタ 39"/>
          <p:cNvCxnSpPr/>
          <p:nvPr userDrawn="1"/>
        </p:nvCxnSpPr>
        <p:spPr>
          <a:xfrm>
            <a:off x="12750800" y="6382887"/>
            <a:ext cx="554037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1" name="直線コネクタ 40"/>
          <p:cNvCxnSpPr/>
          <p:nvPr userDrawn="1"/>
        </p:nvCxnSpPr>
        <p:spPr>
          <a:xfrm>
            <a:off x="13493533" y="7092274"/>
            <a:ext cx="479764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12" name="図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2431" y="2887734"/>
            <a:ext cx="482540" cy="3250794"/>
          </a:xfrm>
          <a:prstGeom prst="rect">
            <a:avLst/>
          </a:prstGeom>
        </p:spPr>
      </p:pic>
      <p:sp>
        <p:nvSpPr>
          <p:cNvPr id="30" name="テキスト プレースホルダー 5"/>
          <p:cNvSpPr>
            <a:spLocks noGrp="1"/>
          </p:cNvSpPr>
          <p:nvPr>
            <p:ph type="body" sz="quarter" idx="15" hasCustomPrompt="1"/>
          </p:nvPr>
        </p:nvSpPr>
        <p:spPr>
          <a:xfrm>
            <a:off x="1671936" y="4176584"/>
            <a:ext cx="3165910" cy="647693"/>
          </a:xfrm>
        </p:spPr>
        <p:txBody>
          <a:bodyPr anchor="ctr">
            <a:noAutofit/>
          </a:bodyPr>
          <a:lstStyle>
            <a:lvl1pPr algn="ctr">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36" name="テキスト プレースホルダー 5"/>
          <p:cNvSpPr>
            <a:spLocks noGrp="1"/>
          </p:cNvSpPr>
          <p:nvPr>
            <p:ph type="body" sz="quarter" idx="22" hasCustomPrompt="1"/>
          </p:nvPr>
        </p:nvSpPr>
        <p:spPr>
          <a:xfrm>
            <a:off x="5522233" y="6410584"/>
            <a:ext cx="3165910" cy="647693"/>
          </a:xfrm>
        </p:spPr>
        <p:txBody>
          <a:bodyPr anchor="ctr">
            <a:noAutofit/>
          </a:bodyPr>
          <a:lstStyle>
            <a:lvl1pPr algn="ctr">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42" name="テキスト プレースホルダー 5"/>
          <p:cNvSpPr>
            <a:spLocks noGrp="1"/>
          </p:cNvSpPr>
          <p:nvPr>
            <p:ph type="body" sz="quarter" idx="23" hasCustomPrompt="1"/>
          </p:nvPr>
        </p:nvSpPr>
        <p:spPr>
          <a:xfrm>
            <a:off x="9406964" y="4182296"/>
            <a:ext cx="3165910" cy="647693"/>
          </a:xfrm>
        </p:spPr>
        <p:txBody>
          <a:bodyPr anchor="ctr">
            <a:noAutofit/>
          </a:bodyPr>
          <a:lstStyle>
            <a:lvl1pPr algn="ctr">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43" name="テキスト プレースホルダー 5"/>
          <p:cNvSpPr>
            <a:spLocks noGrp="1"/>
          </p:cNvSpPr>
          <p:nvPr>
            <p:ph type="body" sz="quarter" idx="24" hasCustomPrompt="1"/>
          </p:nvPr>
        </p:nvSpPr>
        <p:spPr>
          <a:xfrm>
            <a:off x="13416145" y="6409792"/>
            <a:ext cx="3165910" cy="647693"/>
          </a:xfrm>
        </p:spPr>
        <p:txBody>
          <a:bodyPr anchor="ctr">
            <a:noAutofit/>
          </a:bodyPr>
          <a:lstStyle>
            <a:lvl1pPr algn="ctr">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4546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4"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wipe(left)">
                                      <p:cBhvr>
                                        <p:cTn id="16" dur="500"/>
                                        <p:tgtEl>
                                          <p:spTgt spid="44"/>
                                        </p:tgtEl>
                                      </p:cBhvr>
                                    </p:animEffect>
                                  </p:childTnLst>
                                </p:cTn>
                              </p:par>
                            </p:childTnLst>
                          </p:cTn>
                        </p:par>
                        <p:par>
                          <p:cTn id="17" fill="hold">
                            <p:stCondLst>
                              <p:cond delay="1500"/>
                            </p:stCondLst>
                            <p:childTnLst>
                              <p:par>
                                <p:cTn id="18" presetID="22" presetClass="entr" presetSubtype="8" fill="hold" nodeType="after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500"/>
                                        <p:tgtEl>
                                          <p:spTgt spid="28"/>
                                        </p:tgtEl>
                                      </p:cBhvr>
                                    </p:animEffect>
                                  </p:childTnLst>
                                </p:cTn>
                              </p:par>
                              <p:par>
                                <p:cTn id="21" presetID="22" presetClass="entr" presetSubtype="2"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right)">
                                      <p:cBhvr>
                                        <p:cTn id="23" dur="500"/>
                                        <p:tgtEl>
                                          <p:spTgt spid="31"/>
                                        </p:tgtEl>
                                      </p:cBhvr>
                                    </p:animEffect>
                                  </p:childTnLst>
                                </p:cTn>
                              </p:par>
                              <p:par>
                                <p:cTn id="24" presetID="2" presetClass="entr" presetSubtype="8" decel="100000" fill="hold" grpId="0" nodeType="withEffect">
                                  <p:stCondLst>
                                    <p:cond delay="0"/>
                                  </p:stCondLst>
                                  <p:childTnLst>
                                    <p:set>
                                      <p:cBhvr>
                                        <p:cTn id="25" dur="1" fill="hold">
                                          <p:stCondLst>
                                            <p:cond delay="0"/>
                                          </p:stCondLst>
                                        </p:cTn>
                                        <p:tgtEl>
                                          <p:spTgt spid="30">
                                            <p:txEl>
                                              <p:pRg st="0" end="0"/>
                                            </p:txEl>
                                          </p:spTgt>
                                        </p:tgtEl>
                                        <p:attrNameLst>
                                          <p:attrName>style.visibility</p:attrName>
                                        </p:attrNameLst>
                                      </p:cBhvr>
                                      <p:to>
                                        <p:strVal val="visible"/>
                                      </p:to>
                                    </p:set>
                                    <p:anim calcmode="lin" valueType="num">
                                      <p:cBhvr additive="base">
                                        <p:cTn id="26" dur="1000" fill="hold"/>
                                        <p:tgtEl>
                                          <p:spTgt spid="30">
                                            <p:txEl>
                                              <p:pRg st="0" end="0"/>
                                            </p:txEl>
                                          </p:spTgt>
                                        </p:tgtEl>
                                        <p:attrNameLst>
                                          <p:attrName>ppt_x</p:attrName>
                                        </p:attrNameLst>
                                      </p:cBhvr>
                                      <p:tavLst>
                                        <p:tav tm="0">
                                          <p:val>
                                            <p:strVal val="0-#ppt_w/2"/>
                                          </p:val>
                                        </p:tav>
                                        <p:tav tm="100000">
                                          <p:val>
                                            <p:strVal val="#ppt_x"/>
                                          </p:val>
                                        </p:tav>
                                      </p:tavLst>
                                    </p:anim>
                                    <p:anim calcmode="lin" valueType="num">
                                      <p:cBhvr additive="base">
                                        <p:cTn id="27" dur="1000" fill="hold"/>
                                        <p:tgtEl>
                                          <p:spTgt spid="30">
                                            <p:txEl>
                                              <p:pRg st="0" end="0"/>
                                            </p:txEl>
                                          </p:spTgt>
                                        </p:tgtEl>
                                        <p:attrNameLst>
                                          <p:attrName>ppt_y</p:attrName>
                                        </p:attrNameLst>
                                      </p:cBhvr>
                                      <p:tavLst>
                                        <p:tav tm="0">
                                          <p:val>
                                            <p:strVal val="#ppt_y"/>
                                          </p:val>
                                        </p:tav>
                                        <p:tav tm="100000">
                                          <p:val>
                                            <p:strVal val="#ppt_y"/>
                                          </p:val>
                                        </p:tav>
                                      </p:tavLst>
                                    </p:anim>
                                  </p:childTnLst>
                                </p:cTn>
                              </p:par>
                              <p:par>
                                <p:cTn id="28" presetID="10" presetClass="entr" presetSubtype="0" fill="hold" grpId="2" nodeType="withEffect">
                                  <p:stCondLst>
                                    <p:cond delay="500"/>
                                  </p:stCondLst>
                                  <p:childTnLst>
                                    <p:set>
                                      <p:cBhvr>
                                        <p:cTn id="29" dur="1" fill="hold">
                                          <p:stCondLst>
                                            <p:cond delay="0"/>
                                          </p:stCondLst>
                                        </p:cTn>
                                        <p:tgtEl>
                                          <p:spTgt spid="30">
                                            <p:txEl>
                                              <p:pRg st="0" end="0"/>
                                            </p:txEl>
                                          </p:spTgt>
                                        </p:tgtEl>
                                        <p:attrNameLst>
                                          <p:attrName>style.visibility</p:attrName>
                                        </p:attrNameLst>
                                      </p:cBhvr>
                                      <p:to>
                                        <p:strVal val="visible"/>
                                      </p:to>
                                    </p:set>
                                    <p:animEffect transition="in" filter="fade">
                                      <p:cBhvr>
                                        <p:cTn id="30" dur="500"/>
                                        <p:tgtEl>
                                          <p:spTgt spid="30">
                                            <p:txEl>
                                              <p:pRg st="0" end="0"/>
                                            </p:txEl>
                                          </p:spTgt>
                                        </p:tgtEl>
                                      </p:cBhvr>
                                    </p:animEffect>
                                  </p:childTnLst>
                                </p:cTn>
                              </p:par>
                              <p:par>
                                <p:cTn id="31" presetID="1" presetClass="exit" presetSubtype="0" fill="hold" grpId="1" nodeType="withEffect">
                                  <p:stCondLst>
                                    <p:cond delay="0"/>
                                  </p:stCondLst>
                                  <p:childTnLst>
                                    <p:set>
                                      <p:cBhvr>
                                        <p:cTn id="32" dur="1" fill="hold">
                                          <p:stCondLst>
                                            <p:cond delay="0"/>
                                          </p:stCondLst>
                                        </p:cTn>
                                        <p:tgtEl>
                                          <p:spTgt spid="30">
                                            <p:txEl>
                                              <p:pRg st="0" end="0"/>
                                            </p:txEl>
                                          </p:spTgt>
                                        </p:tgtEl>
                                        <p:attrNameLst>
                                          <p:attrName>style.visibility</p:attrName>
                                        </p:attrNameLst>
                                      </p:cBhvr>
                                      <p:to>
                                        <p:strVal val="hidden"/>
                                      </p:to>
                                    </p:set>
                                  </p:childTnLst>
                                </p:cTn>
                              </p:par>
                            </p:childTnLst>
                          </p:cTn>
                        </p:par>
                        <p:par>
                          <p:cTn id="33" fill="hold">
                            <p:stCondLst>
                              <p:cond delay="2500"/>
                            </p:stCondLst>
                            <p:childTnLst>
                              <p:par>
                                <p:cTn id="34" presetID="10" presetClass="entr" presetSubtype="0" fill="hold" grpId="0" nodeType="afterEffect">
                                  <p:stCondLst>
                                    <p:cond delay="0"/>
                                  </p:stCondLst>
                                  <p:childTnLst>
                                    <p:set>
                                      <p:cBhvr>
                                        <p:cTn id="35" dur="1" fill="hold">
                                          <p:stCondLst>
                                            <p:cond delay="0"/>
                                          </p:stCondLst>
                                        </p:cTn>
                                        <p:tgtEl>
                                          <p:spTgt spid="57"/>
                                        </p:tgtEl>
                                        <p:attrNameLst>
                                          <p:attrName>style.visibility</p:attrName>
                                        </p:attrNameLst>
                                      </p:cBhvr>
                                      <p:to>
                                        <p:strVal val="visible"/>
                                      </p:to>
                                    </p:set>
                                    <p:animEffect transition="in" filter="fade">
                                      <p:cBhvr>
                                        <p:cTn id="36" dur="500"/>
                                        <p:tgtEl>
                                          <p:spTgt spid="57"/>
                                        </p:tgtEl>
                                      </p:cBhvr>
                                    </p:animEffect>
                                  </p:childTnLst>
                                </p:cTn>
                              </p:par>
                            </p:childTnLst>
                          </p:cTn>
                        </p:par>
                        <p:par>
                          <p:cTn id="37" fill="hold">
                            <p:stCondLst>
                              <p:cond delay="3000"/>
                            </p:stCondLst>
                            <p:childTnLst>
                              <p:par>
                                <p:cTn id="38" presetID="22" presetClass="entr" presetSubtype="1"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wipe(up)">
                                      <p:cBhvr>
                                        <p:cTn id="40" dur="500"/>
                                        <p:tgtEl>
                                          <p:spTgt spid="15"/>
                                        </p:tgtEl>
                                      </p:cBhvr>
                                    </p:animEffect>
                                  </p:childTnLst>
                                </p:cTn>
                              </p:par>
                              <p:par>
                                <p:cTn id="41" presetID="22" presetClass="entr" presetSubtype="8" fill="hold" grpId="0" nodeType="withEffect">
                                  <p:stCondLst>
                                    <p:cond delay="250"/>
                                  </p:stCondLst>
                                  <p:childTnLst>
                                    <p:set>
                                      <p:cBhvr>
                                        <p:cTn id="42" dur="1" fill="hold">
                                          <p:stCondLst>
                                            <p:cond delay="0"/>
                                          </p:stCondLst>
                                        </p:cTn>
                                        <p:tgtEl>
                                          <p:spTgt spid="18"/>
                                        </p:tgtEl>
                                        <p:attrNameLst>
                                          <p:attrName>style.visibility</p:attrName>
                                        </p:attrNameLst>
                                      </p:cBhvr>
                                      <p:to>
                                        <p:strVal val="visible"/>
                                      </p:to>
                                    </p:set>
                                    <p:animEffect transition="in" filter="wipe(left)">
                                      <p:cBhvr>
                                        <p:cTn id="43" dur="500"/>
                                        <p:tgtEl>
                                          <p:spTgt spid="18"/>
                                        </p:tgtEl>
                                      </p:cBhvr>
                                    </p:animEffect>
                                  </p:childTnLst>
                                </p:cTn>
                              </p:par>
                            </p:childTnLst>
                          </p:cTn>
                        </p:par>
                        <p:par>
                          <p:cTn id="44" fill="hold">
                            <p:stCondLst>
                              <p:cond delay="3750"/>
                            </p:stCondLst>
                            <p:childTnLst>
                              <p:par>
                                <p:cTn id="45" presetID="22" presetClass="entr" presetSubtype="8" fill="hold"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ipe(left)">
                                      <p:cBhvr>
                                        <p:cTn id="47" dur="500"/>
                                        <p:tgtEl>
                                          <p:spTgt spid="33"/>
                                        </p:tgtEl>
                                      </p:cBhvr>
                                    </p:animEffect>
                                  </p:childTnLst>
                                </p:cTn>
                              </p:par>
                              <p:par>
                                <p:cTn id="48" presetID="22" presetClass="entr" presetSubtype="2" fill="hold"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wipe(right)">
                                      <p:cBhvr>
                                        <p:cTn id="50" dur="500"/>
                                        <p:tgtEl>
                                          <p:spTgt spid="35"/>
                                        </p:tgtEl>
                                      </p:cBhvr>
                                    </p:animEffect>
                                  </p:childTnLst>
                                </p:cTn>
                              </p:par>
                              <p:par>
                                <p:cTn id="51" presetID="2" presetClass="entr" presetSubtype="8" decel="100000" fill="hold" grpId="0" nodeType="withEffect">
                                  <p:stCondLst>
                                    <p:cond delay="0"/>
                                  </p:stCondLst>
                                  <p:childTnLst>
                                    <p:set>
                                      <p:cBhvr>
                                        <p:cTn id="52" dur="1" fill="hold">
                                          <p:stCondLst>
                                            <p:cond delay="0"/>
                                          </p:stCondLst>
                                        </p:cTn>
                                        <p:tgtEl>
                                          <p:spTgt spid="36">
                                            <p:txEl>
                                              <p:pRg st="0" end="0"/>
                                            </p:txEl>
                                          </p:spTgt>
                                        </p:tgtEl>
                                        <p:attrNameLst>
                                          <p:attrName>style.visibility</p:attrName>
                                        </p:attrNameLst>
                                      </p:cBhvr>
                                      <p:to>
                                        <p:strVal val="visible"/>
                                      </p:to>
                                    </p:set>
                                    <p:anim calcmode="lin" valueType="num">
                                      <p:cBhvr additive="base">
                                        <p:cTn id="53" dur="1000" fill="hold"/>
                                        <p:tgtEl>
                                          <p:spTgt spid="36">
                                            <p:txEl>
                                              <p:pRg st="0" end="0"/>
                                            </p:txEl>
                                          </p:spTgt>
                                        </p:tgtEl>
                                        <p:attrNameLst>
                                          <p:attrName>ppt_x</p:attrName>
                                        </p:attrNameLst>
                                      </p:cBhvr>
                                      <p:tavLst>
                                        <p:tav tm="0">
                                          <p:val>
                                            <p:strVal val="0-#ppt_w/2"/>
                                          </p:val>
                                        </p:tav>
                                        <p:tav tm="100000">
                                          <p:val>
                                            <p:strVal val="#ppt_x"/>
                                          </p:val>
                                        </p:tav>
                                      </p:tavLst>
                                    </p:anim>
                                    <p:anim calcmode="lin" valueType="num">
                                      <p:cBhvr additive="base">
                                        <p:cTn id="54" dur="1000" fill="hold"/>
                                        <p:tgtEl>
                                          <p:spTgt spid="36">
                                            <p:txEl>
                                              <p:pRg st="0" end="0"/>
                                            </p:txEl>
                                          </p:spTgt>
                                        </p:tgtEl>
                                        <p:attrNameLst>
                                          <p:attrName>ppt_y</p:attrName>
                                        </p:attrNameLst>
                                      </p:cBhvr>
                                      <p:tavLst>
                                        <p:tav tm="0">
                                          <p:val>
                                            <p:strVal val="#ppt_y"/>
                                          </p:val>
                                        </p:tav>
                                        <p:tav tm="100000">
                                          <p:val>
                                            <p:strVal val="#ppt_y"/>
                                          </p:val>
                                        </p:tav>
                                      </p:tavLst>
                                    </p:anim>
                                  </p:childTnLst>
                                </p:cTn>
                              </p:par>
                              <p:par>
                                <p:cTn id="55" presetID="10" presetClass="entr" presetSubtype="0" fill="hold" grpId="2" nodeType="withEffect">
                                  <p:stCondLst>
                                    <p:cond delay="500"/>
                                  </p:stCondLst>
                                  <p:childTnLst>
                                    <p:set>
                                      <p:cBhvr>
                                        <p:cTn id="56" dur="1" fill="hold">
                                          <p:stCondLst>
                                            <p:cond delay="0"/>
                                          </p:stCondLst>
                                        </p:cTn>
                                        <p:tgtEl>
                                          <p:spTgt spid="36">
                                            <p:txEl>
                                              <p:pRg st="0" end="0"/>
                                            </p:txEl>
                                          </p:spTgt>
                                        </p:tgtEl>
                                        <p:attrNameLst>
                                          <p:attrName>style.visibility</p:attrName>
                                        </p:attrNameLst>
                                      </p:cBhvr>
                                      <p:to>
                                        <p:strVal val="visible"/>
                                      </p:to>
                                    </p:set>
                                    <p:animEffect transition="in" filter="fade">
                                      <p:cBhvr>
                                        <p:cTn id="57" dur="500"/>
                                        <p:tgtEl>
                                          <p:spTgt spid="36">
                                            <p:txEl>
                                              <p:pRg st="0" end="0"/>
                                            </p:txEl>
                                          </p:spTgt>
                                        </p:tgtEl>
                                      </p:cBhvr>
                                    </p:animEffect>
                                  </p:childTnLst>
                                </p:cTn>
                              </p:par>
                              <p:par>
                                <p:cTn id="58" presetID="1" presetClass="exit" presetSubtype="0" fill="hold" grpId="1" nodeType="withEffect">
                                  <p:stCondLst>
                                    <p:cond delay="0"/>
                                  </p:stCondLst>
                                  <p:childTnLst>
                                    <p:set>
                                      <p:cBhvr>
                                        <p:cTn id="59" dur="1" fill="hold">
                                          <p:stCondLst>
                                            <p:cond delay="0"/>
                                          </p:stCondLst>
                                        </p:cTn>
                                        <p:tgtEl>
                                          <p:spTgt spid="36">
                                            <p:txEl>
                                              <p:pRg st="0" end="0"/>
                                            </p:txEl>
                                          </p:spTgt>
                                        </p:tgtEl>
                                        <p:attrNameLst>
                                          <p:attrName>style.visibility</p:attrName>
                                        </p:attrNameLst>
                                      </p:cBhvr>
                                      <p:to>
                                        <p:strVal val="hidden"/>
                                      </p:to>
                                    </p:set>
                                  </p:childTnLst>
                                </p:cTn>
                              </p:par>
                            </p:childTnLst>
                          </p:cTn>
                        </p:par>
                        <p:par>
                          <p:cTn id="60" fill="hold">
                            <p:stCondLst>
                              <p:cond delay="4750"/>
                            </p:stCondLst>
                            <p:childTnLst>
                              <p:par>
                                <p:cTn id="61" presetID="10" presetClass="entr" presetSubtype="0" fill="hold" grpId="0" nodeType="afterEffect">
                                  <p:stCondLst>
                                    <p:cond delay="0"/>
                                  </p:stCondLst>
                                  <p:childTnLst>
                                    <p:set>
                                      <p:cBhvr>
                                        <p:cTn id="62" dur="1" fill="hold">
                                          <p:stCondLst>
                                            <p:cond delay="0"/>
                                          </p:stCondLst>
                                        </p:cTn>
                                        <p:tgtEl>
                                          <p:spTgt spid="58"/>
                                        </p:tgtEl>
                                        <p:attrNameLst>
                                          <p:attrName>style.visibility</p:attrName>
                                        </p:attrNameLst>
                                      </p:cBhvr>
                                      <p:to>
                                        <p:strVal val="visible"/>
                                      </p:to>
                                    </p:set>
                                    <p:animEffect transition="in" filter="fade">
                                      <p:cBhvr>
                                        <p:cTn id="63" dur="500"/>
                                        <p:tgtEl>
                                          <p:spTgt spid="58"/>
                                        </p:tgtEl>
                                      </p:cBhvr>
                                    </p:animEffect>
                                  </p:childTnLst>
                                </p:cTn>
                              </p:par>
                            </p:childTnLst>
                          </p:cTn>
                        </p:par>
                        <p:par>
                          <p:cTn id="64" fill="hold">
                            <p:stCondLst>
                              <p:cond delay="5250"/>
                            </p:stCondLst>
                            <p:childTnLst>
                              <p:par>
                                <p:cTn id="65" presetID="22" presetClass="entr" presetSubtype="4" fill="hold" grpId="0" nodeType="after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down)">
                                      <p:cBhvr>
                                        <p:cTn id="67" dur="500"/>
                                        <p:tgtEl>
                                          <p:spTgt spid="20"/>
                                        </p:tgtEl>
                                      </p:cBhvr>
                                    </p:animEffect>
                                  </p:childTnLst>
                                </p:cTn>
                              </p:par>
                              <p:par>
                                <p:cTn id="68" presetID="22" presetClass="entr" presetSubtype="8" fill="hold" grpId="0" nodeType="withEffect">
                                  <p:stCondLst>
                                    <p:cond delay="250"/>
                                  </p:stCondLst>
                                  <p:childTnLst>
                                    <p:set>
                                      <p:cBhvr>
                                        <p:cTn id="69" dur="1" fill="hold">
                                          <p:stCondLst>
                                            <p:cond delay="0"/>
                                          </p:stCondLst>
                                        </p:cTn>
                                        <p:tgtEl>
                                          <p:spTgt spid="21"/>
                                        </p:tgtEl>
                                        <p:attrNameLst>
                                          <p:attrName>style.visibility</p:attrName>
                                        </p:attrNameLst>
                                      </p:cBhvr>
                                      <p:to>
                                        <p:strVal val="visible"/>
                                      </p:to>
                                    </p:set>
                                    <p:animEffect transition="in" filter="wipe(left)">
                                      <p:cBhvr>
                                        <p:cTn id="70" dur="500"/>
                                        <p:tgtEl>
                                          <p:spTgt spid="21"/>
                                        </p:tgtEl>
                                      </p:cBhvr>
                                    </p:animEffect>
                                  </p:childTnLst>
                                </p:cTn>
                              </p:par>
                            </p:childTnLst>
                          </p:cTn>
                        </p:par>
                        <p:par>
                          <p:cTn id="71" fill="hold">
                            <p:stCondLst>
                              <p:cond delay="6000"/>
                            </p:stCondLst>
                            <p:childTnLst>
                              <p:par>
                                <p:cTn id="72" presetID="22" presetClass="entr" presetSubtype="2" fill="hold" nodeType="after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wipe(right)">
                                      <p:cBhvr>
                                        <p:cTn id="74" dur="500"/>
                                        <p:tgtEl>
                                          <p:spTgt spid="38"/>
                                        </p:tgtEl>
                                      </p:cBhvr>
                                    </p:animEffect>
                                  </p:childTnLst>
                                </p:cTn>
                              </p:par>
                              <p:par>
                                <p:cTn id="75" presetID="22" presetClass="entr" presetSubtype="8" fill="hold"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ipe(left)">
                                      <p:cBhvr>
                                        <p:cTn id="77" dur="500"/>
                                        <p:tgtEl>
                                          <p:spTgt spid="37"/>
                                        </p:tgtEl>
                                      </p:cBhvr>
                                    </p:animEffect>
                                  </p:childTnLst>
                                </p:cTn>
                              </p:par>
                              <p:par>
                                <p:cTn id="78" presetID="2" presetClass="entr" presetSubtype="8" decel="100000" fill="hold" grpId="0" nodeType="withEffect">
                                  <p:stCondLst>
                                    <p:cond delay="0"/>
                                  </p:stCondLst>
                                  <p:childTnLst>
                                    <p:set>
                                      <p:cBhvr>
                                        <p:cTn id="79" dur="1" fill="hold">
                                          <p:stCondLst>
                                            <p:cond delay="0"/>
                                          </p:stCondLst>
                                        </p:cTn>
                                        <p:tgtEl>
                                          <p:spTgt spid="42">
                                            <p:txEl>
                                              <p:pRg st="0" end="0"/>
                                            </p:txEl>
                                          </p:spTgt>
                                        </p:tgtEl>
                                        <p:attrNameLst>
                                          <p:attrName>style.visibility</p:attrName>
                                        </p:attrNameLst>
                                      </p:cBhvr>
                                      <p:to>
                                        <p:strVal val="visible"/>
                                      </p:to>
                                    </p:set>
                                    <p:anim calcmode="lin" valueType="num">
                                      <p:cBhvr additive="base">
                                        <p:cTn id="80" dur="1000" fill="hold"/>
                                        <p:tgtEl>
                                          <p:spTgt spid="42">
                                            <p:txEl>
                                              <p:pRg st="0" end="0"/>
                                            </p:txEl>
                                          </p:spTgt>
                                        </p:tgtEl>
                                        <p:attrNameLst>
                                          <p:attrName>ppt_x</p:attrName>
                                        </p:attrNameLst>
                                      </p:cBhvr>
                                      <p:tavLst>
                                        <p:tav tm="0">
                                          <p:val>
                                            <p:strVal val="0-#ppt_w/2"/>
                                          </p:val>
                                        </p:tav>
                                        <p:tav tm="100000">
                                          <p:val>
                                            <p:strVal val="#ppt_x"/>
                                          </p:val>
                                        </p:tav>
                                      </p:tavLst>
                                    </p:anim>
                                    <p:anim calcmode="lin" valueType="num">
                                      <p:cBhvr additive="base">
                                        <p:cTn id="81" dur="1000" fill="hold"/>
                                        <p:tgtEl>
                                          <p:spTgt spid="42">
                                            <p:txEl>
                                              <p:pRg st="0" end="0"/>
                                            </p:txEl>
                                          </p:spTgt>
                                        </p:tgtEl>
                                        <p:attrNameLst>
                                          <p:attrName>ppt_y</p:attrName>
                                        </p:attrNameLst>
                                      </p:cBhvr>
                                      <p:tavLst>
                                        <p:tav tm="0">
                                          <p:val>
                                            <p:strVal val="#ppt_y"/>
                                          </p:val>
                                        </p:tav>
                                        <p:tav tm="100000">
                                          <p:val>
                                            <p:strVal val="#ppt_y"/>
                                          </p:val>
                                        </p:tav>
                                      </p:tavLst>
                                    </p:anim>
                                  </p:childTnLst>
                                </p:cTn>
                              </p:par>
                              <p:par>
                                <p:cTn id="82" presetID="10" presetClass="entr" presetSubtype="0" fill="hold" grpId="2" nodeType="withEffect">
                                  <p:stCondLst>
                                    <p:cond delay="500"/>
                                  </p:stCondLst>
                                  <p:childTnLst>
                                    <p:set>
                                      <p:cBhvr>
                                        <p:cTn id="83" dur="1" fill="hold">
                                          <p:stCondLst>
                                            <p:cond delay="0"/>
                                          </p:stCondLst>
                                        </p:cTn>
                                        <p:tgtEl>
                                          <p:spTgt spid="42">
                                            <p:txEl>
                                              <p:pRg st="0" end="0"/>
                                            </p:txEl>
                                          </p:spTgt>
                                        </p:tgtEl>
                                        <p:attrNameLst>
                                          <p:attrName>style.visibility</p:attrName>
                                        </p:attrNameLst>
                                      </p:cBhvr>
                                      <p:to>
                                        <p:strVal val="visible"/>
                                      </p:to>
                                    </p:set>
                                    <p:animEffect transition="in" filter="fade">
                                      <p:cBhvr>
                                        <p:cTn id="84" dur="500"/>
                                        <p:tgtEl>
                                          <p:spTgt spid="42">
                                            <p:txEl>
                                              <p:pRg st="0" end="0"/>
                                            </p:txEl>
                                          </p:spTgt>
                                        </p:tgtEl>
                                      </p:cBhvr>
                                    </p:animEffect>
                                  </p:childTnLst>
                                </p:cTn>
                              </p:par>
                              <p:par>
                                <p:cTn id="85" presetID="1" presetClass="exit" presetSubtype="0" fill="hold" grpId="1" nodeType="withEffect">
                                  <p:stCondLst>
                                    <p:cond delay="0"/>
                                  </p:stCondLst>
                                  <p:childTnLst>
                                    <p:set>
                                      <p:cBhvr>
                                        <p:cTn id="86" dur="1" fill="hold">
                                          <p:stCondLst>
                                            <p:cond delay="0"/>
                                          </p:stCondLst>
                                        </p:cTn>
                                        <p:tgtEl>
                                          <p:spTgt spid="42">
                                            <p:txEl>
                                              <p:pRg st="0" end="0"/>
                                            </p:txEl>
                                          </p:spTgt>
                                        </p:tgtEl>
                                        <p:attrNameLst>
                                          <p:attrName>style.visibility</p:attrName>
                                        </p:attrNameLst>
                                      </p:cBhvr>
                                      <p:to>
                                        <p:strVal val="hidden"/>
                                      </p:to>
                                    </p:set>
                                  </p:childTnLst>
                                </p:cTn>
                              </p:par>
                            </p:childTnLst>
                          </p:cTn>
                        </p:par>
                        <p:par>
                          <p:cTn id="87" fill="hold">
                            <p:stCondLst>
                              <p:cond delay="7000"/>
                            </p:stCondLst>
                            <p:childTnLst>
                              <p:par>
                                <p:cTn id="88" presetID="10" presetClass="entr" presetSubtype="0" fill="hold" grpId="0" nodeType="afterEffect">
                                  <p:stCondLst>
                                    <p:cond delay="0"/>
                                  </p:stCondLst>
                                  <p:childTnLst>
                                    <p:set>
                                      <p:cBhvr>
                                        <p:cTn id="89" dur="1" fill="hold">
                                          <p:stCondLst>
                                            <p:cond delay="0"/>
                                          </p:stCondLst>
                                        </p:cTn>
                                        <p:tgtEl>
                                          <p:spTgt spid="59"/>
                                        </p:tgtEl>
                                        <p:attrNameLst>
                                          <p:attrName>style.visibility</p:attrName>
                                        </p:attrNameLst>
                                      </p:cBhvr>
                                      <p:to>
                                        <p:strVal val="visible"/>
                                      </p:to>
                                    </p:set>
                                    <p:animEffect transition="in" filter="fade">
                                      <p:cBhvr>
                                        <p:cTn id="90" dur="500"/>
                                        <p:tgtEl>
                                          <p:spTgt spid="59"/>
                                        </p:tgtEl>
                                      </p:cBhvr>
                                    </p:animEffect>
                                  </p:childTnLst>
                                </p:cTn>
                              </p:par>
                            </p:childTnLst>
                          </p:cTn>
                        </p:par>
                        <p:par>
                          <p:cTn id="91" fill="hold">
                            <p:stCondLst>
                              <p:cond delay="7500"/>
                            </p:stCondLst>
                            <p:childTnLst>
                              <p:par>
                                <p:cTn id="92" presetID="22" presetClass="entr" presetSubtype="1" fill="hold" grpId="0" nodeType="after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wipe(up)">
                                      <p:cBhvr>
                                        <p:cTn id="94" dur="500"/>
                                        <p:tgtEl>
                                          <p:spTgt spid="22"/>
                                        </p:tgtEl>
                                      </p:cBhvr>
                                    </p:animEffect>
                                  </p:childTnLst>
                                </p:cTn>
                              </p:par>
                              <p:par>
                                <p:cTn id="95" presetID="22" presetClass="entr" presetSubtype="8" fill="hold" grpId="0" nodeType="withEffect">
                                  <p:stCondLst>
                                    <p:cond delay="250"/>
                                  </p:stCondLst>
                                  <p:childTnLst>
                                    <p:set>
                                      <p:cBhvr>
                                        <p:cTn id="96" dur="1" fill="hold">
                                          <p:stCondLst>
                                            <p:cond delay="0"/>
                                          </p:stCondLst>
                                        </p:cTn>
                                        <p:tgtEl>
                                          <p:spTgt spid="39"/>
                                        </p:tgtEl>
                                        <p:attrNameLst>
                                          <p:attrName>style.visibility</p:attrName>
                                        </p:attrNameLst>
                                      </p:cBhvr>
                                      <p:to>
                                        <p:strVal val="visible"/>
                                      </p:to>
                                    </p:set>
                                    <p:animEffect transition="in" filter="wipe(left)">
                                      <p:cBhvr>
                                        <p:cTn id="97" dur="500"/>
                                        <p:tgtEl>
                                          <p:spTgt spid="39"/>
                                        </p:tgtEl>
                                      </p:cBhvr>
                                    </p:animEffect>
                                  </p:childTnLst>
                                </p:cTn>
                              </p:par>
                            </p:childTnLst>
                          </p:cTn>
                        </p:par>
                        <p:par>
                          <p:cTn id="98" fill="hold">
                            <p:stCondLst>
                              <p:cond delay="8250"/>
                            </p:stCondLst>
                            <p:childTnLst>
                              <p:par>
                                <p:cTn id="99" presetID="22" presetClass="entr" presetSubtype="8" fill="hold" nodeType="afterEffect">
                                  <p:stCondLst>
                                    <p:cond delay="0"/>
                                  </p:stCondLst>
                                  <p:childTnLst>
                                    <p:set>
                                      <p:cBhvr>
                                        <p:cTn id="100" dur="1" fill="hold">
                                          <p:stCondLst>
                                            <p:cond delay="0"/>
                                          </p:stCondLst>
                                        </p:cTn>
                                        <p:tgtEl>
                                          <p:spTgt spid="40"/>
                                        </p:tgtEl>
                                        <p:attrNameLst>
                                          <p:attrName>style.visibility</p:attrName>
                                        </p:attrNameLst>
                                      </p:cBhvr>
                                      <p:to>
                                        <p:strVal val="visible"/>
                                      </p:to>
                                    </p:set>
                                    <p:animEffect transition="in" filter="wipe(left)">
                                      <p:cBhvr>
                                        <p:cTn id="101" dur="500"/>
                                        <p:tgtEl>
                                          <p:spTgt spid="40"/>
                                        </p:tgtEl>
                                      </p:cBhvr>
                                    </p:animEffect>
                                  </p:childTnLst>
                                </p:cTn>
                              </p:par>
                              <p:par>
                                <p:cTn id="102" presetID="22" presetClass="entr" presetSubtype="2" fill="hold" nodeType="with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wipe(right)">
                                      <p:cBhvr>
                                        <p:cTn id="104" dur="500"/>
                                        <p:tgtEl>
                                          <p:spTgt spid="41"/>
                                        </p:tgtEl>
                                      </p:cBhvr>
                                    </p:animEffect>
                                  </p:childTnLst>
                                </p:cTn>
                              </p:par>
                              <p:par>
                                <p:cTn id="105" presetID="2" presetClass="entr" presetSubtype="8" decel="100000" fill="hold" grpId="0" nodeType="withEffect">
                                  <p:stCondLst>
                                    <p:cond delay="0"/>
                                  </p:stCondLst>
                                  <p:childTnLst>
                                    <p:set>
                                      <p:cBhvr>
                                        <p:cTn id="106" dur="1" fill="hold">
                                          <p:stCondLst>
                                            <p:cond delay="0"/>
                                          </p:stCondLst>
                                        </p:cTn>
                                        <p:tgtEl>
                                          <p:spTgt spid="43">
                                            <p:txEl>
                                              <p:pRg st="0" end="0"/>
                                            </p:txEl>
                                          </p:spTgt>
                                        </p:tgtEl>
                                        <p:attrNameLst>
                                          <p:attrName>style.visibility</p:attrName>
                                        </p:attrNameLst>
                                      </p:cBhvr>
                                      <p:to>
                                        <p:strVal val="visible"/>
                                      </p:to>
                                    </p:set>
                                    <p:anim calcmode="lin" valueType="num">
                                      <p:cBhvr additive="base">
                                        <p:cTn id="107" dur="1000" fill="hold"/>
                                        <p:tgtEl>
                                          <p:spTgt spid="43">
                                            <p:txEl>
                                              <p:pRg st="0" end="0"/>
                                            </p:txEl>
                                          </p:spTgt>
                                        </p:tgtEl>
                                        <p:attrNameLst>
                                          <p:attrName>ppt_x</p:attrName>
                                        </p:attrNameLst>
                                      </p:cBhvr>
                                      <p:tavLst>
                                        <p:tav tm="0">
                                          <p:val>
                                            <p:strVal val="0-#ppt_w/2"/>
                                          </p:val>
                                        </p:tav>
                                        <p:tav tm="100000">
                                          <p:val>
                                            <p:strVal val="#ppt_x"/>
                                          </p:val>
                                        </p:tav>
                                      </p:tavLst>
                                    </p:anim>
                                    <p:anim calcmode="lin" valueType="num">
                                      <p:cBhvr additive="base">
                                        <p:cTn id="108" dur="1000" fill="hold"/>
                                        <p:tgtEl>
                                          <p:spTgt spid="43">
                                            <p:txEl>
                                              <p:pRg st="0" end="0"/>
                                            </p:txEl>
                                          </p:spTgt>
                                        </p:tgtEl>
                                        <p:attrNameLst>
                                          <p:attrName>ppt_y</p:attrName>
                                        </p:attrNameLst>
                                      </p:cBhvr>
                                      <p:tavLst>
                                        <p:tav tm="0">
                                          <p:val>
                                            <p:strVal val="#ppt_y"/>
                                          </p:val>
                                        </p:tav>
                                        <p:tav tm="100000">
                                          <p:val>
                                            <p:strVal val="#ppt_y"/>
                                          </p:val>
                                        </p:tav>
                                      </p:tavLst>
                                    </p:anim>
                                  </p:childTnLst>
                                </p:cTn>
                              </p:par>
                              <p:par>
                                <p:cTn id="109" presetID="10" presetClass="entr" presetSubtype="0" fill="hold" grpId="2" nodeType="withEffect">
                                  <p:stCondLst>
                                    <p:cond delay="500"/>
                                  </p:stCondLst>
                                  <p:childTnLst>
                                    <p:set>
                                      <p:cBhvr>
                                        <p:cTn id="110" dur="1" fill="hold">
                                          <p:stCondLst>
                                            <p:cond delay="0"/>
                                          </p:stCondLst>
                                        </p:cTn>
                                        <p:tgtEl>
                                          <p:spTgt spid="43">
                                            <p:txEl>
                                              <p:pRg st="0" end="0"/>
                                            </p:txEl>
                                          </p:spTgt>
                                        </p:tgtEl>
                                        <p:attrNameLst>
                                          <p:attrName>style.visibility</p:attrName>
                                        </p:attrNameLst>
                                      </p:cBhvr>
                                      <p:to>
                                        <p:strVal val="visible"/>
                                      </p:to>
                                    </p:set>
                                    <p:animEffect transition="in" filter="fade">
                                      <p:cBhvr>
                                        <p:cTn id="111" dur="500"/>
                                        <p:tgtEl>
                                          <p:spTgt spid="43">
                                            <p:txEl>
                                              <p:pRg st="0" end="0"/>
                                            </p:txEl>
                                          </p:spTgt>
                                        </p:tgtEl>
                                      </p:cBhvr>
                                    </p:animEffect>
                                  </p:childTnLst>
                                </p:cTn>
                              </p:par>
                              <p:par>
                                <p:cTn id="112" presetID="1" presetClass="exit" presetSubtype="0" fill="hold" grpId="1" nodeType="withEffect">
                                  <p:stCondLst>
                                    <p:cond delay="0"/>
                                  </p:stCondLst>
                                  <p:childTnLst>
                                    <p:set>
                                      <p:cBhvr>
                                        <p:cTn id="113" dur="1" fill="hold">
                                          <p:stCondLst>
                                            <p:cond delay="0"/>
                                          </p:stCondLst>
                                        </p:cTn>
                                        <p:tgtEl>
                                          <p:spTgt spid="43">
                                            <p:txEl>
                                              <p:pRg st="0" end="0"/>
                                            </p:txEl>
                                          </p:spTgt>
                                        </p:tgtEl>
                                        <p:attrNameLst>
                                          <p:attrName>style.visibility</p:attrName>
                                        </p:attrNameLst>
                                      </p:cBhvr>
                                      <p:to>
                                        <p:strVal val="hidden"/>
                                      </p:to>
                                    </p:set>
                                  </p:childTnLst>
                                </p:cTn>
                              </p:par>
                            </p:childTnLst>
                          </p:cTn>
                        </p:par>
                        <p:par>
                          <p:cTn id="114" fill="hold">
                            <p:stCondLst>
                              <p:cond delay="9250"/>
                            </p:stCondLst>
                            <p:childTnLst>
                              <p:par>
                                <p:cTn id="115" presetID="10" presetClass="entr" presetSubtype="0" fill="hold" grpId="0" nodeType="afterEffect">
                                  <p:stCondLst>
                                    <p:cond delay="0"/>
                                  </p:stCondLst>
                                  <p:childTnLst>
                                    <p:set>
                                      <p:cBhvr>
                                        <p:cTn id="116" dur="1" fill="hold">
                                          <p:stCondLst>
                                            <p:cond delay="0"/>
                                          </p:stCondLst>
                                        </p:cTn>
                                        <p:tgtEl>
                                          <p:spTgt spid="60"/>
                                        </p:tgtEl>
                                        <p:attrNameLst>
                                          <p:attrName>style.visibility</p:attrName>
                                        </p:attrNameLst>
                                      </p:cBhvr>
                                      <p:to>
                                        <p:strVal val="visible"/>
                                      </p:to>
                                    </p:set>
                                    <p:animEffect transition="in" filter="fade">
                                      <p:cBhvr>
                                        <p:cTn id="11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15" grpId="0" animBg="1"/>
      <p:bldP spid="18" grpId="0" animBg="1"/>
      <p:bldP spid="20" grpId="0" animBg="1"/>
      <p:bldP spid="21" grpId="0" animBg="1"/>
      <p:bldP spid="22" grpId="0" animBg="1"/>
      <p:bldP spid="57" grpId="0">
        <p:tmplLst>
          <p:tmpl>
            <p:tnLst>
              <p:par>
                <p:cTn presetID="10" presetClass="entr" presetSubtype="0" fill="hold" nodeType="afterEffect">
                  <p:stCondLst>
                    <p:cond delay="0"/>
                  </p:stCondLst>
                  <p:childTnLst>
                    <p:set>
                      <p:cBhvr>
                        <p:cTn dur="1" fill="hold">
                          <p:stCondLst>
                            <p:cond delay="0"/>
                          </p:stCondLst>
                        </p:cTn>
                        <p:tgtEl>
                          <p:spTgt spid="57"/>
                        </p:tgtEl>
                        <p:attrNameLst>
                          <p:attrName>style.visibility</p:attrName>
                        </p:attrNameLst>
                      </p:cBhvr>
                      <p:to>
                        <p:strVal val="visible"/>
                      </p:to>
                    </p:set>
                    <p:animEffect transition="in" filter="fade">
                      <p:cBhvr>
                        <p:cTn dur="500"/>
                        <p:tgtEl>
                          <p:spTgt spid="57"/>
                        </p:tgtEl>
                      </p:cBhvr>
                    </p:animEffect>
                  </p:childTnLst>
                </p:cTn>
              </p:par>
            </p:tnLst>
          </p:tmpl>
        </p:tmplLst>
      </p:bldP>
      <p:bldP spid="58" grpId="0">
        <p:tmplLst>
          <p:tmpl>
            <p:tnLst>
              <p:par>
                <p:cTn presetID="10" presetClass="entr" presetSubtype="0" fill="hold" nodeType="afterEffect">
                  <p:stCondLst>
                    <p:cond delay="0"/>
                  </p:stCondLst>
                  <p:childTnLst>
                    <p:set>
                      <p:cBhvr>
                        <p:cTn dur="1" fill="hold">
                          <p:stCondLst>
                            <p:cond delay="0"/>
                          </p:stCondLst>
                        </p:cTn>
                        <p:tgtEl>
                          <p:spTgt spid="58"/>
                        </p:tgtEl>
                        <p:attrNameLst>
                          <p:attrName>style.visibility</p:attrName>
                        </p:attrNameLst>
                      </p:cBhvr>
                      <p:to>
                        <p:strVal val="visible"/>
                      </p:to>
                    </p:set>
                    <p:animEffect transition="in" filter="fade">
                      <p:cBhvr>
                        <p:cTn dur="500"/>
                        <p:tgtEl>
                          <p:spTgt spid="58"/>
                        </p:tgtEl>
                      </p:cBhvr>
                    </p:animEffect>
                  </p:childTnLst>
                </p:cTn>
              </p:par>
            </p:tnLst>
          </p:tmpl>
        </p:tmplLst>
      </p:bldP>
      <p:bldP spid="59" grpId="0">
        <p:tmplLst>
          <p:tmpl>
            <p:tnLst>
              <p:par>
                <p:cTn presetID="10" presetClass="entr" presetSubtype="0" fill="hold" nodeType="afterEffect">
                  <p:stCondLst>
                    <p:cond delay="0"/>
                  </p:stCondLst>
                  <p:childTnLst>
                    <p:set>
                      <p:cBhvr>
                        <p:cTn dur="1" fill="hold">
                          <p:stCondLst>
                            <p:cond delay="0"/>
                          </p:stCondLst>
                        </p:cTn>
                        <p:tgtEl>
                          <p:spTgt spid="59"/>
                        </p:tgtEl>
                        <p:attrNameLst>
                          <p:attrName>style.visibility</p:attrName>
                        </p:attrNameLst>
                      </p:cBhvr>
                      <p:to>
                        <p:strVal val="visible"/>
                      </p:to>
                    </p:set>
                    <p:animEffect transition="in" filter="fade">
                      <p:cBhvr>
                        <p:cTn dur="500"/>
                        <p:tgtEl>
                          <p:spTgt spid="59"/>
                        </p:tgtEl>
                      </p:cBhvr>
                    </p:animEffect>
                  </p:childTnLst>
                </p:cTn>
              </p:par>
            </p:tnLst>
          </p:tmpl>
        </p:tmplLst>
      </p:bldP>
      <p:bldP spid="60" grpId="0">
        <p:tmplLst>
          <p:tmpl>
            <p:tnLst>
              <p:par>
                <p:cTn presetID="10" presetClass="entr" presetSubtype="0" fill="hold" nodeType="afterEffect">
                  <p:stCondLst>
                    <p:cond delay="0"/>
                  </p:stCondLst>
                  <p:childTnLst>
                    <p:set>
                      <p:cBhvr>
                        <p:cTn dur="1" fill="hold">
                          <p:stCondLst>
                            <p:cond delay="0"/>
                          </p:stCondLst>
                        </p:cTn>
                        <p:tgtEl>
                          <p:spTgt spid="60"/>
                        </p:tgtEl>
                        <p:attrNameLst>
                          <p:attrName>style.visibility</p:attrName>
                        </p:attrNameLst>
                      </p:cBhvr>
                      <p:to>
                        <p:strVal val="visible"/>
                      </p:to>
                    </p:set>
                    <p:animEffect transition="in" filter="fade">
                      <p:cBhvr>
                        <p:cTn dur="500"/>
                        <p:tgtEl>
                          <p:spTgt spid="60"/>
                        </p:tgtEl>
                      </p:cBhvr>
                    </p:animEffect>
                  </p:childTnLst>
                </p:cTn>
              </p:par>
            </p:tnLst>
          </p:tmpl>
        </p:tmplLst>
      </p:bldP>
      <p:bldP spid="39" grpId="0" animBg="1"/>
      <p:bldP spid="30" grpId="0" build="p">
        <p:tmplLst>
          <p:tmpl lvl="1">
            <p:tnLst>
              <p:par>
                <p:cTn presetID="2" presetClass="entr" presetSubtype="8" decel="100000" fill="hold" nodeType="withEffect">
                  <p:stCondLst>
                    <p:cond delay="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1000" fill="hold"/>
                        <p:tgtEl>
                          <p:spTgt spid="30"/>
                        </p:tgtEl>
                        <p:attrNameLst>
                          <p:attrName>ppt_x</p:attrName>
                        </p:attrNameLst>
                      </p:cBhvr>
                      <p:tavLst>
                        <p:tav tm="0">
                          <p:val>
                            <p:strVal val="0-#ppt_w/2"/>
                          </p:val>
                        </p:tav>
                        <p:tav tm="100000">
                          <p:val>
                            <p:strVal val="#ppt_x"/>
                          </p:val>
                        </p:tav>
                      </p:tavLst>
                    </p:anim>
                    <p:anim calcmode="lin" valueType="num">
                      <p:cBhvr additive="base">
                        <p:cTn dur="1000" fill="hold"/>
                        <p:tgtEl>
                          <p:spTgt spid="30"/>
                        </p:tgtEl>
                        <p:attrNameLst>
                          <p:attrName>ppt_y</p:attrName>
                        </p:attrNameLst>
                      </p:cBhvr>
                      <p:tavLst>
                        <p:tav tm="0">
                          <p:val>
                            <p:strVal val="#ppt_y"/>
                          </p:val>
                        </p:tav>
                        <p:tav tm="100000">
                          <p:val>
                            <p:strVal val="#ppt_y"/>
                          </p:val>
                        </p:tav>
                      </p:tavLst>
                    </p:anim>
                  </p:childTnLst>
                </p:cTn>
              </p:par>
            </p:tnLst>
          </p:tmpl>
        </p:tmplLst>
      </p:bldP>
      <p:bldP spid="30" grpId="1" build="p">
        <p:tmplLst>
          <p:tmpl lvl="1">
            <p:tnLst>
              <p:par>
                <p:cTn presetID="1" presetClass="exit" presetSubtype="0" fill="hold" nodeType="withEffect">
                  <p:stCondLst>
                    <p:cond delay="0"/>
                  </p:stCondLst>
                  <p:childTnLst>
                    <p:set>
                      <p:cBhvr>
                        <p:cTn dur="1" fill="hold">
                          <p:stCondLst>
                            <p:cond delay="0"/>
                          </p:stCondLst>
                        </p:cTn>
                        <p:tgtEl>
                          <p:spTgt spid="30"/>
                        </p:tgtEl>
                        <p:attrNameLst>
                          <p:attrName>style.visibility</p:attrName>
                        </p:attrNameLst>
                      </p:cBhvr>
                      <p:to>
                        <p:strVal val="hidden"/>
                      </p:to>
                    </p:set>
                  </p:childTnLst>
                </p:cTn>
              </p:par>
            </p:tnLst>
          </p:tmpl>
        </p:tmplLst>
      </p:bldP>
      <p:bldP spid="30" grpId="2" build="p">
        <p:tmplLst>
          <p:tmpl lvl="1">
            <p:tnLst>
              <p:par>
                <p:cTn presetID="10" presetClass="entr" presetSubtype="0" fill="hold" nodeType="withEffect">
                  <p:stCondLst>
                    <p:cond delay="500"/>
                  </p:stCondLst>
                  <p:childTnLst>
                    <p:set>
                      <p:cBhvr>
                        <p:cTn dur="1" fill="hold">
                          <p:stCondLst>
                            <p:cond delay="0"/>
                          </p:stCondLst>
                        </p:cTn>
                        <p:tgtEl>
                          <p:spTgt spid="30"/>
                        </p:tgtEl>
                        <p:attrNameLst>
                          <p:attrName>style.visibility</p:attrName>
                        </p:attrNameLst>
                      </p:cBhvr>
                      <p:to>
                        <p:strVal val="visible"/>
                      </p:to>
                    </p:set>
                    <p:animEffect transition="in" filter="fade">
                      <p:cBhvr>
                        <p:cTn dur="500"/>
                        <p:tgtEl>
                          <p:spTgt spid="30"/>
                        </p:tgtEl>
                      </p:cBhvr>
                    </p:animEffect>
                  </p:childTnLst>
                </p:cTn>
              </p:par>
            </p:tnLst>
          </p:tmpl>
        </p:tmplLst>
      </p:bldP>
      <p:bldP spid="36" grpId="0" build="p">
        <p:tmplLst>
          <p:tmpl lvl="1">
            <p:tnLst>
              <p:par>
                <p:cTn presetID="2" presetClass="entr" presetSubtype="8" decel="10000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1000" fill="hold"/>
                        <p:tgtEl>
                          <p:spTgt spid="36"/>
                        </p:tgtEl>
                        <p:attrNameLst>
                          <p:attrName>ppt_x</p:attrName>
                        </p:attrNameLst>
                      </p:cBhvr>
                      <p:tavLst>
                        <p:tav tm="0">
                          <p:val>
                            <p:strVal val="0-#ppt_w/2"/>
                          </p:val>
                        </p:tav>
                        <p:tav tm="100000">
                          <p:val>
                            <p:strVal val="#ppt_x"/>
                          </p:val>
                        </p:tav>
                      </p:tavLst>
                    </p:anim>
                    <p:anim calcmode="lin" valueType="num">
                      <p:cBhvr additive="base">
                        <p:cTn dur="1000" fill="hold"/>
                        <p:tgtEl>
                          <p:spTgt spid="36"/>
                        </p:tgtEl>
                        <p:attrNameLst>
                          <p:attrName>ppt_y</p:attrName>
                        </p:attrNameLst>
                      </p:cBhvr>
                      <p:tavLst>
                        <p:tav tm="0">
                          <p:val>
                            <p:strVal val="#ppt_y"/>
                          </p:val>
                        </p:tav>
                        <p:tav tm="100000">
                          <p:val>
                            <p:strVal val="#ppt_y"/>
                          </p:val>
                        </p:tav>
                      </p:tavLst>
                    </p:anim>
                  </p:childTnLst>
                </p:cTn>
              </p:par>
            </p:tnLst>
          </p:tmpl>
        </p:tmplLst>
      </p:bldP>
      <p:bldP spid="36" grpId="1" build="p">
        <p:tmplLst>
          <p:tmpl lvl="1">
            <p:tnLst>
              <p:par>
                <p:cTn presetID="1" presetClass="exit" presetSubtype="0" fill="hold" nodeType="withEffect">
                  <p:stCondLst>
                    <p:cond delay="0"/>
                  </p:stCondLst>
                  <p:childTnLst>
                    <p:set>
                      <p:cBhvr>
                        <p:cTn dur="1" fill="hold">
                          <p:stCondLst>
                            <p:cond delay="0"/>
                          </p:stCondLst>
                        </p:cTn>
                        <p:tgtEl>
                          <p:spTgt spid="36"/>
                        </p:tgtEl>
                        <p:attrNameLst>
                          <p:attrName>style.visibility</p:attrName>
                        </p:attrNameLst>
                      </p:cBhvr>
                      <p:to>
                        <p:strVal val="hidden"/>
                      </p:to>
                    </p:set>
                  </p:childTnLst>
                </p:cTn>
              </p:par>
            </p:tnLst>
          </p:tmpl>
        </p:tmplLst>
      </p:bldP>
      <p:bldP spid="36" grpId="2" build="p">
        <p:tmplLst>
          <p:tmpl lvl="1">
            <p:tnLst>
              <p:par>
                <p:cTn presetID="10" presetClass="entr" presetSubtype="0" fill="hold" nodeType="withEffect">
                  <p:stCondLst>
                    <p:cond delay="50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42" grpId="0" build="p">
        <p:tmplLst>
          <p:tmpl lvl="1">
            <p:tnLst>
              <p:par>
                <p:cTn presetID="2" presetClass="entr" presetSubtype="8" decel="10000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1000" fill="hold"/>
                        <p:tgtEl>
                          <p:spTgt spid="42"/>
                        </p:tgtEl>
                        <p:attrNameLst>
                          <p:attrName>ppt_x</p:attrName>
                        </p:attrNameLst>
                      </p:cBhvr>
                      <p:tavLst>
                        <p:tav tm="0">
                          <p:val>
                            <p:strVal val="0-#ppt_w/2"/>
                          </p:val>
                        </p:tav>
                        <p:tav tm="100000">
                          <p:val>
                            <p:strVal val="#ppt_x"/>
                          </p:val>
                        </p:tav>
                      </p:tavLst>
                    </p:anim>
                    <p:anim calcmode="lin" valueType="num">
                      <p:cBhvr additive="base">
                        <p:cTn dur="1000" fill="hold"/>
                        <p:tgtEl>
                          <p:spTgt spid="42"/>
                        </p:tgtEl>
                        <p:attrNameLst>
                          <p:attrName>ppt_y</p:attrName>
                        </p:attrNameLst>
                      </p:cBhvr>
                      <p:tavLst>
                        <p:tav tm="0">
                          <p:val>
                            <p:strVal val="#ppt_y"/>
                          </p:val>
                        </p:tav>
                        <p:tav tm="100000">
                          <p:val>
                            <p:strVal val="#ppt_y"/>
                          </p:val>
                        </p:tav>
                      </p:tavLst>
                    </p:anim>
                  </p:childTnLst>
                </p:cTn>
              </p:par>
            </p:tnLst>
          </p:tmpl>
        </p:tmplLst>
      </p:bldP>
      <p:bldP spid="42" grpId="1" build="p">
        <p:tmplLst>
          <p:tmpl lvl="1">
            <p:tnLst>
              <p:par>
                <p:cTn presetID="1" presetClass="exit" presetSubtype="0" fill="hold" nodeType="withEffect">
                  <p:stCondLst>
                    <p:cond delay="0"/>
                  </p:stCondLst>
                  <p:childTnLst>
                    <p:set>
                      <p:cBhvr>
                        <p:cTn dur="1" fill="hold">
                          <p:stCondLst>
                            <p:cond delay="0"/>
                          </p:stCondLst>
                        </p:cTn>
                        <p:tgtEl>
                          <p:spTgt spid="42"/>
                        </p:tgtEl>
                        <p:attrNameLst>
                          <p:attrName>style.visibility</p:attrName>
                        </p:attrNameLst>
                      </p:cBhvr>
                      <p:to>
                        <p:strVal val="hidden"/>
                      </p:to>
                    </p:set>
                  </p:childTnLst>
                </p:cTn>
              </p:par>
            </p:tnLst>
          </p:tmpl>
        </p:tmplLst>
      </p:bldP>
      <p:bldP spid="42" grpId="2" build="p">
        <p:tmplLst>
          <p:tmpl lvl="1">
            <p:tnLst>
              <p:par>
                <p:cTn presetID="10" presetClass="entr" presetSubtype="0" fill="hold" nodeType="withEffect">
                  <p:stCondLst>
                    <p:cond delay="50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3" grpId="0" build="p">
        <p:tmplLst>
          <p:tmpl lvl="1">
            <p:tnLst>
              <p:par>
                <p:cTn presetID="2" presetClass="entr" presetSubtype="8" decel="10000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1000" fill="hold"/>
                        <p:tgtEl>
                          <p:spTgt spid="43"/>
                        </p:tgtEl>
                        <p:attrNameLst>
                          <p:attrName>ppt_x</p:attrName>
                        </p:attrNameLst>
                      </p:cBhvr>
                      <p:tavLst>
                        <p:tav tm="0">
                          <p:val>
                            <p:strVal val="0-#ppt_w/2"/>
                          </p:val>
                        </p:tav>
                        <p:tav tm="100000">
                          <p:val>
                            <p:strVal val="#ppt_x"/>
                          </p:val>
                        </p:tav>
                      </p:tavLst>
                    </p:anim>
                    <p:anim calcmode="lin" valueType="num">
                      <p:cBhvr additive="base">
                        <p:cTn dur="1000" fill="hold"/>
                        <p:tgtEl>
                          <p:spTgt spid="43"/>
                        </p:tgtEl>
                        <p:attrNameLst>
                          <p:attrName>ppt_y</p:attrName>
                        </p:attrNameLst>
                      </p:cBhvr>
                      <p:tavLst>
                        <p:tav tm="0">
                          <p:val>
                            <p:strVal val="#ppt_y"/>
                          </p:val>
                        </p:tav>
                        <p:tav tm="100000">
                          <p:val>
                            <p:strVal val="#ppt_y"/>
                          </p:val>
                        </p:tav>
                      </p:tavLst>
                    </p:anim>
                  </p:childTnLst>
                </p:cTn>
              </p:par>
            </p:tnLst>
          </p:tmpl>
        </p:tmplLst>
      </p:bldP>
      <p:bldP spid="43" grpId="1" build="p">
        <p:tmplLst>
          <p:tmpl lvl="1">
            <p:tnLst>
              <p:par>
                <p:cTn presetID="1" presetClass="exit" presetSubtype="0" fill="hold" nodeType="withEffect">
                  <p:stCondLst>
                    <p:cond delay="0"/>
                  </p:stCondLst>
                  <p:childTnLst>
                    <p:set>
                      <p:cBhvr>
                        <p:cTn dur="1" fill="hold">
                          <p:stCondLst>
                            <p:cond delay="0"/>
                          </p:stCondLst>
                        </p:cTn>
                        <p:tgtEl>
                          <p:spTgt spid="43"/>
                        </p:tgtEl>
                        <p:attrNameLst>
                          <p:attrName>style.visibility</p:attrName>
                        </p:attrNameLst>
                      </p:cBhvr>
                      <p:to>
                        <p:strVal val="hidden"/>
                      </p:to>
                    </p:set>
                  </p:childTnLst>
                </p:cTn>
              </p:par>
            </p:tnLst>
          </p:tmpl>
        </p:tmplLst>
      </p:bldP>
      <p:bldP spid="43" grpId="2" build="p">
        <p:tmplLst>
          <p:tmpl lvl="1">
            <p:tnLst>
              <p:par>
                <p:cTn presetID="10" presetClass="entr" presetSubtype="0" fill="hold" nodeType="withEffect">
                  <p:stCondLst>
                    <p:cond delay="50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Points">
    <p:spTree>
      <p:nvGrpSpPr>
        <p:cNvPr id="1" name=""/>
        <p:cNvGrpSpPr/>
        <p:nvPr/>
      </p:nvGrpSpPr>
      <p:grpSpPr>
        <a:xfrm>
          <a:off x="0" y="0"/>
          <a:ext cx="0" cy="0"/>
          <a:chOff x="0" y="0"/>
          <a:chExt cx="0" cy="0"/>
        </a:xfrm>
      </p:grpSpPr>
      <p:sp>
        <p:nvSpPr>
          <p:cNvPr id="37" name="円/楕円 14"/>
          <p:cNvSpPr/>
          <p:nvPr userDrawn="1"/>
        </p:nvSpPr>
        <p:spPr>
          <a:xfrm rot="10800000" flipV="1">
            <a:off x="6978016" y="5808549"/>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円/楕円 14"/>
          <p:cNvSpPr/>
          <p:nvPr userDrawn="1"/>
        </p:nvSpPr>
        <p:spPr>
          <a:xfrm rot="10800000" flipV="1">
            <a:off x="8499955" y="4297738"/>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円/楕円 14"/>
          <p:cNvSpPr/>
          <p:nvPr userDrawn="1"/>
        </p:nvSpPr>
        <p:spPr>
          <a:xfrm rot="10800000" flipV="1">
            <a:off x="5430773" y="7365307"/>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dirty="0"/>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7" name="正方形/長方形 6"/>
          <p:cNvSpPr/>
          <p:nvPr userDrawn="1"/>
        </p:nvSpPr>
        <p:spPr>
          <a:xfrm>
            <a:off x="-43542" y="7953829"/>
            <a:ext cx="6290425" cy="899886"/>
          </a:xfrm>
          <a:custGeom>
            <a:avLst/>
            <a:gdLst/>
            <a:ahLst/>
            <a:cxnLst/>
            <a:rect l="l" t="t" r="r" b="b"/>
            <a:pathLst>
              <a:path w="6290425" h="899886">
                <a:moveTo>
                  <a:pt x="0" y="0"/>
                </a:moveTo>
                <a:lnTo>
                  <a:pt x="6290425" y="0"/>
                </a:lnTo>
                <a:lnTo>
                  <a:pt x="5390539" y="899886"/>
                </a:lnTo>
                <a:lnTo>
                  <a:pt x="0" y="899886"/>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9" name="正方形/長方形 8"/>
          <p:cNvSpPr/>
          <p:nvPr userDrawn="1"/>
        </p:nvSpPr>
        <p:spPr>
          <a:xfrm>
            <a:off x="9541032" y="2594203"/>
            <a:ext cx="8793686" cy="899886"/>
          </a:xfrm>
          <a:custGeom>
            <a:avLst/>
            <a:gdLst/>
            <a:ahLst/>
            <a:cxnLst/>
            <a:rect l="l" t="t" r="r" b="b"/>
            <a:pathLst>
              <a:path w="8793686" h="899886">
                <a:moveTo>
                  <a:pt x="899886" y="0"/>
                </a:moveTo>
                <a:lnTo>
                  <a:pt x="8793686" y="0"/>
                </a:lnTo>
                <a:lnTo>
                  <a:pt x="8793686" y="899886"/>
                </a:lnTo>
                <a:lnTo>
                  <a:pt x="0" y="899886"/>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正方形/長方形 7"/>
          <p:cNvSpPr/>
          <p:nvPr userDrawn="1"/>
        </p:nvSpPr>
        <p:spPr>
          <a:xfrm rot="18900000">
            <a:off x="3027792" y="5277643"/>
            <a:ext cx="9782963" cy="899886"/>
          </a:xfrm>
          <a:custGeom>
            <a:avLst/>
            <a:gdLst/>
            <a:ahLst/>
            <a:cxnLst/>
            <a:rect l="l" t="t" r="r" b="b"/>
            <a:pathLst>
              <a:path w="9782963" h="899886">
                <a:moveTo>
                  <a:pt x="8883077" y="0"/>
                </a:moveTo>
                <a:lnTo>
                  <a:pt x="9782963" y="899886"/>
                </a:lnTo>
                <a:lnTo>
                  <a:pt x="899886" y="899886"/>
                </a:lnTo>
                <a:lnTo>
                  <a:pt x="0" y="0"/>
                </a:lnTo>
                <a:close/>
              </a:path>
            </a:pathLst>
          </a:cu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cxnSp>
        <p:nvCxnSpPr>
          <p:cNvPr id="16" name="直線コネクタ 15"/>
          <p:cNvCxnSpPr/>
          <p:nvPr userDrawn="1"/>
        </p:nvCxnSpPr>
        <p:spPr>
          <a:xfrm flipV="1">
            <a:off x="4397829" y="2634116"/>
            <a:ext cx="6183085" cy="618694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userDrawn="1"/>
        </p:nvCxnSpPr>
        <p:spPr>
          <a:xfrm flipV="1">
            <a:off x="5261428" y="2634116"/>
            <a:ext cx="6183085" cy="618694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テキスト プレースホルダー 5"/>
          <p:cNvSpPr>
            <a:spLocks noGrp="1"/>
          </p:cNvSpPr>
          <p:nvPr>
            <p:ph type="body" sz="quarter" idx="15" hasCustomPrompt="1"/>
          </p:nvPr>
        </p:nvSpPr>
        <p:spPr>
          <a:xfrm>
            <a:off x="589581" y="6691624"/>
            <a:ext cx="4831503"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2" name="テキスト プレースホルダー 5"/>
          <p:cNvSpPr>
            <a:spLocks noGrp="1"/>
          </p:cNvSpPr>
          <p:nvPr>
            <p:ph type="body" sz="quarter" idx="16" hasCustomPrompt="1"/>
          </p:nvPr>
        </p:nvSpPr>
        <p:spPr>
          <a:xfrm>
            <a:off x="2235401" y="5170835"/>
            <a:ext cx="4831503"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3" name="テキスト プレースホルダー 5"/>
          <p:cNvSpPr>
            <a:spLocks noGrp="1"/>
          </p:cNvSpPr>
          <p:nvPr>
            <p:ph type="body" sz="quarter" idx="17" hasCustomPrompt="1"/>
          </p:nvPr>
        </p:nvSpPr>
        <p:spPr>
          <a:xfrm>
            <a:off x="3672114" y="3650045"/>
            <a:ext cx="4831503"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4" name="テキスト プレースホルダー 5"/>
          <p:cNvSpPr>
            <a:spLocks noGrp="1"/>
          </p:cNvSpPr>
          <p:nvPr>
            <p:ph type="body" sz="quarter" idx="12" hasCustomPrompt="1"/>
          </p:nvPr>
        </p:nvSpPr>
        <p:spPr>
          <a:xfrm>
            <a:off x="10442441" y="3751413"/>
            <a:ext cx="6394130" cy="1599466"/>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55" name="テキスト プレースホルダー 5"/>
          <p:cNvSpPr>
            <a:spLocks noGrp="1"/>
          </p:cNvSpPr>
          <p:nvPr>
            <p:ph type="body" sz="quarter" idx="18" hasCustomPrompt="1"/>
          </p:nvPr>
        </p:nvSpPr>
        <p:spPr>
          <a:xfrm>
            <a:off x="8938994" y="5281432"/>
            <a:ext cx="6394130" cy="1599466"/>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56" name="テキスト プレースホルダー 5"/>
          <p:cNvSpPr>
            <a:spLocks noGrp="1"/>
          </p:cNvSpPr>
          <p:nvPr>
            <p:ph type="body" sz="quarter" idx="19" hasCustomPrompt="1"/>
          </p:nvPr>
        </p:nvSpPr>
        <p:spPr>
          <a:xfrm>
            <a:off x="7376002" y="6811450"/>
            <a:ext cx="6394130" cy="1599466"/>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grpSp>
        <p:nvGrpSpPr>
          <p:cNvPr id="63" name="グループ化 62"/>
          <p:cNvGrpSpPr/>
          <p:nvPr userDrawn="1"/>
        </p:nvGrpSpPr>
        <p:grpSpPr>
          <a:xfrm>
            <a:off x="5370801" y="6628678"/>
            <a:ext cx="2002458" cy="899889"/>
            <a:chOff x="5370801" y="6628678"/>
            <a:chExt cx="2002458" cy="899889"/>
          </a:xfrm>
        </p:grpSpPr>
        <p:sp>
          <p:nvSpPr>
            <p:cNvPr id="25" name="二等辺三角形 10"/>
            <p:cNvSpPr/>
            <p:nvPr userDrawn="1"/>
          </p:nvSpPr>
          <p:spPr>
            <a:xfrm rot="16200000" flipH="1" flipV="1">
              <a:off x="5922086" y="6077394"/>
              <a:ext cx="899888" cy="2002458"/>
            </a:xfrm>
            <a:custGeom>
              <a:avLst/>
              <a:gdLst/>
              <a:ahLst/>
              <a:cxnLst/>
              <a:rect l="l" t="t" r="r" b="b"/>
              <a:pathLst>
                <a:path w="899888" h="2002458">
                  <a:moveTo>
                    <a:pt x="0" y="1120454"/>
                  </a:moveTo>
                  <a:lnTo>
                    <a:pt x="0" y="481724"/>
                  </a:lnTo>
                  <a:lnTo>
                    <a:pt x="0" y="480724"/>
                  </a:lnTo>
                  <a:lnTo>
                    <a:pt x="934" y="480724"/>
                  </a:lnTo>
                  <a:lnTo>
                    <a:pt x="449944" y="0"/>
                  </a:lnTo>
                  <a:lnTo>
                    <a:pt x="898954" y="480724"/>
                  </a:lnTo>
                  <a:lnTo>
                    <a:pt x="899888" y="480724"/>
                  </a:lnTo>
                  <a:lnTo>
                    <a:pt x="899888" y="481724"/>
                  </a:lnTo>
                  <a:lnTo>
                    <a:pt x="899888" y="2002458"/>
                  </a:lnTo>
                  <a:lnTo>
                    <a:pt x="882004" y="2002458"/>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p:cNvCxnSpPr/>
            <p:nvPr/>
          </p:nvCxnSpPr>
          <p:spPr>
            <a:xfrm flipV="1">
              <a:off x="6264489" y="6737774"/>
              <a:ext cx="574064"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rot="10800000" flipH="1" flipV="1">
              <a:off x="5459287" y="7401349"/>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rot="10800000" flipH="1" flipV="1">
              <a:off x="6838554" y="6737774"/>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p:nvCxnSpPr>
          <p:spPr>
            <a:xfrm rot="10800000" flipH="1">
              <a:off x="6838554" y="7077500"/>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1" name="正方形/長方形 30"/>
            <p:cNvSpPr/>
            <p:nvPr userDrawn="1"/>
          </p:nvSpPr>
          <p:spPr>
            <a:xfrm rot="10800000" flipV="1">
              <a:off x="5370801" y="6628678"/>
              <a:ext cx="1056079" cy="881768"/>
            </a:xfrm>
            <a:custGeom>
              <a:avLst/>
              <a:gdLst/>
              <a:ahLst/>
              <a:cxnLst/>
              <a:rect l="l" t="t" r="r" b="b"/>
              <a:pathLst>
                <a:path w="1056079" h="881768">
                  <a:moveTo>
                    <a:pt x="198868" y="0"/>
                  </a:moveTo>
                  <a:lnTo>
                    <a:pt x="0" y="0"/>
                  </a:lnTo>
                  <a:lnTo>
                    <a:pt x="0" y="881768"/>
                  </a:lnTo>
                  <a:lnTo>
                    <a:pt x="1056079" y="881768"/>
                  </a:lnTo>
                  <a:lnTo>
                    <a:pt x="1056079" y="857211"/>
                  </a:lnTo>
                  <a:close/>
                </a:path>
              </a:pathLst>
            </a:custGeom>
            <a:gradFill>
              <a:gsLst>
                <a:gs pos="0">
                  <a:schemeClr val="bg2">
                    <a:alpha val="0"/>
                  </a:schemeClr>
                </a:gs>
                <a:gs pos="50000">
                  <a:schemeClr val="bg2">
                    <a:alpha val="31000"/>
                  </a:schemeClr>
                </a:gs>
                <a:gs pos="100000">
                  <a:schemeClr val="bg2">
                    <a:alpha val="65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p:cNvSpPr txBox="1"/>
            <p:nvPr userDrawn="1"/>
          </p:nvSpPr>
          <p:spPr>
            <a:xfrm>
              <a:off x="6198043" y="6791688"/>
              <a:ext cx="508473" cy="584775"/>
            </a:xfrm>
            <a:prstGeom prst="rect">
              <a:avLst/>
            </a:prstGeom>
            <a:noFill/>
          </p:spPr>
          <p:txBody>
            <a:bodyPr wrap="none" rtlCol="0">
              <a:spAutoFit/>
            </a:bodyPr>
            <a:lstStyle/>
            <a:p>
              <a:r>
                <a:rPr kumimoji="1" lang="en-US" altLang="ja-JP" dirty="0">
                  <a:solidFill>
                    <a:schemeClr val="bg1"/>
                  </a:solidFill>
                  <a:effectLst>
                    <a:innerShdw blurRad="63500" dist="50800" dir="18900000">
                      <a:prstClr val="black">
                        <a:alpha val="50000"/>
                      </a:prstClr>
                    </a:innerShdw>
                  </a:effectLst>
                  <a:latin typeface="+mj-lt"/>
                </a:rPr>
                <a:t>01</a:t>
              </a:r>
              <a:endParaRPr kumimoji="1" lang="ja-JP" altLang="en-US" dirty="0">
                <a:solidFill>
                  <a:schemeClr val="bg1"/>
                </a:solidFill>
                <a:effectLst>
                  <a:innerShdw blurRad="63500" dist="50800" dir="18900000">
                    <a:prstClr val="black">
                      <a:alpha val="50000"/>
                    </a:prstClr>
                  </a:innerShdw>
                </a:effectLst>
                <a:latin typeface="+mj-lt"/>
              </a:endParaRPr>
            </a:p>
          </p:txBody>
        </p:sp>
      </p:grpSp>
      <p:grpSp>
        <p:nvGrpSpPr>
          <p:cNvPr id="62" name="グループ化 61"/>
          <p:cNvGrpSpPr/>
          <p:nvPr userDrawn="1"/>
        </p:nvGrpSpPr>
        <p:grpSpPr>
          <a:xfrm>
            <a:off x="6918044" y="5071920"/>
            <a:ext cx="2002458" cy="899889"/>
            <a:chOff x="6918044" y="5071920"/>
            <a:chExt cx="2002458" cy="899889"/>
          </a:xfrm>
        </p:grpSpPr>
        <p:sp>
          <p:nvSpPr>
            <p:cNvPr id="38" name="二等辺三角形 10"/>
            <p:cNvSpPr/>
            <p:nvPr userDrawn="1"/>
          </p:nvSpPr>
          <p:spPr>
            <a:xfrm rot="16200000" flipH="1" flipV="1">
              <a:off x="7469329" y="4520636"/>
              <a:ext cx="899888" cy="2002458"/>
            </a:xfrm>
            <a:custGeom>
              <a:avLst/>
              <a:gdLst/>
              <a:ahLst/>
              <a:cxnLst/>
              <a:rect l="l" t="t" r="r" b="b"/>
              <a:pathLst>
                <a:path w="899888" h="2002458">
                  <a:moveTo>
                    <a:pt x="0" y="1120454"/>
                  </a:moveTo>
                  <a:lnTo>
                    <a:pt x="0" y="481724"/>
                  </a:lnTo>
                  <a:lnTo>
                    <a:pt x="0" y="480724"/>
                  </a:lnTo>
                  <a:lnTo>
                    <a:pt x="934" y="480724"/>
                  </a:lnTo>
                  <a:lnTo>
                    <a:pt x="449944" y="0"/>
                  </a:lnTo>
                  <a:lnTo>
                    <a:pt x="898954" y="480724"/>
                  </a:lnTo>
                  <a:lnTo>
                    <a:pt x="899888" y="480724"/>
                  </a:lnTo>
                  <a:lnTo>
                    <a:pt x="899888" y="481724"/>
                  </a:lnTo>
                  <a:lnTo>
                    <a:pt x="899888" y="2002458"/>
                  </a:lnTo>
                  <a:lnTo>
                    <a:pt x="882004" y="2002458"/>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9" name="直線コネクタ 38"/>
            <p:cNvCxnSpPr/>
            <p:nvPr userDrawn="1"/>
          </p:nvCxnSpPr>
          <p:spPr>
            <a:xfrm flipV="1">
              <a:off x="7811732" y="5181016"/>
              <a:ext cx="574064"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p:nvPr userDrawn="1"/>
          </p:nvCxnSpPr>
          <p:spPr>
            <a:xfrm rot="10800000" flipH="1" flipV="1">
              <a:off x="7006530" y="5844591"/>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1" name="直線コネクタ 40"/>
            <p:cNvCxnSpPr/>
            <p:nvPr userDrawn="1"/>
          </p:nvCxnSpPr>
          <p:spPr>
            <a:xfrm rot="10800000" flipH="1" flipV="1">
              <a:off x="8385797" y="5181016"/>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userDrawn="1"/>
          </p:nvCxnSpPr>
          <p:spPr>
            <a:xfrm rot="10800000" flipH="1">
              <a:off x="8385797" y="5520742"/>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43" name="正方形/長方形 30"/>
            <p:cNvSpPr/>
            <p:nvPr userDrawn="1"/>
          </p:nvSpPr>
          <p:spPr>
            <a:xfrm rot="10800000" flipV="1">
              <a:off x="6918044" y="5071920"/>
              <a:ext cx="1056079" cy="881768"/>
            </a:xfrm>
            <a:custGeom>
              <a:avLst/>
              <a:gdLst/>
              <a:ahLst/>
              <a:cxnLst/>
              <a:rect l="l" t="t" r="r" b="b"/>
              <a:pathLst>
                <a:path w="1056079" h="881768">
                  <a:moveTo>
                    <a:pt x="198868" y="0"/>
                  </a:moveTo>
                  <a:lnTo>
                    <a:pt x="0" y="0"/>
                  </a:lnTo>
                  <a:lnTo>
                    <a:pt x="0" y="881768"/>
                  </a:lnTo>
                  <a:lnTo>
                    <a:pt x="1056079" y="881768"/>
                  </a:lnTo>
                  <a:lnTo>
                    <a:pt x="1056079" y="857211"/>
                  </a:lnTo>
                  <a:close/>
                </a:path>
              </a:pathLst>
            </a:custGeom>
            <a:gradFill>
              <a:gsLst>
                <a:gs pos="0">
                  <a:schemeClr val="bg2">
                    <a:alpha val="0"/>
                  </a:schemeClr>
                </a:gs>
                <a:gs pos="50000">
                  <a:schemeClr val="bg2">
                    <a:alpha val="31000"/>
                  </a:schemeClr>
                </a:gs>
                <a:gs pos="100000">
                  <a:schemeClr val="bg2">
                    <a:alpha val="65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テキスト ボックス 57"/>
            <p:cNvSpPr txBox="1"/>
            <p:nvPr userDrawn="1"/>
          </p:nvSpPr>
          <p:spPr>
            <a:xfrm>
              <a:off x="7745286" y="5216776"/>
              <a:ext cx="508473" cy="584775"/>
            </a:xfrm>
            <a:prstGeom prst="rect">
              <a:avLst/>
            </a:prstGeom>
            <a:noFill/>
          </p:spPr>
          <p:txBody>
            <a:bodyPr wrap="none" rtlCol="0">
              <a:spAutoFit/>
            </a:bodyPr>
            <a:lstStyle/>
            <a:p>
              <a:r>
                <a:rPr kumimoji="1" lang="en-US" altLang="ja-JP" dirty="0">
                  <a:solidFill>
                    <a:schemeClr val="bg1"/>
                  </a:solidFill>
                  <a:effectLst>
                    <a:innerShdw blurRad="63500" dist="50800" dir="18900000">
                      <a:prstClr val="black">
                        <a:alpha val="50000"/>
                      </a:prstClr>
                    </a:innerShdw>
                  </a:effectLst>
                  <a:latin typeface="+mj-lt"/>
                </a:rPr>
                <a:t>02</a:t>
              </a:r>
              <a:endParaRPr kumimoji="1" lang="ja-JP" altLang="en-US" dirty="0">
                <a:solidFill>
                  <a:schemeClr val="bg1"/>
                </a:solidFill>
                <a:effectLst>
                  <a:innerShdw blurRad="63500" dist="50800" dir="18900000">
                    <a:prstClr val="black">
                      <a:alpha val="50000"/>
                    </a:prstClr>
                  </a:innerShdw>
                </a:effectLst>
                <a:latin typeface="+mj-lt"/>
              </a:endParaRPr>
            </a:p>
          </p:txBody>
        </p:sp>
      </p:grpSp>
      <p:grpSp>
        <p:nvGrpSpPr>
          <p:cNvPr id="61" name="グループ化 60"/>
          <p:cNvGrpSpPr/>
          <p:nvPr userDrawn="1"/>
        </p:nvGrpSpPr>
        <p:grpSpPr>
          <a:xfrm>
            <a:off x="8439983" y="3561109"/>
            <a:ext cx="2002458" cy="899889"/>
            <a:chOff x="8439983" y="3561109"/>
            <a:chExt cx="2002458" cy="899889"/>
          </a:xfrm>
        </p:grpSpPr>
        <p:sp>
          <p:nvSpPr>
            <p:cNvPr id="45" name="二等辺三角形 10"/>
            <p:cNvSpPr/>
            <p:nvPr userDrawn="1"/>
          </p:nvSpPr>
          <p:spPr>
            <a:xfrm rot="16200000" flipH="1" flipV="1">
              <a:off x="8991268" y="3009825"/>
              <a:ext cx="899888" cy="2002458"/>
            </a:xfrm>
            <a:custGeom>
              <a:avLst/>
              <a:gdLst/>
              <a:ahLst/>
              <a:cxnLst/>
              <a:rect l="l" t="t" r="r" b="b"/>
              <a:pathLst>
                <a:path w="899888" h="2002458">
                  <a:moveTo>
                    <a:pt x="0" y="1120454"/>
                  </a:moveTo>
                  <a:lnTo>
                    <a:pt x="0" y="481724"/>
                  </a:lnTo>
                  <a:lnTo>
                    <a:pt x="0" y="480724"/>
                  </a:lnTo>
                  <a:lnTo>
                    <a:pt x="934" y="480724"/>
                  </a:lnTo>
                  <a:lnTo>
                    <a:pt x="449944" y="0"/>
                  </a:lnTo>
                  <a:lnTo>
                    <a:pt x="898954" y="480724"/>
                  </a:lnTo>
                  <a:lnTo>
                    <a:pt x="899888" y="480724"/>
                  </a:lnTo>
                  <a:lnTo>
                    <a:pt x="899888" y="481724"/>
                  </a:lnTo>
                  <a:lnTo>
                    <a:pt x="899888" y="2002458"/>
                  </a:lnTo>
                  <a:lnTo>
                    <a:pt x="882004" y="2002458"/>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直線コネクタ 45"/>
            <p:cNvCxnSpPr/>
            <p:nvPr userDrawn="1"/>
          </p:nvCxnSpPr>
          <p:spPr>
            <a:xfrm flipV="1">
              <a:off x="9333671" y="3670205"/>
              <a:ext cx="574064"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userDrawn="1"/>
          </p:nvCxnSpPr>
          <p:spPr>
            <a:xfrm rot="10800000" flipH="1" flipV="1">
              <a:off x="8528469" y="4333780"/>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userDrawn="1"/>
          </p:nvCxnSpPr>
          <p:spPr>
            <a:xfrm rot="10800000" flipH="1" flipV="1">
              <a:off x="9907736" y="3670205"/>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9" name="直線コネクタ 48"/>
            <p:cNvCxnSpPr/>
            <p:nvPr userDrawn="1"/>
          </p:nvCxnSpPr>
          <p:spPr>
            <a:xfrm rot="10800000" flipH="1">
              <a:off x="9907736" y="4009931"/>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50" name="正方形/長方形 30"/>
            <p:cNvSpPr/>
            <p:nvPr userDrawn="1"/>
          </p:nvSpPr>
          <p:spPr>
            <a:xfrm rot="10800000" flipV="1">
              <a:off x="8439983" y="3561109"/>
              <a:ext cx="1056079" cy="881768"/>
            </a:xfrm>
            <a:custGeom>
              <a:avLst/>
              <a:gdLst/>
              <a:ahLst/>
              <a:cxnLst/>
              <a:rect l="l" t="t" r="r" b="b"/>
              <a:pathLst>
                <a:path w="1056079" h="881768">
                  <a:moveTo>
                    <a:pt x="198868" y="0"/>
                  </a:moveTo>
                  <a:lnTo>
                    <a:pt x="0" y="0"/>
                  </a:lnTo>
                  <a:lnTo>
                    <a:pt x="0" y="881768"/>
                  </a:lnTo>
                  <a:lnTo>
                    <a:pt x="1056079" y="881768"/>
                  </a:lnTo>
                  <a:lnTo>
                    <a:pt x="1056079" y="857211"/>
                  </a:lnTo>
                  <a:close/>
                </a:path>
              </a:pathLst>
            </a:custGeom>
            <a:gradFill>
              <a:gsLst>
                <a:gs pos="0">
                  <a:schemeClr val="bg2">
                    <a:alpha val="0"/>
                  </a:schemeClr>
                </a:gs>
                <a:gs pos="50000">
                  <a:schemeClr val="bg2">
                    <a:alpha val="31000"/>
                  </a:schemeClr>
                </a:gs>
                <a:gs pos="100000">
                  <a:schemeClr val="bg2">
                    <a:alpha val="65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p:cNvSpPr txBox="1"/>
            <p:nvPr userDrawn="1"/>
          </p:nvSpPr>
          <p:spPr>
            <a:xfrm>
              <a:off x="9286795" y="3705966"/>
              <a:ext cx="508473" cy="584775"/>
            </a:xfrm>
            <a:prstGeom prst="rect">
              <a:avLst/>
            </a:prstGeom>
            <a:noFill/>
          </p:spPr>
          <p:txBody>
            <a:bodyPr wrap="none" rtlCol="0">
              <a:spAutoFit/>
            </a:bodyPr>
            <a:lstStyle/>
            <a:p>
              <a:r>
                <a:rPr kumimoji="1" lang="en-US" altLang="ja-JP" dirty="0">
                  <a:solidFill>
                    <a:schemeClr val="bg1"/>
                  </a:solidFill>
                  <a:effectLst>
                    <a:innerShdw blurRad="63500" dist="50800" dir="18900000">
                      <a:prstClr val="black">
                        <a:alpha val="50000"/>
                      </a:prstClr>
                    </a:innerShdw>
                  </a:effectLst>
                  <a:latin typeface="+mj-lt"/>
                </a:rPr>
                <a:t>03</a:t>
              </a:r>
              <a:endParaRPr kumimoji="1" lang="ja-JP" altLang="en-US" dirty="0">
                <a:solidFill>
                  <a:schemeClr val="bg1"/>
                </a:solidFill>
                <a:effectLst>
                  <a:innerShdw blurRad="63500" dist="50800" dir="18900000">
                    <a:prstClr val="black">
                      <a:alpha val="50000"/>
                    </a:prstClr>
                  </a:innerShdw>
                </a:effectLst>
                <a:latin typeface="+mj-lt"/>
              </a:endParaRPr>
            </a:p>
          </p:txBody>
        </p:sp>
      </p:grpSp>
    </p:spTree>
    <p:extLst>
      <p:ext uri="{BB962C8B-B14F-4D97-AF65-F5344CB8AC3E}">
        <p14:creationId xmlns:p14="http://schemas.microsoft.com/office/powerpoint/2010/main" val="2658872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par>
                                <p:cTn id="13" presetID="22" presetClass="entr" presetSubtype="4" fill="hold" grpId="0" nodeType="withEffect">
                                  <p:stCondLst>
                                    <p:cond delay="35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500"/>
                                        <p:tgtEl>
                                          <p:spTgt spid="8"/>
                                        </p:tgtEl>
                                      </p:cBhvr>
                                    </p:animEffect>
                                  </p:childTnLst>
                                </p:cTn>
                              </p:par>
                              <p:par>
                                <p:cTn id="16" presetID="22" presetClass="entr" presetSubtype="4" fill="hold" nodeType="withEffect">
                                  <p:stCondLst>
                                    <p:cond delay="750"/>
                                  </p:stCondLst>
                                  <p:childTnLst>
                                    <p:set>
                                      <p:cBhvr>
                                        <p:cTn id="17" dur="1" fill="hold">
                                          <p:stCondLst>
                                            <p:cond delay="0"/>
                                          </p:stCondLst>
                                        </p:cTn>
                                        <p:tgtEl>
                                          <p:spTgt spid="16"/>
                                        </p:tgtEl>
                                        <p:attrNameLst>
                                          <p:attrName>style.visibility</p:attrName>
                                        </p:attrNameLst>
                                      </p:cBhvr>
                                      <p:to>
                                        <p:strVal val="visible"/>
                                      </p:to>
                                    </p:set>
                                    <p:animEffect transition="in" filter="wipe(down)">
                                      <p:cBhvr>
                                        <p:cTn id="18" dur="500"/>
                                        <p:tgtEl>
                                          <p:spTgt spid="16"/>
                                        </p:tgtEl>
                                      </p:cBhvr>
                                    </p:animEffect>
                                  </p:childTnLst>
                                </p:cTn>
                              </p:par>
                              <p:par>
                                <p:cTn id="19" presetID="22" presetClass="entr" presetSubtype="1" fill="hold" nodeType="withEffect">
                                  <p:stCondLst>
                                    <p:cond delay="750"/>
                                  </p:stCondLst>
                                  <p:childTnLst>
                                    <p:set>
                                      <p:cBhvr>
                                        <p:cTn id="20" dur="1" fill="hold">
                                          <p:stCondLst>
                                            <p:cond delay="0"/>
                                          </p:stCondLst>
                                        </p:cTn>
                                        <p:tgtEl>
                                          <p:spTgt spid="23"/>
                                        </p:tgtEl>
                                        <p:attrNameLst>
                                          <p:attrName>style.visibility</p:attrName>
                                        </p:attrNameLst>
                                      </p:cBhvr>
                                      <p:to>
                                        <p:strVal val="visible"/>
                                      </p:to>
                                    </p:set>
                                    <p:animEffect transition="in" filter="wipe(up)">
                                      <p:cBhvr>
                                        <p:cTn id="21" dur="500"/>
                                        <p:tgtEl>
                                          <p:spTgt spid="23"/>
                                        </p:tgtEl>
                                      </p:cBhvr>
                                    </p:animEffect>
                                  </p:childTnLst>
                                </p:cTn>
                              </p:par>
                              <p:par>
                                <p:cTn id="22" presetID="22" presetClass="entr" presetSubtype="8" fill="hold" grpId="0" nodeType="withEffect">
                                  <p:stCondLst>
                                    <p:cond delay="60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par>
                          <p:cTn id="25" fill="hold">
                            <p:stCondLst>
                              <p:cond delay="1750"/>
                            </p:stCondLst>
                            <p:childTnLst>
                              <p:par>
                                <p:cTn id="26" presetID="2" presetClass="entr" presetSubtype="8" decel="100000" fill="hold" grpId="0" nodeType="afterEffect">
                                  <p:stCondLst>
                                    <p:cond delay="250"/>
                                  </p:stCondLst>
                                  <p:childTnLst>
                                    <p:set>
                                      <p:cBhvr>
                                        <p:cTn id="27" dur="1" fill="hold">
                                          <p:stCondLst>
                                            <p:cond delay="0"/>
                                          </p:stCondLst>
                                        </p:cTn>
                                        <p:tgtEl>
                                          <p:spTgt spid="51">
                                            <p:txEl>
                                              <p:pRg st="0" end="0"/>
                                            </p:txEl>
                                          </p:spTgt>
                                        </p:tgtEl>
                                        <p:attrNameLst>
                                          <p:attrName>style.visibility</p:attrName>
                                        </p:attrNameLst>
                                      </p:cBhvr>
                                      <p:to>
                                        <p:strVal val="visible"/>
                                      </p:to>
                                    </p:set>
                                    <p:anim calcmode="lin" valueType="num">
                                      <p:cBhvr additive="base">
                                        <p:cTn id="28" dur="500" fill="hold"/>
                                        <p:tgtEl>
                                          <p:spTgt spid="51">
                                            <p:txEl>
                                              <p:pRg st="0" end="0"/>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51">
                                            <p:txEl>
                                              <p:pRg st="0" end="0"/>
                                            </p:txEl>
                                          </p:spTgt>
                                        </p:tgtEl>
                                        <p:attrNameLst>
                                          <p:attrName>ppt_y</p:attrName>
                                        </p:attrNameLst>
                                      </p:cBhvr>
                                      <p:tavLst>
                                        <p:tav tm="0">
                                          <p:val>
                                            <p:strVal val="#ppt_y"/>
                                          </p:val>
                                        </p:tav>
                                        <p:tav tm="100000">
                                          <p:val>
                                            <p:strVal val="#ppt_y"/>
                                          </p:val>
                                        </p:tav>
                                      </p:tavLst>
                                    </p:anim>
                                  </p:childTnLst>
                                </p:cTn>
                              </p:par>
                            </p:childTnLst>
                          </p:cTn>
                        </p:par>
                        <p:par>
                          <p:cTn id="30" fill="hold">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wipe(left)">
                                      <p:cBhvr>
                                        <p:cTn id="33" dur="500"/>
                                        <p:tgtEl>
                                          <p:spTgt spid="26"/>
                                        </p:tgtEl>
                                      </p:cBhvr>
                                    </p:animEffect>
                                  </p:childTnLst>
                                </p:cTn>
                              </p:par>
                              <p:par>
                                <p:cTn id="34" presetID="22" presetClass="entr" presetSubtype="8" fill="hold" nodeType="withEffect">
                                  <p:stCondLst>
                                    <p:cond delay="0"/>
                                  </p:stCondLst>
                                  <p:childTnLst>
                                    <p:set>
                                      <p:cBhvr>
                                        <p:cTn id="35" dur="1" fill="hold">
                                          <p:stCondLst>
                                            <p:cond delay="0"/>
                                          </p:stCondLst>
                                        </p:cTn>
                                        <p:tgtEl>
                                          <p:spTgt spid="63"/>
                                        </p:tgtEl>
                                        <p:attrNameLst>
                                          <p:attrName>style.visibility</p:attrName>
                                        </p:attrNameLst>
                                      </p:cBhvr>
                                      <p:to>
                                        <p:strVal val="visible"/>
                                      </p:to>
                                    </p:set>
                                    <p:animEffect transition="in" filter="wipe(left)">
                                      <p:cBhvr>
                                        <p:cTn id="36" dur="500"/>
                                        <p:tgtEl>
                                          <p:spTgt spid="63"/>
                                        </p:tgtEl>
                                      </p:cBhvr>
                                    </p:animEffect>
                                  </p:childTnLst>
                                </p:cTn>
                              </p:par>
                            </p:childTnLst>
                          </p:cTn>
                        </p:par>
                        <p:par>
                          <p:cTn id="37" fill="hold">
                            <p:stCondLst>
                              <p:cond delay="3000"/>
                            </p:stCondLst>
                            <p:childTnLst>
                              <p:par>
                                <p:cTn id="38" presetID="2" presetClass="entr" presetSubtype="2" decel="100000" fill="hold" grpId="0" nodeType="afterEffect">
                                  <p:stCondLst>
                                    <p:cond delay="0"/>
                                  </p:stCondLst>
                                  <p:childTnLst>
                                    <p:set>
                                      <p:cBhvr>
                                        <p:cTn id="39" dur="1" fill="hold">
                                          <p:stCondLst>
                                            <p:cond delay="0"/>
                                          </p:stCondLst>
                                        </p:cTn>
                                        <p:tgtEl>
                                          <p:spTgt spid="56">
                                            <p:txEl>
                                              <p:pRg st="0" end="0"/>
                                            </p:txEl>
                                          </p:spTgt>
                                        </p:tgtEl>
                                        <p:attrNameLst>
                                          <p:attrName>style.visibility</p:attrName>
                                        </p:attrNameLst>
                                      </p:cBhvr>
                                      <p:to>
                                        <p:strVal val="visible"/>
                                      </p:to>
                                    </p:set>
                                    <p:anim calcmode="lin" valueType="num">
                                      <p:cBhvr additive="base">
                                        <p:cTn id="40" dur="500" fill="hold"/>
                                        <p:tgtEl>
                                          <p:spTgt spid="56">
                                            <p:txEl>
                                              <p:pRg st="0" end="0"/>
                                            </p:txEl>
                                          </p:spTgt>
                                        </p:tgtEl>
                                        <p:attrNameLst>
                                          <p:attrName>ppt_x</p:attrName>
                                        </p:attrNameLst>
                                      </p:cBhvr>
                                      <p:tavLst>
                                        <p:tav tm="0">
                                          <p:val>
                                            <p:strVal val="1+#ppt_w/2"/>
                                          </p:val>
                                        </p:tav>
                                        <p:tav tm="100000">
                                          <p:val>
                                            <p:strVal val="#ppt_x"/>
                                          </p:val>
                                        </p:tav>
                                      </p:tavLst>
                                    </p:anim>
                                    <p:anim calcmode="lin" valueType="num">
                                      <p:cBhvr additive="base">
                                        <p:cTn id="41" dur="500" fill="hold"/>
                                        <p:tgtEl>
                                          <p:spTgt spid="56">
                                            <p:txEl>
                                              <p:pRg st="0" end="0"/>
                                            </p:txEl>
                                          </p:spTgt>
                                        </p:tgtEl>
                                        <p:attrNameLst>
                                          <p:attrName>ppt_y</p:attrName>
                                        </p:attrNameLst>
                                      </p:cBhvr>
                                      <p:tavLst>
                                        <p:tav tm="0">
                                          <p:val>
                                            <p:strVal val="#ppt_y"/>
                                          </p:val>
                                        </p:tav>
                                        <p:tav tm="100000">
                                          <p:val>
                                            <p:strVal val="#ppt_y"/>
                                          </p:val>
                                        </p:tav>
                                      </p:tavLst>
                                    </p:anim>
                                  </p:childTnLst>
                                </p:cTn>
                              </p:par>
                            </p:childTnLst>
                          </p:cTn>
                        </p:par>
                        <p:par>
                          <p:cTn id="42" fill="hold">
                            <p:stCondLst>
                              <p:cond delay="3500"/>
                            </p:stCondLst>
                            <p:childTnLst>
                              <p:par>
                                <p:cTn id="43" presetID="2" presetClass="entr" presetSubtype="8" decel="100000" fill="hold" grpId="0" nodeType="afterEffect">
                                  <p:stCondLst>
                                    <p:cond delay="250"/>
                                  </p:stCondLst>
                                  <p:childTnLst>
                                    <p:set>
                                      <p:cBhvr>
                                        <p:cTn id="44" dur="1" fill="hold">
                                          <p:stCondLst>
                                            <p:cond delay="0"/>
                                          </p:stCondLst>
                                        </p:cTn>
                                        <p:tgtEl>
                                          <p:spTgt spid="52">
                                            <p:txEl>
                                              <p:pRg st="0" end="0"/>
                                            </p:txEl>
                                          </p:spTgt>
                                        </p:tgtEl>
                                        <p:attrNameLst>
                                          <p:attrName>style.visibility</p:attrName>
                                        </p:attrNameLst>
                                      </p:cBhvr>
                                      <p:to>
                                        <p:strVal val="visible"/>
                                      </p:to>
                                    </p:set>
                                    <p:anim calcmode="lin" valueType="num">
                                      <p:cBhvr additive="base">
                                        <p:cTn id="45" dur="500" fill="hold"/>
                                        <p:tgtEl>
                                          <p:spTgt spid="52">
                                            <p:txEl>
                                              <p:pRg st="0" end="0"/>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52">
                                            <p:txEl>
                                              <p:pRg st="0" end="0"/>
                                            </p:txEl>
                                          </p:spTgt>
                                        </p:tgtEl>
                                        <p:attrNameLst>
                                          <p:attrName>ppt_y</p:attrName>
                                        </p:attrNameLst>
                                      </p:cBhvr>
                                      <p:tavLst>
                                        <p:tav tm="0">
                                          <p:val>
                                            <p:strVal val="#ppt_y"/>
                                          </p:val>
                                        </p:tav>
                                        <p:tav tm="100000">
                                          <p:val>
                                            <p:strVal val="#ppt_y"/>
                                          </p:val>
                                        </p:tav>
                                      </p:tavLst>
                                    </p:anim>
                                  </p:childTnLst>
                                </p:cTn>
                              </p:par>
                            </p:childTnLst>
                          </p:cTn>
                        </p:par>
                        <p:par>
                          <p:cTn id="47" fill="hold">
                            <p:stCondLst>
                              <p:cond delay="4250"/>
                            </p:stCondLst>
                            <p:childTnLst>
                              <p:par>
                                <p:cTn id="48" presetID="22" presetClass="entr" presetSubtype="8" fill="hold" grpId="0" nodeType="afterEffect">
                                  <p:stCondLst>
                                    <p:cond delay="250"/>
                                  </p:stCondLst>
                                  <p:childTnLst>
                                    <p:set>
                                      <p:cBhvr>
                                        <p:cTn id="49" dur="1" fill="hold">
                                          <p:stCondLst>
                                            <p:cond delay="0"/>
                                          </p:stCondLst>
                                        </p:cTn>
                                        <p:tgtEl>
                                          <p:spTgt spid="37"/>
                                        </p:tgtEl>
                                        <p:attrNameLst>
                                          <p:attrName>style.visibility</p:attrName>
                                        </p:attrNameLst>
                                      </p:cBhvr>
                                      <p:to>
                                        <p:strVal val="visible"/>
                                      </p:to>
                                    </p:set>
                                    <p:animEffect transition="in" filter="wipe(left)">
                                      <p:cBhvr>
                                        <p:cTn id="50" dur="500"/>
                                        <p:tgtEl>
                                          <p:spTgt spid="37"/>
                                        </p:tgtEl>
                                      </p:cBhvr>
                                    </p:animEffect>
                                  </p:childTnLst>
                                </p:cTn>
                              </p:par>
                              <p:par>
                                <p:cTn id="51" presetID="22" presetClass="entr" presetSubtype="8" fill="hold" nodeType="withEffect">
                                  <p:stCondLst>
                                    <p:cond delay="250"/>
                                  </p:stCondLst>
                                  <p:childTnLst>
                                    <p:set>
                                      <p:cBhvr>
                                        <p:cTn id="52" dur="1" fill="hold">
                                          <p:stCondLst>
                                            <p:cond delay="0"/>
                                          </p:stCondLst>
                                        </p:cTn>
                                        <p:tgtEl>
                                          <p:spTgt spid="62"/>
                                        </p:tgtEl>
                                        <p:attrNameLst>
                                          <p:attrName>style.visibility</p:attrName>
                                        </p:attrNameLst>
                                      </p:cBhvr>
                                      <p:to>
                                        <p:strVal val="visible"/>
                                      </p:to>
                                    </p:set>
                                    <p:animEffect transition="in" filter="wipe(left)">
                                      <p:cBhvr>
                                        <p:cTn id="53" dur="500"/>
                                        <p:tgtEl>
                                          <p:spTgt spid="62"/>
                                        </p:tgtEl>
                                      </p:cBhvr>
                                    </p:animEffect>
                                  </p:childTnLst>
                                </p:cTn>
                              </p:par>
                            </p:childTnLst>
                          </p:cTn>
                        </p:par>
                        <p:par>
                          <p:cTn id="54" fill="hold">
                            <p:stCondLst>
                              <p:cond delay="5000"/>
                            </p:stCondLst>
                            <p:childTnLst>
                              <p:par>
                                <p:cTn id="55" presetID="2" presetClass="entr" presetSubtype="2" decel="100000" fill="hold" grpId="0" nodeType="afterEffect">
                                  <p:stCondLst>
                                    <p:cond delay="250"/>
                                  </p:stCondLst>
                                  <p:childTnLst>
                                    <p:set>
                                      <p:cBhvr>
                                        <p:cTn id="56" dur="1" fill="hold">
                                          <p:stCondLst>
                                            <p:cond delay="0"/>
                                          </p:stCondLst>
                                        </p:cTn>
                                        <p:tgtEl>
                                          <p:spTgt spid="55">
                                            <p:txEl>
                                              <p:pRg st="0" end="0"/>
                                            </p:txEl>
                                          </p:spTgt>
                                        </p:tgtEl>
                                        <p:attrNameLst>
                                          <p:attrName>style.visibility</p:attrName>
                                        </p:attrNameLst>
                                      </p:cBhvr>
                                      <p:to>
                                        <p:strVal val="visible"/>
                                      </p:to>
                                    </p:set>
                                    <p:anim calcmode="lin" valueType="num">
                                      <p:cBhvr additive="base">
                                        <p:cTn id="57" dur="500" fill="hold"/>
                                        <p:tgtEl>
                                          <p:spTgt spid="55">
                                            <p:txEl>
                                              <p:pRg st="0" end="0"/>
                                            </p:tx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55">
                                            <p:txEl>
                                              <p:pRg st="0" end="0"/>
                                            </p:txEl>
                                          </p:spTgt>
                                        </p:tgtEl>
                                        <p:attrNameLst>
                                          <p:attrName>ppt_y</p:attrName>
                                        </p:attrNameLst>
                                      </p:cBhvr>
                                      <p:tavLst>
                                        <p:tav tm="0">
                                          <p:val>
                                            <p:strVal val="#ppt_y"/>
                                          </p:val>
                                        </p:tav>
                                        <p:tav tm="100000">
                                          <p:val>
                                            <p:strVal val="#ppt_y"/>
                                          </p:val>
                                        </p:tav>
                                      </p:tavLst>
                                    </p:anim>
                                  </p:childTnLst>
                                </p:cTn>
                              </p:par>
                            </p:childTnLst>
                          </p:cTn>
                        </p:par>
                        <p:par>
                          <p:cTn id="59" fill="hold">
                            <p:stCondLst>
                              <p:cond delay="5750"/>
                            </p:stCondLst>
                            <p:childTnLst>
                              <p:par>
                                <p:cTn id="60" presetID="2" presetClass="entr" presetSubtype="8" decel="100000" fill="hold" grpId="0" nodeType="afterEffect">
                                  <p:stCondLst>
                                    <p:cond delay="250"/>
                                  </p:stCondLst>
                                  <p:childTnLst>
                                    <p:set>
                                      <p:cBhvr>
                                        <p:cTn id="61" dur="1" fill="hold">
                                          <p:stCondLst>
                                            <p:cond delay="0"/>
                                          </p:stCondLst>
                                        </p:cTn>
                                        <p:tgtEl>
                                          <p:spTgt spid="53">
                                            <p:txEl>
                                              <p:pRg st="0" end="0"/>
                                            </p:txEl>
                                          </p:spTgt>
                                        </p:tgtEl>
                                        <p:attrNameLst>
                                          <p:attrName>style.visibility</p:attrName>
                                        </p:attrNameLst>
                                      </p:cBhvr>
                                      <p:to>
                                        <p:strVal val="visible"/>
                                      </p:to>
                                    </p:set>
                                    <p:anim calcmode="lin" valueType="num">
                                      <p:cBhvr additive="base">
                                        <p:cTn id="62" dur="500" fill="hold"/>
                                        <p:tgtEl>
                                          <p:spTgt spid="53">
                                            <p:txEl>
                                              <p:pRg st="0" end="0"/>
                                            </p:txEl>
                                          </p:spTgt>
                                        </p:tgtEl>
                                        <p:attrNameLst>
                                          <p:attrName>ppt_x</p:attrName>
                                        </p:attrNameLst>
                                      </p:cBhvr>
                                      <p:tavLst>
                                        <p:tav tm="0">
                                          <p:val>
                                            <p:strVal val="0-#ppt_w/2"/>
                                          </p:val>
                                        </p:tav>
                                        <p:tav tm="100000">
                                          <p:val>
                                            <p:strVal val="#ppt_x"/>
                                          </p:val>
                                        </p:tav>
                                      </p:tavLst>
                                    </p:anim>
                                    <p:anim calcmode="lin" valueType="num">
                                      <p:cBhvr additive="base">
                                        <p:cTn id="63" dur="500" fill="hold"/>
                                        <p:tgtEl>
                                          <p:spTgt spid="53">
                                            <p:txEl>
                                              <p:pRg st="0" end="0"/>
                                            </p:txEl>
                                          </p:spTgt>
                                        </p:tgtEl>
                                        <p:attrNameLst>
                                          <p:attrName>ppt_y</p:attrName>
                                        </p:attrNameLst>
                                      </p:cBhvr>
                                      <p:tavLst>
                                        <p:tav tm="0">
                                          <p:val>
                                            <p:strVal val="#ppt_y"/>
                                          </p:val>
                                        </p:tav>
                                        <p:tav tm="100000">
                                          <p:val>
                                            <p:strVal val="#ppt_y"/>
                                          </p:val>
                                        </p:tav>
                                      </p:tavLst>
                                    </p:anim>
                                  </p:childTnLst>
                                </p:cTn>
                              </p:par>
                            </p:childTnLst>
                          </p:cTn>
                        </p:par>
                        <p:par>
                          <p:cTn id="64" fill="hold">
                            <p:stCondLst>
                              <p:cond delay="6500"/>
                            </p:stCondLst>
                            <p:childTnLst>
                              <p:par>
                                <p:cTn id="65" presetID="22" presetClass="entr" presetSubtype="8" fill="hold" grpId="0" nodeType="after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wipe(left)">
                                      <p:cBhvr>
                                        <p:cTn id="67" dur="500"/>
                                        <p:tgtEl>
                                          <p:spTgt spid="44"/>
                                        </p:tgtEl>
                                      </p:cBhvr>
                                    </p:animEffect>
                                  </p:childTnLst>
                                </p:cTn>
                              </p:par>
                              <p:par>
                                <p:cTn id="68" presetID="22" presetClass="entr" presetSubtype="8" fill="hold" nodeType="withEffect">
                                  <p:stCondLst>
                                    <p:cond delay="0"/>
                                  </p:stCondLst>
                                  <p:childTnLst>
                                    <p:set>
                                      <p:cBhvr>
                                        <p:cTn id="69" dur="1" fill="hold">
                                          <p:stCondLst>
                                            <p:cond delay="0"/>
                                          </p:stCondLst>
                                        </p:cTn>
                                        <p:tgtEl>
                                          <p:spTgt spid="61"/>
                                        </p:tgtEl>
                                        <p:attrNameLst>
                                          <p:attrName>style.visibility</p:attrName>
                                        </p:attrNameLst>
                                      </p:cBhvr>
                                      <p:to>
                                        <p:strVal val="visible"/>
                                      </p:to>
                                    </p:set>
                                    <p:animEffect transition="in" filter="wipe(left)">
                                      <p:cBhvr>
                                        <p:cTn id="70" dur="500"/>
                                        <p:tgtEl>
                                          <p:spTgt spid="61"/>
                                        </p:tgtEl>
                                      </p:cBhvr>
                                    </p:animEffect>
                                  </p:childTnLst>
                                </p:cTn>
                              </p:par>
                            </p:childTnLst>
                          </p:cTn>
                        </p:par>
                        <p:par>
                          <p:cTn id="71" fill="hold">
                            <p:stCondLst>
                              <p:cond delay="7000"/>
                            </p:stCondLst>
                            <p:childTnLst>
                              <p:par>
                                <p:cTn id="72" presetID="2" presetClass="entr" presetSubtype="2" decel="100000" fill="hold" grpId="0" nodeType="afterEffect">
                                  <p:stCondLst>
                                    <p:cond delay="0"/>
                                  </p:stCondLst>
                                  <p:childTnLst>
                                    <p:set>
                                      <p:cBhvr>
                                        <p:cTn id="73" dur="1" fill="hold">
                                          <p:stCondLst>
                                            <p:cond delay="0"/>
                                          </p:stCondLst>
                                        </p:cTn>
                                        <p:tgtEl>
                                          <p:spTgt spid="54">
                                            <p:txEl>
                                              <p:pRg st="0" end="0"/>
                                            </p:txEl>
                                          </p:spTgt>
                                        </p:tgtEl>
                                        <p:attrNameLst>
                                          <p:attrName>style.visibility</p:attrName>
                                        </p:attrNameLst>
                                      </p:cBhvr>
                                      <p:to>
                                        <p:strVal val="visible"/>
                                      </p:to>
                                    </p:set>
                                    <p:anim calcmode="lin" valueType="num">
                                      <p:cBhvr additive="base">
                                        <p:cTn id="74" dur="500" fill="hold"/>
                                        <p:tgtEl>
                                          <p:spTgt spid="54">
                                            <p:txEl>
                                              <p:pRg st="0" end="0"/>
                                            </p:txEl>
                                          </p:spTgt>
                                        </p:tgtEl>
                                        <p:attrNameLst>
                                          <p:attrName>ppt_x</p:attrName>
                                        </p:attrNameLst>
                                      </p:cBhvr>
                                      <p:tavLst>
                                        <p:tav tm="0">
                                          <p:val>
                                            <p:strVal val="1+#ppt_w/2"/>
                                          </p:val>
                                        </p:tav>
                                        <p:tav tm="100000">
                                          <p:val>
                                            <p:strVal val="#ppt_x"/>
                                          </p:val>
                                        </p:tav>
                                      </p:tavLst>
                                    </p:anim>
                                    <p:anim calcmode="lin" valueType="num">
                                      <p:cBhvr additive="base">
                                        <p:cTn id="75" dur="500" fill="hold"/>
                                        <p:tgtEl>
                                          <p:spTgt spid="5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44" grpId="0" animBg="1"/>
      <p:bldP spid="26" grpId="0" animBg="1"/>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7" grpId="0" animBg="1"/>
      <p:bldP spid="9" grpId="0" animBg="1"/>
      <p:bldP spid="8" grpId="0" animBg="1"/>
      <p:bldP spid="51" grpId="0" build="p">
        <p:tmplLst>
          <p:tmpl lvl="1">
            <p:tnLst>
              <p:par>
                <p:cTn presetID="2" presetClass="entr" presetSubtype="8" decel="100000" fill="hold" nodeType="afterEffect">
                  <p:stCondLst>
                    <p:cond delay="25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0-#ppt_w/2"/>
                          </p:val>
                        </p:tav>
                        <p:tav tm="100000">
                          <p:val>
                            <p:strVal val="#ppt_x"/>
                          </p:val>
                        </p:tav>
                      </p:tavLst>
                    </p:anim>
                    <p:anim calcmode="lin" valueType="num">
                      <p:cBhvr additive="base">
                        <p:cTn dur="500" fill="hold"/>
                        <p:tgtEl>
                          <p:spTgt spid="51"/>
                        </p:tgtEl>
                        <p:attrNameLst>
                          <p:attrName>ppt_y</p:attrName>
                        </p:attrNameLst>
                      </p:cBhvr>
                      <p:tavLst>
                        <p:tav tm="0">
                          <p:val>
                            <p:strVal val="#ppt_y"/>
                          </p:val>
                        </p:tav>
                        <p:tav tm="100000">
                          <p:val>
                            <p:strVal val="#ppt_y"/>
                          </p:val>
                        </p:tav>
                      </p:tavLst>
                    </p:anim>
                  </p:childTnLst>
                </p:cTn>
              </p:par>
            </p:tnLst>
          </p:tmpl>
        </p:tmplLst>
      </p:bldP>
      <p:bldP spid="52" grpId="0" build="p">
        <p:tmplLst>
          <p:tmpl lvl="1">
            <p:tnLst>
              <p:par>
                <p:cTn presetID="2" presetClass="entr" presetSubtype="8" decel="100000" fill="hold" nodeType="afterEffect">
                  <p:stCondLst>
                    <p:cond delay="25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0-#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build="p">
        <p:tmplLst>
          <p:tmpl lvl="1">
            <p:tnLst>
              <p:par>
                <p:cTn presetID="2" presetClass="entr" presetSubtype="8" decel="100000" fill="hold" nodeType="afterEffect">
                  <p:stCondLst>
                    <p:cond delay="25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0-#ppt_w/2"/>
                          </p:val>
                        </p:tav>
                        <p:tav tm="100000">
                          <p:val>
                            <p:strVal val="#ppt_x"/>
                          </p:val>
                        </p:tav>
                      </p:tavLst>
                    </p:anim>
                    <p:anim calcmode="lin" valueType="num">
                      <p:cBhvr additive="base">
                        <p:cTn dur="500" fill="hold"/>
                        <p:tgtEl>
                          <p:spTgt spid="53"/>
                        </p:tgtEl>
                        <p:attrNameLst>
                          <p:attrName>ppt_y</p:attrName>
                        </p:attrNameLst>
                      </p:cBhvr>
                      <p:tavLst>
                        <p:tav tm="0">
                          <p:val>
                            <p:strVal val="#ppt_y"/>
                          </p:val>
                        </p:tav>
                        <p:tav tm="100000">
                          <p:val>
                            <p:strVal val="#ppt_y"/>
                          </p:val>
                        </p:tav>
                      </p:tavLst>
                    </p:anim>
                  </p:childTnLst>
                </p:cTn>
              </p:par>
            </p:tnLst>
          </p:tmpl>
        </p:tmplLst>
      </p:bldP>
      <p:bldP spid="54" grpId="0" build="p">
        <p:tmplLst>
          <p:tmpl lvl="1">
            <p:tnLst>
              <p:par>
                <p:cTn presetID="2" presetClass="entr" presetSubtype="2" decel="100000" fill="hold" nodeType="afterEffect">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1+#ppt_w/2"/>
                          </p:val>
                        </p:tav>
                        <p:tav tm="100000">
                          <p:val>
                            <p:strVal val="#ppt_x"/>
                          </p:val>
                        </p:tav>
                      </p:tavLst>
                    </p:anim>
                    <p:anim calcmode="lin" valueType="num">
                      <p:cBhvr additive="base">
                        <p:cTn dur="500" fill="hold"/>
                        <p:tgtEl>
                          <p:spTgt spid="54"/>
                        </p:tgtEl>
                        <p:attrNameLst>
                          <p:attrName>ppt_y</p:attrName>
                        </p:attrNameLst>
                      </p:cBhvr>
                      <p:tavLst>
                        <p:tav tm="0">
                          <p:val>
                            <p:strVal val="#ppt_y"/>
                          </p:val>
                        </p:tav>
                        <p:tav tm="100000">
                          <p:val>
                            <p:strVal val="#ppt_y"/>
                          </p:val>
                        </p:tav>
                      </p:tavLst>
                    </p:anim>
                  </p:childTnLst>
                </p:cTn>
              </p:par>
            </p:tnLst>
          </p:tmpl>
        </p:tmplLst>
      </p:bldP>
      <p:bldP spid="55" grpId="0" build="p">
        <p:tmplLst>
          <p:tmpl lvl="1">
            <p:tnLst>
              <p:par>
                <p:cTn presetID="2" presetClass="entr" presetSubtype="2" decel="100000" fill="hold" nodeType="afterEffect">
                  <p:stCondLst>
                    <p:cond delay="25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fill="hold"/>
                        <p:tgtEl>
                          <p:spTgt spid="55"/>
                        </p:tgtEl>
                        <p:attrNameLst>
                          <p:attrName>ppt_x</p:attrName>
                        </p:attrNameLst>
                      </p:cBhvr>
                      <p:tavLst>
                        <p:tav tm="0">
                          <p:val>
                            <p:strVal val="1+#ppt_w/2"/>
                          </p:val>
                        </p:tav>
                        <p:tav tm="100000">
                          <p:val>
                            <p:strVal val="#ppt_x"/>
                          </p:val>
                        </p:tav>
                      </p:tavLst>
                    </p:anim>
                    <p:anim calcmode="lin" valueType="num">
                      <p:cBhvr additive="base">
                        <p:cTn dur="500" fill="hold"/>
                        <p:tgtEl>
                          <p:spTgt spid="55"/>
                        </p:tgtEl>
                        <p:attrNameLst>
                          <p:attrName>ppt_y</p:attrName>
                        </p:attrNameLst>
                      </p:cBhvr>
                      <p:tavLst>
                        <p:tav tm="0">
                          <p:val>
                            <p:strVal val="#ppt_y"/>
                          </p:val>
                        </p:tav>
                        <p:tav tm="100000">
                          <p:val>
                            <p:strVal val="#ppt_y"/>
                          </p:val>
                        </p:tav>
                      </p:tavLst>
                    </p:anim>
                  </p:childTnLst>
                </p:cTn>
              </p:par>
            </p:tnLst>
          </p:tmpl>
        </p:tmplLst>
      </p:bldP>
      <p:bldP spid="56" grpId="0" build="p">
        <p:tmplLst>
          <p:tmpl lvl="1">
            <p:tnLst>
              <p:par>
                <p:cTn presetID="2" presetClass="entr" presetSubtype="2" decel="100000" fill="hold" nodeType="afterEffect">
                  <p:stCondLst>
                    <p:cond delay="0"/>
                  </p:stCondLst>
                  <p:childTnLst>
                    <p:set>
                      <p:cBhvr>
                        <p:cTn dur="1" fill="hold">
                          <p:stCondLst>
                            <p:cond delay="0"/>
                          </p:stCondLst>
                        </p:cTn>
                        <p:tgtEl>
                          <p:spTgt spid="56"/>
                        </p:tgtEl>
                        <p:attrNameLst>
                          <p:attrName>style.visibility</p:attrName>
                        </p:attrNameLst>
                      </p:cBhvr>
                      <p:to>
                        <p:strVal val="visible"/>
                      </p:to>
                    </p:set>
                    <p:anim calcmode="lin" valueType="num">
                      <p:cBhvr additive="base">
                        <p:cTn dur="500" fill="hold"/>
                        <p:tgtEl>
                          <p:spTgt spid="56"/>
                        </p:tgtEl>
                        <p:attrNameLst>
                          <p:attrName>ppt_x</p:attrName>
                        </p:attrNameLst>
                      </p:cBhvr>
                      <p:tavLst>
                        <p:tav tm="0">
                          <p:val>
                            <p:strVal val="1+#ppt_w/2"/>
                          </p:val>
                        </p:tav>
                        <p:tav tm="100000">
                          <p:val>
                            <p:strVal val="#ppt_x"/>
                          </p:val>
                        </p:tav>
                      </p:tavLst>
                    </p:anim>
                    <p:anim calcmode="lin" valueType="num">
                      <p:cBhvr additive="base">
                        <p:cTn dur="500" fill="hold"/>
                        <p:tgtEl>
                          <p:spTgt spid="56"/>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 Images with A Tag">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a:xfrm>
            <a:off x="16988268" y="647706"/>
            <a:ext cx="759574" cy="547688"/>
          </a:xfrm>
        </p:spPr>
        <p:txBody>
          <a:bodyPr/>
          <a:lstStyle/>
          <a:p>
            <a:fld id="{FADD65F2-3061-4838-8922-F719F7BAC906}" type="slidenum">
              <a:rPr lang="ja-JP" altLang="en-US" smtClean="0"/>
              <a:pPr/>
              <a:t>‹#›</a:t>
            </a:fld>
            <a:endParaRPr lang="ja-JP" altLang="en-US" dirty="0"/>
          </a:p>
        </p:txBody>
      </p:sp>
      <p:sp>
        <p:nvSpPr>
          <p:cNvPr id="7"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8" name="正方形/長方形 7"/>
          <p:cNvSpPr/>
          <p:nvPr userDrawn="1"/>
        </p:nvSpPr>
        <p:spPr>
          <a:xfrm>
            <a:off x="733798" y="2478202"/>
            <a:ext cx="3953026" cy="5244961"/>
          </a:xfrm>
          <a:prstGeom prst="rect">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cxnSp>
        <p:nvCxnSpPr>
          <p:cNvPr id="9" name="直線コネクタ 8"/>
          <p:cNvCxnSpPr/>
          <p:nvPr userDrawn="1"/>
        </p:nvCxnSpPr>
        <p:spPr>
          <a:xfrm>
            <a:off x="733798" y="2631166"/>
            <a:ext cx="395302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userDrawn="1"/>
        </p:nvCxnSpPr>
        <p:spPr>
          <a:xfrm>
            <a:off x="902318" y="2520000"/>
            <a:ext cx="0" cy="514800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userDrawn="1"/>
        </p:nvCxnSpPr>
        <p:spPr>
          <a:xfrm>
            <a:off x="733798" y="7539786"/>
            <a:ext cx="395302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userDrawn="1"/>
        </p:nvCxnSpPr>
        <p:spPr>
          <a:xfrm flipV="1">
            <a:off x="4516894" y="2520000"/>
            <a:ext cx="0" cy="514800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図プレースホルダー 24"/>
          <p:cNvSpPr>
            <a:spLocks noGrp="1"/>
          </p:cNvSpPr>
          <p:nvPr>
            <p:ph type="pic" sz="quarter" idx="14" hasCustomPrompt="1"/>
          </p:nvPr>
        </p:nvSpPr>
        <p:spPr>
          <a:xfrm>
            <a:off x="1000311" y="2742682"/>
            <a:ext cx="3420000" cy="4716000"/>
          </a:xfrm>
          <a:effectLst>
            <a:innerShdw blurRad="114300">
              <a:prstClr val="black"/>
            </a:innerShdw>
          </a:effectLst>
        </p:spPr>
        <p:txBody>
          <a:bodyPr>
            <a:normAutofit/>
          </a:bodyPr>
          <a:lstStyle>
            <a:lvl1pPr>
              <a:defRPr sz="2000">
                <a:solidFill>
                  <a:schemeClr val="bg2"/>
                </a:solidFill>
              </a:defRPr>
            </a:lvl1pPr>
          </a:lstStyle>
          <a:p>
            <a:r>
              <a:rPr kumimoji="1" lang="en-US" altLang="ja-JP" dirty="0"/>
              <a:t>Add an image</a:t>
            </a:r>
            <a:endParaRPr kumimoji="1" lang="ja-JP" altLang="en-US" dirty="0"/>
          </a:p>
        </p:txBody>
      </p:sp>
      <p:sp>
        <p:nvSpPr>
          <p:cNvPr id="21" name="テキスト プレースホルダー 20"/>
          <p:cNvSpPr>
            <a:spLocks noGrp="1"/>
          </p:cNvSpPr>
          <p:nvPr>
            <p:ph type="body" sz="quarter" idx="15" hasCustomPrompt="1"/>
          </p:nvPr>
        </p:nvSpPr>
        <p:spPr>
          <a:xfrm>
            <a:off x="1334190" y="6560547"/>
            <a:ext cx="3470400" cy="1004400"/>
          </a:xfrm>
          <a:blipFill>
            <a:blip r:embed="rId3"/>
            <a:stretch>
              <a:fillRect/>
            </a:stretch>
          </a:blipFill>
          <a:effectLst>
            <a:outerShdw blurRad="50800" dist="38100" dir="2700000" algn="tl" rotWithShape="0">
              <a:prstClr val="black">
                <a:alpha val="40000"/>
              </a:prstClr>
            </a:outerShdw>
          </a:effectLst>
        </p:spPr>
        <p:txBody>
          <a:bodyPr/>
          <a:lstStyle/>
          <a:p>
            <a:pPr lvl="0"/>
            <a:r>
              <a:rPr kumimoji="1" lang="en-US" altLang="ja-JP" dirty="0"/>
              <a:t> </a:t>
            </a:r>
            <a:endParaRPr kumimoji="1" lang="ja-JP" altLang="en-US" dirty="0"/>
          </a:p>
        </p:txBody>
      </p:sp>
      <p:sp>
        <p:nvSpPr>
          <p:cNvPr id="35" name="テキスト プレースホルダー 5"/>
          <p:cNvSpPr>
            <a:spLocks noGrp="1"/>
          </p:cNvSpPr>
          <p:nvPr>
            <p:ph type="body" sz="quarter" idx="22" hasCustomPrompt="1"/>
          </p:nvPr>
        </p:nvSpPr>
        <p:spPr>
          <a:xfrm>
            <a:off x="1897844" y="6791803"/>
            <a:ext cx="2746776"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42" name="正方形/長方形 41"/>
          <p:cNvSpPr/>
          <p:nvPr userDrawn="1"/>
        </p:nvSpPr>
        <p:spPr>
          <a:xfrm>
            <a:off x="5013302" y="2478202"/>
            <a:ext cx="3953026" cy="5244961"/>
          </a:xfrm>
          <a:prstGeom prst="rect">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cxnSp>
        <p:nvCxnSpPr>
          <p:cNvPr id="43" name="直線コネクタ 42"/>
          <p:cNvCxnSpPr/>
          <p:nvPr userDrawn="1"/>
        </p:nvCxnSpPr>
        <p:spPr>
          <a:xfrm>
            <a:off x="5013302" y="2625136"/>
            <a:ext cx="3847990"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userDrawn="1"/>
        </p:nvCxnSpPr>
        <p:spPr>
          <a:xfrm>
            <a:off x="5181822" y="2520000"/>
            <a:ext cx="0" cy="514800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p:nvPr userDrawn="1"/>
        </p:nvCxnSpPr>
        <p:spPr>
          <a:xfrm>
            <a:off x="5013302" y="7530634"/>
            <a:ext cx="3847990"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userDrawn="1"/>
        </p:nvCxnSpPr>
        <p:spPr>
          <a:xfrm flipV="1">
            <a:off x="8796398" y="2520000"/>
            <a:ext cx="0" cy="514800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47" name="図プレースホルダー 24"/>
          <p:cNvSpPr>
            <a:spLocks noGrp="1"/>
          </p:cNvSpPr>
          <p:nvPr>
            <p:ph type="pic" sz="quarter" idx="23" hasCustomPrompt="1"/>
          </p:nvPr>
        </p:nvSpPr>
        <p:spPr>
          <a:xfrm>
            <a:off x="5279815" y="2742682"/>
            <a:ext cx="3420000" cy="4716000"/>
          </a:xfrm>
          <a:effectLst>
            <a:innerShdw blurRad="114300">
              <a:prstClr val="black"/>
            </a:innerShdw>
          </a:effectLst>
        </p:spPr>
        <p:txBody>
          <a:bodyPr>
            <a:normAutofit/>
          </a:bodyPr>
          <a:lstStyle>
            <a:lvl1pPr>
              <a:defRPr sz="2000">
                <a:solidFill>
                  <a:schemeClr val="bg2"/>
                </a:solidFill>
              </a:defRPr>
            </a:lvl1pPr>
          </a:lstStyle>
          <a:p>
            <a:r>
              <a:rPr kumimoji="1" lang="en-US" altLang="ja-JP" dirty="0"/>
              <a:t>Add an image</a:t>
            </a:r>
            <a:endParaRPr kumimoji="1" lang="ja-JP" altLang="en-US" dirty="0"/>
          </a:p>
        </p:txBody>
      </p:sp>
      <p:sp>
        <p:nvSpPr>
          <p:cNvPr id="48" name="テキスト プレースホルダー 20"/>
          <p:cNvSpPr>
            <a:spLocks noGrp="1"/>
          </p:cNvSpPr>
          <p:nvPr>
            <p:ph type="body" sz="quarter" idx="24" hasCustomPrompt="1"/>
          </p:nvPr>
        </p:nvSpPr>
        <p:spPr>
          <a:xfrm>
            <a:off x="5613694" y="6560547"/>
            <a:ext cx="3470400" cy="1004400"/>
          </a:xfrm>
          <a:blipFill>
            <a:blip r:embed="rId4"/>
            <a:stretch>
              <a:fillRect/>
            </a:stretch>
          </a:blipFill>
          <a:effectLst>
            <a:outerShdw blurRad="50800" dist="38100" dir="2700000" algn="tl" rotWithShape="0">
              <a:prstClr val="black">
                <a:alpha val="40000"/>
              </a:prstClr>
            </a:outerShdw>
          </a:effectLst>
        </p:spPr>
        <p:txBody>
          <a:bodyPr/>
          <a:lstStyle/>
          <a:p>
            <a:pPr lvl="0"/>
            <a:r>
              <a:rPr kumimoji="1" lang="en-US" altLang="ja-JP" dirty="0"/>
              <a:t> </a:t>
            </a:r>
            <a:endParaRPr kumimoji="1" lang="ja-JP" altLang="en-US" dirty="0"/>
          </a:p>
        </p:txBody>
      </p:sp>
      <p:sp>
        <p:nvSpPr>
          <p:cNvPr id="49" name="テキスト プレースホルダー 5"/>
          <p:cNvSpPr>
            <a:spLocks noGrp="1"/>
          </p:cNvSpPr>
          <p:nvPr>
            <p:ph type="body" sz="quarter" idx="25" hasCustomPrompt="1"/>
          </p:nvPr>
        </p:nvSpPr>
        <p:spPr>
          <a:xfrm>
            <a:off x="6177348" y="6791803"/>
            <a:ext cx="2746776"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52" name="正方形/長方形 51"/>
          <p:cNvSpPr/>
          <p:nvPr userDrawn="1"/>
        </p:nvSpPr>
        <p:spPr>
          <a:xfrm>
            <a:off x="9306834" y="2478202"/>
            <a:ext cx="3953026" cy="5244961"/>
          </a:xfrm>
          <a:prstGeom prst="rect">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cxnSp>
        <p:nvCxnSpPr>
          <p:cNvPr id="53" name="直線コネクタ 52"/>
          <p:cNvCxnSpPr/>
          <p:nvPr userDrawn="1"/>
        </p:nvCxnSpPr>
        <p:spPr>
          <a:xfrm>
            <a:off x="9306834" y="2631166"/>
            <a:ext cx="395302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4" name="直線コネクタ 53"/>
          <p:cNvCxnSpPr/>
          <p:nvPr userDrawn="1"/>
        </p:nvCxnSpPr>
        <p:spPr>
          <a:xfrm>
            <a:off x="9475354" y="2520000"/>
            <a:ext cx="0" cy="514800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直線コネクタ 54"/>
          <p:cNvCxnSpPr/>
          <p:nvPr userDrawn="1"/>
        </p:nvCxnSpPr>
        <p:spPr>
          <a:xfrm>
            <a:off x="9306834" y="7522596"/>
            <a:ext cx="395302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直線コネクタ 55"/>
          <p:cNvCxnSpPr/>
          <p:nvPr userDrawn="1"/>
        </p:nvCxnSpPr>
        <p:spPr>
          <a:xfrm flipV="1">
            <a:off x="13089930" y="2520000"/>
            <a:ext cx="0" cy="514800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図プレースホルダー 24"/>
          <p:cNvSpPr>
            <a:spLocks noGrp="1"/>
          </p:cNvSpPr>
          <p:nvPr>
            <p:ph type="pic" sz="quarter" idx="26" hasCustomPrompt="1"/>
          </p:nvPr>
        </p:nvSpPr>
        <p:spPr>
          <a:xfrm>
            <a:off x="9573347" y="2742682"/>
            <a:ext cx="3420000" cy="4716000"/>
          </a:xfrm>
          <a:effectLst>
            <a:innerShdw blurRad="114300">
              <a:prstClr val="black"/>
            </a:innerShdw>
          </a:effectLst>
        </p:spPr>
        <p:txBody>
          <a:bodyPr>
            <a:normAutofit/>
          </a:bodyPr>
          <a:lstStyle>
            <a:lvl1pPr>
              <a:defRPr sz="2000">
                <a:solidFill>
                  <a:schemeClr val="bg2"/>
                </a:solidFill>
              </a:defRPr>
            </a:lvl1pPr>
          </a:lstStyle>
          <a:p>
            <a:r>
              <a:rPr kumimoji="1" lang="en-US" altLang="ja-JP" dirty="0"/>
              <a:t>Add an image</a:t>
            </a:r>
            <a:endParaRPr kumimoji="1" lang="ja-JP" altLang="en-US" dirty="0"/>
          </a:p>
        </p:txBody>
      </p:sp>
      <p:sp>
        <p:nvSpPr>
          <p:cNvPr id="58" name="テキスト プレースホルダー 20"/>
          <p:cNvSpPr>
            <a:spLocks noGrp="1"/>
          </p:cNvSpPr>
          <p:nvPr>
            <p:ph type="body" sz="quarter" idx="27" hasCustomPrompt="1"/>
          </p:nvPr>
        </p:nvSpPr>
        <p:spPr>
          <a:xfrm>
            <a:off x="9907226" y="6560547"/>
            <a:ext cx="3470400" cy="1004400"/>
          </a:xfrm>
          <a:blipFill>
            <a:blip r:embed="rId3"/>
            <a:stretch>
              <a:fillRect/>
            </a:stretch>
          </a:blipFill>
          <a:effectLst>
            <a:outerShdw blurRad="50800" dist="38100" dir="2700000" algn="tl" rotWithShape="0">
              <a:prstClr val="black">
                <a:alpha val="40000"/>
              </a:prstClr>
            </a:outerShdw>
          </a:effectLst>
        </p:spPr>
        <p:txBody>
          <a:bodyPr/>
          <a:lstStyle/>
          <a:p>
            <a:pPr lvl="0"/>
            <a:r>
              <a:rPr kumimoji="1" lang="en-US" altLang="ja-JP" dirty="0"/>
              <a:t> </a:t>
            </a:r>
            <a:endParaRPr kumimoji="1" lang="ja-JP" altLang="en-US" dirty="0"/>
          </a:p>
        </p:txBody>
      </p:sp>
      <p:sp>
        <p:nvSpPr>
          <p:cNvPr id="59" name="テキスト プレースホルダー 5"/>
          <p:cNvSpPr>
            <a:spLocks noGrp="1"/>
          </p:cNvSpPr>
          <p:nvPr>
            <p:ph type="body" sz="quarter" idx="28" hasCustomPrompt="1"/>
          </p:nvPr>
        </p:nvSpPr>
        <p:spPr>
          <a:xfrm>
            <a:off x="10470880" y="6791803"/>
            <a:ext cx="2746776"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60" name="正方形/長方形 59"/>
          <p:cNvSpPr/>
          <p:nvPr userDrawn="1"/>
        </p:nvSpPr>
        <p:spPr>
          <a:xfrm>
            <a:off x="13586338" y="2478202"/>
            <a:ext cx="3953026" cy="5244961"/>
          </a:xfrm>
          <a:prstGeom prst="rect">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cxnSp>
        <p:nvCxnSpPr>
          <p:cNvPr id="61" name="直線コネクタ 60"/>
          <p:cNvCxnSpPr/>
          <p:nvPr userDrawn="1"/>
        </p:nvCxnSpPr>
        <p:spPr>
          <a:xfrm>
            <a:off x="13586338" y="2625136"/>
            <a:ext cx="3847990"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直線コネクタ 61"/>
          <p:cNvCxnSpPr/>
          <p:nvPr userDrawn="1"/>
        </p:nvCxnSpPr>
        <p:spPr>
          <a:xfrm>
            <a:off x="13754858" y="2520000"/>
            <a:ext cx="0" cy="514800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3" name="直線コネクタ 62"/>
          <p:cNvCxnSpPr/>
          <p:nvPr userDrawn="1"/>
        </p:nvCxnSpPr>
        <p:spPr>
          <a:xfrm>
            <a:off x="13586338" y="7530634"/>
            <a:ext cx="3847990"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4" name="直線コネクタ 63"/>
          <p:cNvCxnSpPr/>
          <p:nvPr userDrawn="1"/>
        </p:nvCxnSpPr>
        <p:spPr>
          <a:xfrm flipV="1">
            <a:off x="17369434" y="2520000"/>
            <a:ext cx="0" cy="514800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65" name="図プレースホルダー 24"/>
          <p:cNvSpPr>
            <a:spLocks noGrp="1"/>
          </p:cNvSpPr>
          <p:nvPr>
            <p:ph type="pic" sz="quarter" idx="29" hasCustomPrompt="1"/>
          </p:nvPr>
        </p:nvSpPr>
        <p:spPr>
          <a:xfrm>
            <a:off x="13852851" y="2742682"/>
            <a:ext cx="3420000" cy="4716000"/>
          </a:xfrm>
          <a:effectLst>
            <a:innerShdw blurRad="114300">
              <a:prstClr val="black"/>
            </a:innerShdw>
          </a:effectLst>
        </p:spPr>
        <p:txBody>
          <a:bodyPr>
            <a:normAutofit/>
          </a:bodyPr>
          <a:lstStyle>
            <a:lvl1pPr>
              <a:defRPr sz="2000">
                <a:solidFill>
                  <a:schemeClr val="bg2"/>
                </a:solidFill>
              </a:defRPr>
            </a:lvl1pPr>
          </a:lstStyle>
          <a:p>
            <a:r>
              <a:rPr kumimoji="1" lang="en-US" altLang="ja-JP" dirty="0"/>
              <a:t>Add an image</a:t>
            </a:r>
            <a:endParaRPr kumimoji="1" lang="ja-JP" altLang="en-US" dirty="0"/>
          </a:p>
        </p:txBody>
      </p:sp>
      <p:sp>
        <p:nvSpPr>
          <p:cNvPr id="66" name="テキスト プレースホルダー 20"/>
          <p:cNvSpPr>
            <a:spLocks noGrp="1"/>
          </p:cNvSpPr>
          <p:nvPr>
            <p:ph type="body" sz="quarter" idx="30" hasCustomPrompt="1"/>
          </p:nvPr>
        </p:nvSpPr>
        <p:spPr>
          <a:xfrm>
            <a:off x="14186730" y="6560547"/>
            <a:ext cx="3470400" cy="1004400"/>
          </a:xfrm>
          <a:blipFill>
            <a:blip r:embed="rId4"/>
            <a:stretch>
              <a:fillRect/>
            </a:stretch>
          </a:blipFill>
          <a:effectLst>
            <a:outerShdw blurRad="50800" dist="38100" dir="2700000" algn="tl" rotWithShape="0">
              <a:prstClr val="black">
                <a:alpha val="40000"/>
              </a:prstClr>
            </a:outerShdw>
          </a:effectLst>
        </p:spPr>
        <p:txBody>
          <a:bodyPr/>
          <a:lstStyle/>
          <a:p>
            <a:pPr lvl="0"/>
            <a:r>
              <a:rPr kumimoji="1" lang="en-US" altLang="ja-JP" dirty="0"/>
              <a:t> </a:t>
            </a:r>
            <a:endParaRPr kumimoji="1" lang="ja-JP" altLang="en-US" dirty="0"/>
          </a:p>
        </p:txBody>
      </p:sp>
      <p:sp>
        <p:nvSpPr>
          <p:cNvPr id="67" name="テキスト プレースホルダー 5"/>
          <p:cNvSpPr>
            <a:spLocks noGrp="1"/>
          </p:cNvSpPr>
          <p:nvPr>
            <p:ph type="body" sz="quarter" idx="31" hasCustomPrompt="1"/>
          </p:nvPr>
        </p:nvSpPr>
        <p:spPr>
          <a:xfrm>
            <a:off x="14750384" y="6791803"/>
            <a:ext cx="2746776"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68" name="テキスト プレースホルダー 5"/>
          <p:cNvSpPr>
            <a:spLocks noGrp="1"/>
          </p:cNvSpPr>
          <p:nvPr>
            <p:ph type="body" sz="quarter" idx="21" hasCustomPrompt="1"/>
          </p:nvPr>
        </p:nvSpPr>
        <p:spPr>
          <a:xfrm>
            <a:off x="1589849" y="7919145"/>
            <a:ext cx="15083341" cy="1133095"/>
          </a:xfrm>
        </p:spPr>
        <p:txBody>
          <a:bodyPr anchor="ctr">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1024470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6" presetClass="entr" presetSubtype="42"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outHorizontal)">
                                      <p:cBhvr>
                                        <p:cTn id="12" dur="500"/>
                                        <p:tgtEl>
                                          <p:spTgt spid="8"/>
                                        </p:tgtEl>
                                      </p:cBhvr>
                                    </p:animEffect>
                                  </p:childTnLst>
                                </p:cTn>
                              </p:par>
                              <p:par>
                                <p:cTn id="13" presetID="22" presetClass="entr" presetSubtype="4" fill="hold" nodeType="withEffect">
                                  <p:stCondLst>
                                    <p:cond delay="25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750"/>
                                        <p:tgtEl>
                                          <p:spTgt spid="12"/>
                                        </p:tgtEl>
                                      </p:cBhvr>
                                    </p:animEffect>
                                  </p:childTnLst>
                                </p:cTn>
                              </p:par>
                              <p:par>
                                <p:cTn id="16" presetID="22" presetClass="entr" presetSubtype="1" fill="hold" nodeType="withEffect">
                                  <p:stCondLst>
                                    <p:cond delay="250"/>
                                  </p:stCondLst>
                                  <p:childTnLst>
                                    <p:set>
                                      <p:cBhvr>
                                        <p:cTn id="17" dur="1" fill="hold">
                                          <p:stCondLst>
                                            <p:cond delay="0"/>
                                          </p:stCondLst>
                                        </p:cTn>
                                        <p:tgtEl>
                                          <p:spTgt spid="10"/>
                                        </p:tgtEl>
                                        <p:attrNameLst>
                                          <p:attrName>style.visibility</p:attrName>
                                        </p:attrNameLst>
                                      </p:cBhvr>
                                      <p:to>
                                        <p:strVal val="visible"/>
                                      </p:to>
                                    </p:set>
                                    <p:animEffect transition="in" filter="wipe(up)">
                                      <p:cBhvr>
                                        <p:cTn id="18" dur="750"/>
                                        <p:tgtEl>
                                          <p:spTgt spid="10"/>
                                        </p:tgtEl>
                                      </p:cBhvr>
                                    </p:animEffect>
                                  </p:childTnLst>
                                </p:cTn>
                              </p:par>
                              <p:par>
                                <p:cTn id="19" presetID="22" presetClass="entr" presetSubtype="8" fill="hold" nodeType="withEffect">
                                  <p:stCondLst>
                                    <p:cond delay="25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750"/>
                                        <p:tgtEl>
                                          <p:spTgt spid="9"/>
                                        </p:tgtEl>
                                      </p:cBhvr>
                                    </p:animEffect>
                                  </p:childTnLst>
                                </p:cTn>
                              </p:par>
                              <p:par>
                                <p:cTn id="22" presetID="22" presetClass="entr" presetSubtype="2" fill="hold" nodeType="withEffect">
                                  <p:stCondLst>
                                    <p:cond delay="250"/>
                                  </p:stCondLst>
                                  <p:childTnLst>
                                    <p:set>
                                      <p:cBhvr>
                                        <p:cTn id="23" dur="1" fill="hold">
                                          <p:stCondLst>
                                            <p:cond delay="0"/>
                                          </p:stCondLst>
                                        </p:cTn>
                                        <p:tgtEl>
                                          <p:spTgt spid="11"/>
                                        </p:tgtEl>
                                        <p:attrNameLst>
                                          <p:attrName>style.visibility</p:attrName>
                                        </p:attrNameLst>
                                      </p:cBhvr>
                                      <p:to>
                                        <p:strVal val="visible"/>
                                      </p:to>
                                    </p:set>
                                    <p:animEffect transition="in" filter="wipe(right)">
                                      <p:cBhvr>
                                        <p:cTn id="24" dur="750"/>
                                        <p:tgtEl>
                                          <p:spTgt spid="11"/>
                                        </p:tgtEl>
                                      </p:cBhvr>
                                    </p:animEffect>
                                  </p:childTnLst>
                                </p:cTn>
                              </p:par>
                              <p:par>
                                <p:cTn id="25" presetID="10" presetClass="entr" presetSubtype="0" fill="hold" grpId="0" nodeType="withEffect">
                                  <p:stCondLst>
                                    <p:cond delay="25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750"/>
                                        <p:tgtEl>
                                          <p:spTgt spid="13"/>
                                        </p:tgtEl>
                                      </p:cBhvr>
                                    </p:animEffect>
                                  </p:childTnLst>
                                </p:cTn>
                              </p:par>
                            </p:childTnLst>
                          </p:cTn>
                        </p:par>
                        <p:par>
                          <p:cTn id="28" fill="hold">
                            <p:stCondLst>
                              <p:cond delay="1500"/>
                            </p:stCondLst>
                            <p:childTnLst>
                              <p:par>
                                <p:cTn id="29" presetID="22" presetClass="entr" presetSubtype="2" fill="hold" grpId="0" nodeType="afterEffect">
                                  <p:stCondLst>
                                    <p:cond delay="0"/>
                                  </p:stCondLst>
                                  <p:childTnLst>
                                    <p:set>
                                      <p:cBhvr>
                                        <p:cTn id="30" dur="1" fill="hold">
                                          <p:stCondLst>
                                            <p:cond delay="0"/>
                                          </p:stCondLst>
                                        </p:cTn>
                                        <p:tgtEl>
                                          <p:spTgt spid="35">
                                            <p:txEl>
                                              <p:pRg st="0" end="0"/>
                                            </p:txEl>
                                          </p:spTgt>
                                        </p:tgtEl>
                                        <p:attrNameLst>
                                          <p:attrName>style.visibility</p:attrName>
                                        </p:attrNameLst>
                                      </p:cBhvr>
                                      <p:to>
                                        <p:strVal val="visible"/>
                                      </p:to>
                                    </p:set>
                                    <p:animEffect transition="in" filter="wipe(right)">
                                      <p:cBhvr>
                                        <p:cTn id="31" dur="500"/>
                                        <p:tgtEl>
                                          <p:spTgt spid="35">
                                            <p:txEl>
                                              <p:pRg st="0" end="0"/>
                                            </p:txEl>
                                          </p:spTgt>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right)">
                                      <p:cBhvr>
                                        <p:cTn id="34" dur="500"/>
                                        <p:tgtEl>
                                          <p:spTgt spid="21"/>
                                        </p:tgtEl>
                                      </p:cBhvr>
                                    </p:animEffect>
                                  </p:childTnLst>
                                </p:cTn>
                              </p:par>
                            </p:childTnLst>
                          </p:cTn>
                        </p:par>
                        <p:par>
                          <p:cTn id="35" fill="hold">
                            <p:stCondLst>
                              <p:cond delay="2000"/>
                            </p:stCondLst>
                            <p:childTnLst>
                              <p:par>
                                <p:cTn id="36" presetID="16" presetClass="entr" presetSubtype="42" fill="hold" grpId="0" nodeType="after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barn(outHorizontal)">
                                      <p:cBhvr>
                                        <p:cTn id="38" dur="500"/>
                                        <p:tgtEl>
                                          <p:spTgt spid="42"/>
                                        </p:tgtEl>
                                      </p:cBhvr>
                                    </p:animEffect>
                                  </p:childTnLst>
                                </p:cTn>
                              </p:par>
                              <p:par>
                                <p:cTn id="39" presetID="22" presetClass="entr" presetSubtype="4" fill="hold" nodeType="withEffect">
                                  <p:stCondLst>
                                    <p:cond delay="250"/>
                                  </p:stCondLst>
                                  <p:childTnLst>
                                    <p:set>
                                      <p:cBhvr>
                                        <p:cTn id="40" dur="1" fill="hold">
                                          <p:stCondLst>
                                            <p:cond delay="0"/>
                                          </p:stCondLst>
                                        </p:cTn>
                                        <p:tgtEl>
                                          <p:spTgt spid="46"/>
                                        </p:tgtEl>
                                        <p:attrNameLst>
                                          <p:attrName>style.visibility</p:attrName>
                                        </p:attrNameLst>
                                      </p:cBhvr>
                                      <p:to>
                                        <p:strVal val="visible"/>
                                      </p:to>
                                    </p:set>
                                    <p:animEffect transition="in" filter="wipe(down)">
                                      <p:cBhvr>
                                        <p:cTn id="41" dur="750"/>
                                        <p:tgtEl>
                                          <p:spTgt spid="46"/>
                                        </p:tgtEl>
                                      </p:cBhvr>
                                    </p:animEffect>
                                  </p:childTnLst>
                                </p:cTn>
                              </p:par>
                              <p:par>
                                <p:cTn id="42" presetID="22" presetClass="entr" presetSubtype="1" fill="hold" nodeType="withEffect">
                                  <p:stCondLst>
                                    <p:cond delay="250"/>
                                  </p:stCondLst>
                                  <p:childTnLst>
                                    <p:set>
                                      <p:cBhvr>
                                        <p:cTn id="43" dur="1" fill="hold">
                                          <p:stCondLst>
                                            <p:cond delay="0"/>
                                          </p:stCondLst>
                                        </p:cTn>
                                        <p:tgtEl>
                                          <p:spTgt spid="44"/>
                                        </p:tgtEl>
                                        <p:attrNameLst>
                                          <p:attrName>style.visibility</p:attrName>
                                        </p:attrNameLst>
                                      </p:cBhvr>
                                      <p:to>
                                        <p:strVal val="visible"/>
                                      </p:to>
                                    </p:set>
                                    <p:animEffect transition="in" filter="wipe(up)">
                                      <p:cBhvr>
                                        <p:cTn id="44" dur="750"/>
                                        <p:tgtEl>
                                          <p:spTgt spid="44"/>
                                        </p:tgtEl>
                                      </p:cBhvr>
                                    </p:animEffect>
                                  </p:childTnLst>
                                </p:cTn>
                              </p:par>
                              <p:par>
                                <p:cTn id="45" presetID="22" presetClass="entr" presetSubtype="8" fill="hold" nodeType="withEffect">
                                  <p:stCondLst>
                                    <p:cond delay="250"/>
                                  </p:stCondLst>
                                  <p:childTnLst>
                                    <p:set>
                                      <p:cBhvr>
                                        <p:cTn id="46" dur="1" fill="hold">
                                          <p:stCondLst>
                                            <p:cond delay="0"/>
                                          </p:stCondLst>
                                        </p:cTn>
                                        <p:tgtEl>
                                          <p:spTgt spid="43"/>
                                        </p:tgtEl>
                                        <p:attrNameLst>
                                          <p:attrName>style.visibility</p:attrName>
                                        </p:attrNameLst>
                                      </p:cBhvr>
                                      <p:to>
                                        <p:strVal val="visible"/>
                                      </p:to>
                                    </p:set>
                                    <p:animEffect transition="in" filter="wipe(left)">
                                      <p:cBhvr>
                                        <p:cTn id="47" dur="750"/>
                                        <p:tgtEl>
                                          <p:spTgt spid="43"/>
                                        </p:tgtEl>
                                      </p:cBhvr>
                                    </p:animEffect>
                                  </p:childTnLst>
                                </p:cTn>
                              </p:par>
                              <p:par>
                                <p:cTn id="48" presetID="22" presetClass="entr" presetSubtype="2" fill="hold" nodeType="withEffect">
                                  <p:stCondLst>
                                    <p:cond delay="250"/>
                                  </p:stCondLst>
                                  <p:childTnLst>
                                    <p:set>
                                      <p:cBhvr>
                                        <p:cTn id="49" dur="1" fill="hold">
                                          <p:stCondLst>
                                            <p:cond delay="0"/>
                                          </p:stCondLst>
                                        </p:cTn>
                                        <p:tgtEl>
                                          <p:spTgt spid="45"/>
                                        </p:tgtEl>
                                        <p:attrNameLst>
                                          <p:attrName>style.visibility</p:attrName>
                                        </p:attrNameLst>
                                      </p:cBhvr>
                                      <p:to>
                                        <p:strVal val="visible"/>
                                      </p:to>
                                    </p:set>
                                    <p:animEffect transition="in" filter="wipe(right)">
                                      <p:cBhvr>
                                        <p:cTn id="50" dur="750"/>
                                        <p:tgtEl>
                                          <p:spTgt spid="45"/>
                                        </p:tgtEl>
                                      </p:cBhvr>
                                    </p:animEffect>
                                  </p:childTnLst>
                                </p:cTn>
                              </p:par>
                              <p:par>
                                <p:cTn id="51" presetID="10" presetClass="entr" presetSubtype="0" fill="hold" grpId="0" nodeType="withEffect">
                                  <p:stCondLst>
                                    <p:cond delay="250"/>
                                  </p:stCondLst>
                                  <p:childTnLst>
                                    <p:set>
                                      <p:cBhvr>
                                        <p:cTn id="52" dur="1" fill="hold">
                                          <p:stCondLst>
                                            <p:cond delay="0"/>
                                          </p:stCondLst>
                                        </p:cTn>
                                        <p:tgtEl>
                                          <p:spTgt spid="47"/>
                                        </p:tgtEl>
                                        <p:attrNameLst>
                                          <p:attrName>style.visibility</p:attrName>
                                        </p:attrNameLst>
                                      </p:cBhvr>
                                      <p:to>
                                        <p:strVal val="visible"/>
                                      </p:to>
                                    </p:set>
                                    <p:animEffect transition="in" filter="fade">
                                      <p:cBhvr>
                                        <p:cTn id="53" dur="750"/>
                                        <p:tgtEl>
                                          <p:spTgt spid="47"/>
                                        </p:tgtEl>
                                      </p:cBhvr>
                                    </p:animEffect>
                                  </p:childTnLst>
                                </p:cTn>
                              </p:par>
                            </p:childTnLst>
                          </p:cTn>
                        </p:par>
                        <p:par>
                          <p:cTn id="54" fill="hold">
                            <p:stCondLst>
                              <p:cond delay="3000"/>
                            </p:stCondLst>
                            <p:childTnLst>
                              <p:par>
                                <p:cTn id="55" presetID="22" presetClass="entr" presetSubtype="2" fill="hold" grpId="0" nodeType="afterEffect">
                                  <p:stCondLst>
                                    <p:cond delay="0"/>
                                  </p:stCondLst>
                                  <p:childTnLst>
                                    <p:set>
                                      <p:cBhvr>
                                        <p:cTn id="56" dur="1" fill="hold">
                                          <p:stCondLst>
                                            <p:cond delay="0"/>
                                          </p:stCondLst>
                                        </p:cTn>
                                        <p:tgtEl>
                                          <p:spTgt spid="49">
                                            <p:txEl>
                                              <p:pRg st="0" end="0"/>
                                            </p:txEl>
                                          </p:spTgt>
                                        </p:tgtEl>
                                        <p:attrNameLst>
                                          <p:attrName>style.visibility</p:attrName>
                                        </p:attrNameLst>
                                      </p:cBhvr>
                                      <p:to>
                                        <p:strVal val="visible"/>
                                      </p:to>
                                    </p:set>
                                    <p:animEffect transition="in" filter="wipe(right)">
                                      <p:cBhvr>
                                        <p:cTn id="57" dur="500"/>
                                        <p:tgtEl>
                                          <p:spTgt spid="49">
                                            <p:txEl>
                                              <p:pRg st="0" end="0"/>
                                            </p:txEl>
                                          </p:spTgt>
                                        </p:tgtEl>
                                      </p:cBhvr>
                                    </p:animEffect>
                                  </p:childTnLst>
                                </p:cTn>
                              </p:par>
                              <p:par>
                                <p:cTn id="58" presetID="22" presetClass="entr" presetSubtype="2" fill="hold" grpId="0" nodeType="withEffect">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wipe(right)">
                                      <p:cBhvr>
                                        <p:cTn id="60" dur="500"/>
                                        <p:tgtEl>
                                          <p:spTgt spid="48"/>
                                        </p:tgtEl>
                                      </p:cBhvr>
                                    </p:animEffect>
                                  </p:childTnLst>
                                </p:cTn>
                              </p:par>
                            </p:childTnLst>
                          </p:cTn>
                        </p:par>
                        <p:par>
                          <p:cTn id="61" fill="hold">
                            <p:stCondLst>
                              <p:cond delay="3500"/>
                            </p:stCondLst>
                            <p:childTnLst>
                              <p:par>
                                <p:cTn id="62" presetID="16" presetClass="entr" presetSubtype="42" fill="hold" grpId="0" nodeType="afterEffect">
                                  <p:stCondLst>
                                    <p:cond delay="0"/>
                                  </p:stCondLst>
                                  <p:childTnLst>
                                    <p:set>
                                      <p:cBhvr>
                                        <p:cTn id="63" dur="1" fill="hold">
                                          <p:stCondLst>
                                            <p:cond delay="0"/>
                                          </p:stCondLst>
                                        </p:cTn>
                                        <p:tgtEl>
                                          <p:spTgt spid="52"/>
                                        </p:tgtEl>
                                        <p:attrNameLst>
                                          <p:attrName>style.visibility</p:attrName>
                                        </p:attrNameLst>
                                      </p:cBhvr>
                                      <p:to>
                                        <p:strVal val="visible"/>
                                      </p:to>
                                    </p:set>
                                    <p:animEffect transition="in" filter="barn(outHorizontal)">
                                      <p:cBhvr>
                                        <p:cTn id="64" dur="500"/>
                                        <p:tgtEl>
                                          <p:spTgt spid="52"/>
                                        </p:tgtEl>
                                      </p:cBhvr>
                                    </p:animEffect>
                                  </p:childTnLst>
                                </p:cTn>
                              </p:par>
                              <p:par>
                                <p:cTn id="65" presetID="22" presetClass="entr" presetSubtype="4" fill="hold" nodeType="withEffect">
                                  <p:stCondLst>
                                    <p:cond delay="250"/>
                                  </p:stCondLst>
                                  <p:childTnLst>
                                    <p:set>
                                      <p:cBhvr>
                                        <p:cTn id="66" dur="1" fill="hold">
                                          <p:stCondLst>
                                            <p:cond delay="0"/>
                                          </p:stCondLst>
                                        </p:cTn>
                                        <p:tgtEl>
                                          <p:spTgt spid="56"/>
                                        </p:tgtEl>
                                        <p:attrNameLst>
                                          <p:attrName>style.visibility</p:attrName>
                                        </p:attrNameLst>
                                      </p:cBhvr>
                                      <p:to>
                                        <p:strVal val="visible"/>
                                      </p:to>
                                    </p:set>
                                    <p:animEffect transition="in" filter="wipe(down)">
                                      <p:cBhvr>
                                        <p:cTn id="67" dur="750"/>
                                        <p:tgtEl>
                                          <p:spTgt spid="56"/>
                                        </p:tgtEl>
                                      </p:cBhvr>
                                    </p:animEffect>
                                  </p:childTnLst>
                                </p:cTn>
                              </p:par>
                              <p:par>
                                <p:cTn id="68" presetID="22" presetClass="entr" presetSubtype="1" fill="hold" nodeType="withEffect">
                                  <p:stCondLst>
                                    <p:cond delay="250"/>
                                  </p:stCondLst>
                                  <p:childTnLst>
                                    <p:set>
                                      <p:cBhvr>
                                        <p:cTn id="69" dur="1" fill="hold">
                                          <p:stCondLst>
                                            <p:cond delay="0"/>
                                          </p:stCondLst>
                                        </p:cTn>
                                        <p:tgtEl>
                                          <p:spTgt spid="54"/>
                                        </p:tgtEl>
                                        <p:attrNameLst>
                                          <p:attrName>style.visibility</p:attrName>
                                        </p:attrNameLst>
                                      </p:cBhvr>
                                      <p:to>
                                        <p:strVal val="visible"/>
                                      </p:to>
                                    </p:set>
                                    <p:animEffect transition="in" filter="wipe(up)">
                                      <p:cBhvr>
                                        <p:cTn id="70" dur="750"/>
                                        <p:tgtEl>
                                          <p:spTgt spid="54"/>
                                        </p:tgtEl>
                                      </p:cBhvr>
                                    </p:animEffect>
                                  </p:childTnLst>
                                </p:cTn>
                              </p:par>
                              <p:par>
                                <p:cTn id="71" presetID="22" presetClass="entr" presetSubtype="8" fill="hold" nodeType="withEffect">
                                  <p:stCondLst>
                                    <p:cond delay="250"/>
                                  </p:stCondLst>
                                  <p:childTnLst>
                                    <p:set>
                                      <p:cBhvr>
                                        <p:cTn id="72" dur="1" fill="hold">
                                          <p:stCondLst>
                                            <p:cond delay="0"/>
                                          </p:stCondLst>
                                        </p:cTn>
                                        <p:tgtEl>
                                          <p:spTgt spid="53"/>
                                        </p:tgtEl>
                                        <p:attrNameLst>
                                          <p:attrName>style.visibility</p:attrName>
                                        </p:attrNameLst>
                                      </p:cBhvr>
                                      <p:to>
                                        <p:strVal val="visible"/>
                                      </p:to>
                                    </p:set>
                                    <p:animEffect transition="in" filter="wipe(left)">
                                      <p:cBhvr>
                                        <p:cTn id="73" dur="750"/>
                                        <p:tgtEl>
                                          <p:spTgt spid="53"/>
                                        </p:tgtEl>
                                      </p:cBhvr>
                                    </p:animEffect>
                                  </p:childTnLst>
                                </p:cTn>
                              </p:par>
                              <p:par>
                                <p:cTn id="74" presetID="22" presetClass="entr" presetSubtype="2" fill="hold" nodeType="withEffect">
                                  <p:stCondLst>
                                    <p:cond delay="250"/>
                                  </p:stCondLst>
                                  <p:childTnLst>
                                    <p:set>
                                      <p:cBhvr>
                                        <p:cTn id="75" dur="1" fill="hold">
                                          <p:stCondLst>
                                            <p:cond delay="0"/>
                                          </p:stCondLst>
                                        </p:cTn>
                                        <p:tgtEl>
                                          <p:spTgt spid="55"/>
                                        </p:tgtEl>
                                        <p:attrNameLst>
                                          <p:attrName>style.visibility</p:attrName>
                                        </p:attrNameLst>
                                      </p:cBhvr>
                                      <p:to>
                                        <p:strVal val="visible"/>
                                      </p:to>
                                    </p:set>
                                    <p:animEffect transition="in" filter="wipe(right)">
                                      <p:cBhvr>
                                        <p:cTn id="76" dur="750"/>
                                        <p:tgtEl>
                                          <p:spTgt spid="55"/>
                                        </p:tgtEl>
                                      </p:cBhvr>
                                    </p:animEffect>
                                  </p:childTnLst>
                                </p:cTn>
                              </p:par>
                              <p:par>
                                <p:cTn id="77" presetID="10" presetClass="entr" presetSubtype="0" fill="hold" grpId="0" nodeType="withEffect">
                                  <p:stCondLst>
                                    <p:cond delay="250"/>
                                  </p:stCondLst>
                                  <p:childTnLst>
                                    <p:set>
                                      <p:cBhvr>
                                        <p:cTn id="78" dur="1" fill="hold">
                                          <p:stCondLst>
                                            <p:cond delay="0"/>
                                          </p:stCondLst>
                                        </p:cTn>
                                        <p:tgtEl>
                                          <p:spTgt spid="57"/>
                                        </p:tgtEl>
                                        <p:attrNameLst>
                                          <p:attrName>style.visibility</p:attrName>
                                        </p:attrNameLst>
                                      </p:cBhvr>
                                      <p:to>
                                        <p:strVal val="visible"/>
                                      </p:to>
                                    </p:set>
                                    <p:animEffect transition="in" filter="fade">
                                      <p:cBhvr>
                                        <p:cTn id="79" dur="750"/>
                                        <p:tgtEl>
                                          <p:spTgt spid="57"/>
                                        </p:tgtEl>
                                      </p:cBhvr>
                                    </p:animEffect>
                                  </p:childTnLst>
                                </p:cTn>
                              </p:par>
                            </p:childTnLst>
                          </p:cTn>
                        </p:par>
                        <p:par>
                          <p:cTn id="80" fill="hold">
                            <p:stCondLst>
                              <p:cond delay="4500"/>
                            </p:stCondLst>
                            <p:childTnLst>
                              <p:par>
                                <p:cTn id="81" presetID="22" presetClass="entr" presetSubtype="2" fill="hold" grpId="0" nodeType="afterEffect">
                                  <p:stCondLst>
                                    <p:cond delay="0"/>
                                  </p:stCondLst>
                                  <p:childTnLst>
                                    <p:set>
                                      <p:cBhvr>
                                        <p:cTn id="82" dur="1" fill="hold">
                                          <p:stCondLst>
                                            <p:cond delay="0"/>
                                          </p:stCondLst>
                                        </p:cTn>
                                        <p:tgtEl>
                                          <p:spTgt spid="59">
                                            <p:txEl>
                                              <p:pRg st="0" end="0"/>
                                            </p:txEl>
                                          </p:spTgt>
                                        </p:tgtEl>
                                        <p:attrNameLst>
                                          <p:attrName>style.visibility</p:attrName>
                                        </p:attrNameLst>
                                      </p:cBhvr>
                                      <p:to>
                                        <p:strVal val="visible"/>
                                      </p:to>
                                    </p:set>
                                    <p:animEffect transition="in" filter="wipe(right)">
                                      <p:cBhvr>
                                        <p:cTn id="83" dur="500"/>
                                        <p:tgtEl>
                                          <p:spTgt spid="59">
                                            <p:txEl>
                                              <p:pRg st="0" end="0"/>
                                            </p:txEl>
                                          </p:spTgt>
                                        </p:tgtEl>
                                      </p:cBhvr>
                                    </p:animEffect>
                                  </p:childTnLst>
                                </p:cTn>
                              </p:par>
                              <p:par>
                                <p:cTn id="84" presetID="22" presetClass="entr" presetSubtype="2" fill="hold" grpId="0" nodeType="withEffect">
                                  <p:stCondLst>
                                    <p:cond delay="0"/>
                                  </p:stCondLst>
                                  <p:childTnLst>
                                    <p:set>
                                      <p:cBhvr>
                                        <p:cTn id="85" dur="1" fill="hold">
                                          <p:stCondLst>
                                            <p:cond delay="0"/>
                                          </p:stCondLst>
                                        </p:cTn>
                                        <p:tgtEl>
                                          <p:spTgt spid="58"/>
                                        </p:tgtEl>
                                        <p:attrNameLst>
                                          <p:attrName>style.visibility</p:attrName>
                                        </p:attrNameLst>
                                      </p:cBhvr>
                                      <p:to>
                                        <p:strVal val="visible"/>
                                      </p:to>
                                    </p:set>
                                    <p:animEffect transition="in" filter="wipe(right)">
                                      <p:cBhvr>
                                        <p:cTn id="86" dur="500"/>
                                        <p:tgtEl>
                                          <p:spTgt spid="58"/>
                                        </p:tgtEl>
                                      </p:cBhvr>
                                    </p:animEffect>
                                  </p:childTnLst>
                                </p:cTn>
                              </p:par>
                            </p:childTnLst>
                          </p:cTn>
                        </p:par>
                        <p:par>
                          <p:cTn id="87" fill="hold">
                            <p:stCondLst>
                              <p:cond delay="5000"/>
                            </p:stCondLst>
                            <p:childTnLst>
                              <p:par>
                                <p:cTn id="88" presetID="16" presetClass="entr" presetSubtype="42" fill="hold" grpId="0" nodeType="afterEffect">
                                  <p:stCondLst>
                                    <p:cond delay="0"/>
                                  </p:stCondLst>
                                  <p:childTnLst>
                                    <p:set>
                                      <p:cBhvr>
                                        <p:cTn id="89" dur="1" fill="hold">
                                          <p:stCondLst>
                                            <p:cond delay="0"/>
                                          </p:stCondLst>
                                        </p:cTn>
                                        <p:tgtEl>
                                          <p:spTgt spid="60"/>
                                        </p:tgtEl>
                                        <p:attrNameLst>
                                          <p:attrName>style.visibility</p:attrName>
                                        </p:attrNameLst>
                                      </p:cBhvr>
                                      <p:to>
                                        <p:strVal val="visible"/>
                                      </p:to>
                                    </p:set>
                                    <p:animEffect transition="in" filter="barn(outHorizontal)">
                                      <p:cBhvr>
                                        <p:cTn id="90" dur="500"/>
                                        <p:tgtEl>
                                          <p:spTgt spid="60"/>
                                        </p:tgtEl>
                                      </p:cBhvr>
                                    </p:animEffect>
                                  </p:childTnLst>
                                </p:cTn>
                              </p:par>
                              <p:par>
                                <p:cTn id="91" presetID="22" presetClass="entr" presetSubtype="4" fill="hold" nodeType="withEffect">
                                  <p:stCondLst>
                                    <p:cond delay="250"/>
                                  </p:stCondLst>
                                  <p:childTnLst>
                                    <p:set>
                                      <p:cBhvr>
                                        <p:cTn id="92" dur="1" fill="hold">
                                          <p:stCondLst>
                                            <p:cond delay="0"/>
                                          </p:stCondLst>
                                        </p:cTn>
                                        <p:tgtEl>
                                          <p:spTgt spid="64"/>
                                        </p:tgtEl>
                                        <p:attrNameLst>
                                          <p:attrName>style.visibility</p:attrName>
                                        </p:attrNameLst>
                                      </p:cBhvr>
                                      <p:to>
                                        <p:strVal val="visible"/>
                                      </p:to>
                                    </p:set>
                                    <p:animEffect transition="in" filter="wipe(down)">
                                      <p:cBhvr>
                                        <p:cTn id="93" dur="750"/>
                                        <p:tgtEl>
                                          <p:spTgt spid="64"/>
                                        </p:tgtEl>
                                      </p:cBhvr>
                                    </p:animEffect>
                                  </p:childTnLst>
                                </p:cTn>
                              </p:par>
                              <p:par>
                                <p:cTn id="94" presetID="22" presetClass="entr" presetSubtype="1" fill="hold" nodeType="withEffect">
                                  <p:stCondLst>
                                    <p:cond delay="250"/>
                                  </p:stCondLst>
                                  <p:childTnLst>
                                    <p:set>
                                      <p:cBhvr>
                                        <p:cTn id="95" dur="1" fill="hold">
                                          <p:stCondLst>
                                            <p:cond delay="0"/>
                                          </p:stCondLst>
                                        </p:cTn>
                                        <p:tgtEl>
                                          <p:spTgt spid="62"/>
                                        </p:tgtEl>
                                        <p:attrNameLst>
                                          <p:attrName>style.visibility</p:attrName>
                                        </p:attrNameLst>
                                      </p:cBhvr>
                                      <p:to>
                                        <p:strVal val="visible"/>
                                      </p:to>
                                    </p:set>
                                    <p:animEffect transition="in" filter="wipe(up)">
                                      <p:cBhvr>
                                        <p:cTn id="96" dur="750"/>
                                        <p:tgtEl>
                                          <p:spTgt spid="62"/>
                                        </p:tgtEl>
                                      </p:cBhvr>
                                    </p:animEffect>
                                  </p:childTnLst>
                                </p:cTn>
                              </p:par>
                              <p:par>
                                <p:cTn id="97" presetID="22" presetClass="entr" presetSubtype="8" fill="hold" nodeType="withEffect">
                                  <p:stCondLst>
                                    <p:cond delay="250"/>
                                  </p:stCondLst>
                                  <p:childTnLst>
                                    <p:set>
                                      <p:cBhvr>
                                        <p:cTn id="98" dur="1" fill="hold">
                                          <p:stCondLst>
                                            <p:cond delay="0"/>
                                          </p:stCondLst>
                                        </p:cTn>
                                        <p:tgtEl>
                                          <p:spTgt spid="61"/>
                                        </p:tgtEl>
                                        <p:attrNameLst>
                                          <p:attrName>style.visibility</p:attrName>
                                        </p:attrNameLst>
                                      </p:cBhvr>
                                      <p:to>
                                        <p:strVal val="visible"/>
                                      </p:to>
                                    </p:set>
                                    <p:animEffect transition="in" filter="wipe(left)">
                                      <p:cBhvr>
                                        <p:cTn id="99" dur="750"/>
                                        <p:tgtEl>
                                          <p:spTgt spid="61"/>
                                        </p:tgtEl>
                                      </p:cBhvr>
                                    </p:animEffect>
                                  </p:childTnLst>
                                </p:cTn>
                              </p:par>
                              <p:par>
                                <p:cTn id="100" presetID="22" presetClass="entr" presetSubtype="2" fill="hold" nodeType="withEffect">
                                  <p:stCondLst>
                                    <p:cond delay="250"/>
                                  </p:stCondLst>
                                  <p:childTnLst>
                                    <p:set>
                                      <p:cBhvr>
                                        <p:cTn id="101" dur="1" fill="hold">
                                          <p:stCondLst>
                                            <p:cond delay="0"/>
                                          </p:stCondLst>
                                        </p:cTn>
                                        <p:tgtEl>
                                          <p:spTgt spid="63"/>
                                        </p:tgtEl>
                                        <p:attrNameLst>
                                          <p:attrName>style.visibility</p:attrName>
                                        </p:attrNameLst>
                                      </p:cBhvr>
                                      <p:to>
                                        <p:strVal val="visible"/>
                                      </p:to>
                                    </p:set>
                                    <p:animEffect transition="in" filter="wipe(right)">
                                      <p:cBhvr>
                                        <p:cTn id="102" dur="750"/>
                                        <p:tgtEl>
                                          <p:spTgt spid="63"/>
                                        </p:tgtEl>
                                      </p:cBhvr>
                                    </p:animEffect>
                                  </p:childTnLst>
                                </p:cTn>
                              </p:par>
                              <p:par>
                                <p:cTn id="103" presetID="10" presetClass="entr" presetSubtype="0" fill="hold" grpId="0" nodeType="withEffect">
                                  <p:stCondLst>
                                    <p:cond delay="250"/>
                                  </p:stCondLst>
                                  <p:childTnLst>
                                    <p:set>
                                      <p:cBhvr>
                                        <p:cTn id="104" dur="1" fill="hold">
                                          <p:stCondLst>
                                            <p:cond delay="0"/>
                                          </p:stCondLst>
                                        </p:cTn>
                                        <p:tgtEl>
                                          <p:spTgt spid="65"/>
                                        </p:tgtEl>
                                        <p:attrNameLst>
                                          <p:attrName>style.visibility</p:attrName>
                                        </p:attrNameLst>
                                      </p:cBhvr>
                                      <p:to>
                                        <p:strVal val="visible"/>
                                      </p:to>
                                    </p:set>
                                    <p:animEffect transition="in" filter="fade">
                                      <p:cBhvr>
                                        <p:cTn id="105" dur="750"/>
                                        <p:tgtEl>
                                          <p:spTgt spid="65"/>
                                        </p:tgtEl>
                                      </p:cBhvr>
                                    </p:animEffect>
                                  </p:childTnLst>
                                </p:cTn>
                              </p:par>
                            </p:childTnLst>
                          </p:cTn>
                        </p:par>
                        <p:par>
                          <p:cTn id="106" fill="hold">
                            <p:stCondLst>
                              <p:cond delay="6000"/>
                            </p:stCondLst>
                            <p:childTnLst>
                              <p:par>
                                <p:cTn id="107" presetID="22" presetClass="entr" presetSubtype="2" fill="hold" grpId="0" nodeType="afterEffect">
                                  <p:stCondLst>
                                    <p:cond delay="0"/>
                                  </p:stCondLst>
                                  <p:childTnLst>
                                    <p:set>
                                      <p:cBhvr>
                                        <p:cTn id="108" dur="1" fill="hold">
                                          <p:stCondLst>
                                            <p:cond delay="0"/>
                                          </p:stCondLst>
                                        </p:cTn>
                                        <p:tgtEl>
                                          <p:spTgt spid="67">
                                            <p:txEl>
                                              <p:pRg st="0" end="0"/>
                                            </p:txEl>
                                          </p:spTgt>
                                        </p:tgtEl>
                                        <p:attrNameLst>
                                          <p:attrName>style.visibility</p:attrName>
                                        </p:attrNameLst>
                                      </p:cBhvr>
                                      <p:to>
                                        <p:strVal val="visible"/>
                                      </p:to>
                                    </p:set>
                                    <p:animEffect transition="in" filter="wipe(right)">
                                      <p:cBhvr>
                                        <p:cTn id="109" dur="500"/>
                                        <p:tgtEl>
                                          <p:spTgt spid="67">
                                            <p:txEl>
                                              <p:pRg st="0" end="0"/>
                                            </p:txEl>
                                          </p:spTgt>
                                        </p:tgtEl>
                                      </p:cBhvr>
                                    </p:animEffect>
                                  </p:childTnLst>
                                </p:cTn>
                              </p:par>
                              <p:par>
                                <p:cTn id="110" presetID="22" presetClass="entr" presetSubtype="2" fill="hold" grpId="0" nodeType="withEffect">
                                  <p:stCondLst>
                                    <p:cond delay="0"/>
                                  </p:stCondLst>
                                  <p:childTnLst>
                                    <p:set>
                                      <p:cBhvr>
                                        <p:cTn id="111" dur="1" fill="hold">
                                          <p:stCondLst>
                                            <p:cond delay="0"/>
                                          </p:stCondLst>
                                        </p:cTn>
                                        <p:tgtEl>
                                          <p:spTgt spid="66"/>
                                        </p:tgtEl>
                                        <p:attrNameLst>
                                          <p:attrName>style.visibility</p:attrName>
                                        </p:attrNameLst>
                                      </p:cBhvr>
                                      <p:to>
                                        <p:strVal val="visible"/>
                                      </p:to>
                                    </p:set>
                                    <p:animEffect transition="in" filter="wipe(right)">
                                      <p:cBhvr>
                                        <p:cTn id="112" dur="500"/>
                                        <p:tgtEl>
                                          <p:spTgt spid="66"/>
                                        </p:tgtEl>
                                      </p:cBhvr>
                                    </p:animEffect>
                                  </p:childTnLst>
                                </p:cTn>
                              </p:par>
                            </p:childTnLst>
                          </p:cTn>
                        </p:par>
                        <p:par>
                          <p:cTn id="113" fill="hold">
                            <p:stCondLst>
                              <p:cond delay="6500"/>
                            </p:stCondLst>
                            <p:childTnLst>
                              <p:par>
                                <p:cTn id="114" presetID="2" presetClass="entr" presetSubtype="4" decel="100000" fill="hold" grpId="0" nodeType="afterEffect">
                                  <p:stCondLst>
                                    <p:cond delay="250"/>
                                  </p:stCondLst>
                                  <p:childTnLst>
                                    <p:set>
                                      <p:cBhvr>
                                        <p:cTn id="115" dur="1" fill="hold">
                                          <p:stCondLst>
                                            <p:cond delay="0"/>
                                          </p:stCondLst>
                                        </p:cTn>
                                        <p:tgtEl>
                                          <p:spTgt spid="68"/>
                                        </p:tgtEl>
                                        <p:attrNameLst>
                                          <p:attrName>style.visibility</p:attrName>
                                        </p:attrNameLst>
                                      </p:cBhvr>
                                      <p:to>
                                        <p:strVal val="visible"/>
                                      </p:to>
                                    </p:set>
                                    <p:anim calcmode="lin" valueType="num">
                                      <p:cBhvr additive="base">
                                        <p:cTn id="116" dur="500" fill="hold"/>
                                        <p:tgtEl>
                                          <p:spTgt spid="68"/>
                                        </p:tgtEl>
                                        <p:attrNameLst>
                                          <p:attrName>ppt_x</p:attrName>
                                        </p:attrNameLst>
                                      </p:cBhvr>
                                      <p:tavLst>
                                        <p:tav tm="0">
                                          <p:val>
                                            <p:strVal val="#ppt_x"/>
                                          </p:val>
                                        </p:tav>
                                        <p:tav tm="100000">
                                          <p:val>
                                            <p:strVal val="#ppt_x"/>
                                          </p:val>
                                        </p:tav>
                                      </p:tavLst>
                                    </p:anim>
                                    <p:anim calcmode="lin" valueType="num">
                                      <p:cBhvr additive="base">
                                        <p:cTn id="117"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 presetClass="entr" presetSubtype="1" decel="10000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0-#ppt_h/2"/>
                          </p:val>
                        </p:tav>
                        <p:tav tm="100000">
                          <p:val>
                            <p:strVal val="#ppt_y"/>
                          </p:val>
                        </p:tav>
                      </p:tavLst>
                    </p:anim>
                  </p:childTnLst>
                </p:cTn>
              </p:par>
            </p:tnLst>
          </p:tmpl>
        </p:tmplLst>
      </p:bldP>
      <p:bldP spid="8" grpId="0" animBg="1"/>
      <p:bldP spid="13" grpId="0"/>
      <p:bldP spid="21" grpId="0" animBg="1">
        <p:tmplLst>
          <p:tmpl>
            <p:tnLst>
              <p:par>
                <p:cTn presetID="22" presetClass="entr" presetSubtype="2"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wipe(right)">
                      <p:cBhvr>
                        <p:cTn dur="500"/>
                        <p:tgtEl>
                          <p:spTgt spid="21"/>
                        </p:tgtEl>
                      </p:cBhvr>
                    </p:animEffect>
                  </p:childTnLst>
                </p:cTn>
              </p:par>
            </p:tnLst>
          </p:tmpl>
        </p:tmplLst>
      </p:bldP>
      <p:bldP spid="35" grpId="0" build="p">
        <p:tmplLst>
          <p:tmpl lvl="1">
            <p:tnLst>
              <p:par>
                <p:cTn presetID="22" presetClass="entr" presetSubtype="2"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right)">
                      <p:cBhvr>
                        <p:cTn dur="500"/>
                        <p:tgtEl>
                          <p:spTgt spid="35"/>
                        </p:tgtEl>
                      </p:cBhvr>
                    </p:animEffect>
                  </p:childTnLst>
                </p:cTn>
              </p:par>
            </p:tnLst>
          </p:tmpl>
        </p:tmplLst>
      </p:bldP>
      <p:bldP spid="42" grpId="0" animBg="1"/>
      <p:bldP spid="47" grpId="0"/>
      <p:bldP spid="48" grpId="0" animBg="1">
        <p:tmplLst>
          <p:tmpl>
            <p:tnLst>
              <p:par>
                <p:cTn presetID="22" presetClass="entr" presetSubtype="2"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wipe(right)">
                      <p:cBhvr>
                        <p:cTn dur="500"/>
                        <p:tgtEl>
                          <p:spTgt spid="48"/>
                        </p:tgtEl>
                      </p:cBhvr>
                    </p:animEffect>
                  </p:childTnLst>
                </p:cTn>
              </p:par>
            </p:tnLst>
          </p:tmpl>
        </p:tmplLst>
      </p:bldP>
      <p:bldP spid="49" grpId="0" build="p">
        <p:tmplLst>
          <p:tmpl lvl="1">
            <p:tnLst>
              <p:par>
                <p:cTn presetID="22" presetClass="entr" presetSubtype="2" fill="hold" nodeType="after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wipe(right)">
                      <p:cBhvr>
                        <p:cTn dur="500"/>
                        <p:tgtEl>
                          <p:spTgt spid="49"/>
                        </p:tgtEl>
                      </p:cBhvr>
                    </p:animEffect>
                  </p:childTnLst>
                </p:cTn>
              </p:par>
            </p:tnLst>
          </p:tmpl>
        </p:tmplLst>
      </p:bldP>
      <p:bldP spid="52" grpId="0" animBg="1"/>
      <p:bldP spid="57" grpId="0"/>
      <p:bldP spid="58" grpId="0" animBg="1">
        <p:tmplLst>
          <p:tmpl>
            <p:tnLst>
              <p:par>
                <p:cTn presetID="22" presetClass="entr" presetSubtype="2" fill="hold" nodeType="withEffect">
                  <p:stCondLst>
                    <p:cond delay="0"/>
                  </p:stCondLst>
                  <p:childTnLst>
                    <p:set>
                      <p:cBhvr>
                        <p:cTn dur="1" fill="hold">
                          <p:stCondLst>
                            <p:cond delay="0"/>
                          </p:stCondLst>
                        </p:cTn>
                        <p:tgtEl>
                          <p:spTgt spid="58"/>
                        </p:tgtEl>
                        <p:attrNameLst>
                          <p:attrName>style.visibility</p:attrName>
                        </p:attrNameLst>
                      </p:cBhvr>
                      <p:to>
                        <p:strVal val="visible"/>
                      </p:to>
                    </p:set>
                    <p:animEffect transition="in" filter="wipe(right)">
                      <p:cBhvr>
                        <p:cTn dur="500"/>
                        <p:tgtEl>
                          <p:spTgt spid="58"/>
                        </p:tgtEl>
                      </p:cBhvr>
                    </p:animEffect>
                  </p:childTnLst>
                </p:cTn>
              </p:par>
            </p:tnLst>
          </p:tmpl>
        </p:tmplLst>
      </p:bldP>
      <p:bldP spid="59" grpId="0" build="p">
        <p:tmplLst>
          <p:tmpl lvl="1">
            <p:tnLst>
              <p:par>
                <p:cTn presetID="22" presetClass="entr" presetSubtype="2" fill="hold" nodeType="afterEffect">
                  <p:stCondLst>
                    <p:cond delay="0"/>
                  </p:stCondLst>
                  <p:childTnLst>
                    <p:set>
                      <p:cBhvr>
                        <p:cTn dur="1" fill="hold">
                          <p:stCondLst>
                            <p:cond delay="0"/>
                          </p:stCondLst>
                        </p:cTn>
                        <p:tgtEl>
                          <p:spTgt spid="59"/>
                        </p:tgtEl>
                        <p:attrNameLst>
                          <p:attrName>style.visibility</p:attrName>
                        </p:attrNameLst>
                      </p:cBhvr>
                      <p:to>
                        <p:strVal val="visible"/>
                      </p:to>
                    </p:set>
                    <p:animEffect transition="in" filter="wipe(right)">
                      <p:cBhvr>
                        <p:cTn dur="500"/>
                        <p:tgtEl>
                          <p:spTgt spid="59"/>
                        </p:tgtEl>
                      </p:cBhvr>
                    </p:animEffect>
                  </p:childTnLst>
                </p:cTn>
              </p:par>
            </p:tnLst>
          </p:tmpl>
        </p:tmplLst>
      </p:bldP>
      <p:bldP spid="60" grpId="0" animBg="1"/>
      <p:bldP spid="65" grpId="0"/>
      <p:bldP spid="66" grpId="0" animBg="1">
        <p:tmplLst>
          <p:tmpl>
            <p:tnLst>
              <p:par>
                <p:cTn presetID="22" presetClass="entr" presetSubtype="2"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wipe(right)">
                      <p:cBhvr>
                        <p:cTn dur="500"/>
                        <p:tgtEl>
                          <p:spTgt spid="66"/>
                        </p:tgtEl>
                      </p:cBhvr>
                    </p:animEffect>
                  </p:childTnLst>
                </p:cTn>
              </p:par>
            </p:tnLst>
          </p:tmpl>
        </p:tmplLst>
      </p:bldP>
      <p:bldP spid="67" grpId="0" build="p">
        <p:tmplLst>
          <p:tmpl lvl="1">
            <p:tnLst>
              <p:par>
                <p:cTn presetID="22" presetClass="entr" presetSubtype="2" fill="hold" nodeType="afterEffect">
                  <p:stCondLst>
                    <p:cond delay="0"/>
                  </p:stCondLst>
                  <p:childTnLst>
                    <p:set>
                      <p:cBhvr>
                        <p:cTn dur="1" fill="hold">
                          <p:stCondLst>
                            <p:cond delay="0"/>
                          </p:stCondLst>
                        </p:cTn>
                        <p:tgtEl>
                          <p:spTgt spid="67"/>
                        </p:tgtEl>
                        <p:attrNameLst>
                          <p:attrName>style.visibility</p:attrName>
                        </p:attrNameLst>
                      </p:cBhvr>
                      <p:to>
                        <p:strVal val="visible"/>
                      </p:to>
                    </p:set>
                    <p:animEffect transition="in" filter="wipe(right)">
                      <p:cBhvr>
                        <p:cTn dur="500"/>
                        <p:tgtEl>
                          <p:spTgt spid="67"/>
                        </p:tgtEl>
                      </p:cBhvr>
                    </p:animEffect>
                  </p:childTnLst>
                </p:cTn>
              </p:par>
            </p:tnLst>
          </p:tmpl>
        </p:tmplLst>
      </p:bldP>
      <p:bldP spid="68" grpId="0">
        <p:tmplLst>
          <p:tmpl>
            <p:tnLst>
              <p:par>
                <p:cTn presetID="2" presetClass="entr" presetSubtype="4" decel="100000" fill="hold" nodeType="afterEffect">
                  <p:stCondLst>
                    <p:cond delay="250"/>
                  </p:stCondLst>
                  <p:childTnLst>
                    <p:set>
                      <p:cBhvr>
                        <p:cTn dur="1" fill="hold">
                          <p:stCondLst>
                            <p:cond delay="0"/>
                          </p:stCondLst>
                        </p:cTn>
                        <p:tgtEl>
                          <p:spTgt spid="68"/>
                        </p:tgtEl>
                        <p:attrNameLst>
                          <p:attrName>style.visibility</p:attrName>
                        </p:attrNameLst>
                      </p:cBhvr>
                      <p:to>
                        <p:strVal val="visible"/>
                      </p:to>
                    </p:set>
                    <p:anim calcmode="lin" valueType="num">
                      <p:cBhvr additive="base">
                        <p:cTn dur="500" fill="hold"/>
                        <p:tgtEl>
                          <p:spTgt spid="68"/>
                        </p:tgtEl>
                        <p:attrNameLst>
                          <p:attrName>ppt_x</p:attrName>
                        </p:attrNameLst>
                      </p:cBhvr>
                      <p:tavLst>
                        <p:tav tm="0">
                          <p:val>
                            <p:strVal val="#ppt_x"/>
                          </p:val>
                        </p:tav>
                        <p:tav tm="100000">
                          <p:val>
                            <p:strVal val="#ppt_x"/>
                          </p:val>
                        </p:tav>
                      </p:tavLst>
                    </p:anim>
                    <p:anim calcmode="lin" valueType="num">
                      <p:cBhvr additive="base">
                        <p:cTn dur="500" fill="hold"/>
                        <p:tgtEl>
                          <p:spTgt spid="68"/>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Images and 1 Column">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 name="正方形/長方形 5"/>
          <p:cNvSpPr/>
          <p:nvPr userDrawn="1"/>
        </p:nvSpPr>
        <p:spPr>
          <a:xfrm>
            <a:off x="-43542" y="2299979"/>
            <a:ext cx="10154942" cy="3614057"/>
          </a:xfrm>
          <a:custGeom>
            <a:avLst/>
            <a:gdLst/>
            <a:ahLst/>
            <a:cxnLst/>
            <a:rect l="l" t="t" r="r" b="b"/>
            <a:pathLst>
              <a:path w="10154942" h="3614057">
                <a:moveTo>
                  <a:pt x="0" y="0"/>
                </a:moveTo>
                <a:lnTo>
                  <a:pt x="8068365" y="0"/>
                </a:lnTo>
                <a:lnTo>
                  <a:pt x="10154942" y="3614057"/>
                </a:lnTo>
                <a:lnTo>
                  <a:pt x="0" y="3614057"/>
                </a:lnTo>
                <a:close/>
              </a:path>
            </a:pathLst>
          </a:cu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9" name="正方形/長方形 5"/>
          <p:cNvSpPr/>
          <p:nvPr userDrawn="1"/>
        </p:nvSpPr>
        <p:spPr>
          <a:xfrm rot="10800000">
            <a:off x="8179775" y="2757179"/>
            <a:ext cx="10154942" cy="3614057"/>
          </a:xfrm>
          <a:custGeom>
            <a:avLst/>
            <a:gdLst/>
            <a:ahLst/>
            <a:cxnLst/>
            <a:rect l="l" t="t" r="r" b="b"/>
            <a:pathLst>
              <a:path w="10154942" h="3614057">
                <a:moveTo>
                  <a:pt x="0" y="0"/>
                </a:moveTo>
                <a:lnTo>
                  <a:pt x="8068365" y="0"/>
                </a:lnTo>
                <a:lnTo>
                  <a:pt x="10154942" y="3614057"/>
                </a:lnTo>
                <a:lnTo>
                  <a:pt x="0" y="3614057"/>
                </a:lnTo>
                <a:close/>
              </a:path>
            </a:pathLst>
          </a:cu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0" name="正方形/長方形 9"/>
          <p:cNvSpPr/>
          <p:nvPr userDrawn="1"/>
        </p:nvSpPr>
        <p:spPr>
          <a:xfrm rot="3000000">
            <a:off x="6113747" y="3878408"/>
            <a:ext cx="6081921" cy="914400"/>
          </a:xfrm>
          <a:custGeom>
            <a:avLst/>
            <a:gdLst/>
            <a:ahLst/>
            <a:cxnLst/>
            <a:rect l="l" t="t" r="r" b="b"/>
            <a:pathLst>
              <a:path w="6081921" h="914400">
                <a:moveTo>
                  <a:pt x="0" y="914400"/>
                </a:moveTo>
                <a:lnTo>
                  <a:pt x="767273" y="0"/>
                </a:lnTo>
                <a:lnTo>
                  <a:pt x="6081921" y="0"/>
                </a:lnTo>
                <a:lnTo>
                  <a:pt x="5314648" y="914400"/>
                </a:lnTo>
                <a:close/>
              </a:path>
            </a:pathLst>
          </a:custGeom>
          <a:blipFill dpi="0" rotWithShape="0">
            <a:blip r:embed="rId3"/>
            <a:srcRect/>
            <a:tile tx="0" ty="0" sx="100000" sy="100000" flip="none" algn="tl"/>
          </a:blipFill>
          <a:ln>
            <a:noFill/>
          </a:ln>
          <a:effectLst>
            <a:outerShdw blurRad="63500" sx="102000" sy="102000" algn="ctr"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3" name="正方形/長方形 9"/>
          <p:cNvSpPr/>
          <p:nvPr userDrawn="1"/>
        </p:nvSpPr>
        <p:spPr>
          <a:xfrm rot="3000000">
            <a:off x="6113747" y="3878410"/>
            <a:ext cx="6081921" cy="914400"/>
          </a:xfrm>
          <a:custGeom>
            <a:avLst/>
            <a:gdLst/>
            <a:ahLst/>
            <a:cxnLst/>
            <a:rect l="l" t="t" r="r" b="b"/>
            <a:pathLst>
              <a:path w="6081921" h="914400">
                <a:moveTo>
                  <a:pt x="0" y="914400"/>
                </a:moveTo>
                <a:lnTo>
                  <a:pt x="767273" y="0"/>
                </a:lnTo>
                <a:lnTo>
                  <a:pt x="6081921" y="0"/>
                </a:lnTo>
                <a:lnTo>
                  <a:pt x="5314648" y="914400"/>
                </a:lnTo>
                <a:close/>
              </a:path>
            </a:pathLst>
          </a:custGeom>
          <a:gradFill>
            <a:gsLst>
              <a:gs pos="0">
                <a:schemeClr val="bg2">
                  <a:alpha val="0"/>
                </a:schemeClr>
              </a:gs>
              <a:gs pos="83350">
                <a:srgbClr val="FFFFFF">
                  <a:alpha val="58000"/>
                </a:srgbClr>
              </a:gs>
              <a:gs pos="50000">
                <a:schemeClr val="bg2">
                  <a:alpha val="28000"/>
                </a:schemeClr>
              </a:gs>
              <a:gs pos="100000">
                <a:schemeClr val="bg2">
                  <a:alpha val="22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cxnSp>
        <p:nvCxnSpPr>
          <p:cNvPr id="14" name="直線コネクタ 13"/>
          <p:cNvCxnSpPr/>
          <p:nvPr userDrawn="1"/>
        </p:nvCxnSpPr>
        <p:spPr>
          <a:xfrm flipH="1" flipV="1">
            <a:off x="7141030" y="2405436"/>
            <a:ext cx="3207656" cy="3860345"/>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userDrawn="1"/>
        </p:nvCxnSpPr>
        <p:spPr>
          <a:xfrm flipH="1" flipV="1">
            <a:off x="7903029" y="2343521"/>
            <a:ext cx="3207656" cy="3860345"/>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9" name="図プレースホルダー 28"/>
          <p:cNvSpPr>
            <a:spLocks noGrp="1"/>
          </p:cNvSpPr>
          <p:nvPr>
            <p:ph type="pic" sz="quarter" idx="14" hasCustomPrompt="1"/>
          </p:nvPr>
        </p:nvSpPr>
        <p:spPr>
          <a:xfrm>
            <a:off x="-1" y="2488664"/>
            <a:ext cx="9741478" cy="3236686"/>
          </a:xfrm>
          <a:custGeom>
            <a:avLst/>
            <a:gdLst/>
            <a:ahLst/>
            <a:cxnLst/>
            <a:rect l="l" t="t" r="r" b="b"/>
            <a:pathLst>
              <a:path w="9741478" h="3236686">
                <a:moveTo>
                  <a:pt x="0" y="0"/>
                </a:moveTo>
                <a:lnTo>
                  <a:pt x="7025576" y="0"/>
                </a:lnTo>
                <a:lnTo>
                  <a:pt x="9741478" y="3236686"/>
                </a:lnTo>
                <a:lnTo>
                  <a:pt x="0" y="3236686"/>
                </a:lnTo>
                <a:close/>
              </a:path>
            </a:pathLst>
          </a:custGeom>
          <a:effectLst>
            <a:innerShdw blurRad="114300">
              <a:prstClr val="black"/>
            </a:innerShdw>
          </a:effectLst>
        </p:spPr>
        <p:txBody>
          <a:bodyPr>
            <a:normAutofit/>
          </a:bodyPr>
          <a:lstStyle>
            <a:lvl1pPr marL="0" marR="0" indent="0" algn="l" defTabSz="1633027" rtl="0" eaLnBrk="1" fontAlgn="auto" latinLnBrk="0" hangingPunct="1">
              <a:lnSpc>
                <a:spcPct val="120000"/>
              </a:lnSpc>
              <a:spcBef>
                <a:spcPts val="1200"/>
              </a:spcBef>
              <a:spcAft>
                <a:spcPts val="0"/>
              </a:spcAft>
              <a:buClrTx/>
              <a:buSzTx/>
              <a:buFontTx/>
              <a:buNone/>
              <a:tabLst/>
              <a:defRPr sz="2000"/>
            </a:lvl1pPr>
          </a:lstStyle>
          <a:p>
            <a:r>
              <a:rPr kumimoji="1" lang="en-US" altLang="ja-JP" dirty="0"/>
              <a:t>add an image</a:t>
            </a:r>
            <a:endParaRPr kumimoji="1" lang="ja-JP" altLang="en-US" dirty="0"/>
          </a:p>
          <a:p>
            <a:endParaRPr kumimoji="1" lang="ja-JP" altLang="en-US" dirty="0"/>
          </a:p>
        </p:txBody>
      </p:sp>
      <p:sp>
        <p:nvSpPr>
          <p:cNvPr id="35" name="図プレースホルダー 34"/>
          <p:cNvSpPr>
            <a:spLocks noGrp="1"/>
          </p:cNvSpPr>
          <p:nvPr>
            <p:ph type="pic" sz="quarter" idx="15" hasCustomPrompt="1"/>
          </p:nvPr>
        </p:nvSpPr>
        <p:spPr>
          <a:xfrm>
            <a:off x="8566741" y="2956979"/>
            <a:ext cx="9724435" cy="3217859"/>
          </a:xfrm>
          <a:custGeom>
            <a:avLst/>
            <a:gdLst/>
            <a:ahLst/>
            <a:cxnLst/>
            <a:rect l="l" t="t" r="r" b="b"/>
            <a:pathLst>
              <a:path w="9724435" h="3217859">
                <a:moveTo>
                  <a:pt x="0" y="0"/>
                </a:moveTo>
                <a:lnTo>
                  <a:pt x="9724435" y="0"/>
                </a:lnTo>
                <a:lnTo>
                  <a:pt x="9724435" y="3217859"/>
                </a:lnTo>
                <a:lnTo>
                  <a:pt x="2700104" y="3217859"/>
                </a:lnTo>
                <a:close/>
              </a:path>
            </a:pathLst>
          </a:custGeom>
          <a:effectLst>
            <a:innerShdw blurRad="114300">
              <a:prstClr val="black"/>
            </a:innerShdw>
          </a:effectLst>
        </p:spPr>
        <p:txBody>
          <a:bodyPr/>
          <a:lstStyle>
            <a:lvl1pPr>
              <a:defRPr sz="2000"/>
            </a:lvl1pPr>
          </a:lstStyle>
          <a:p>
            <a:r>
              <a:rPr kumimoji="1" lang="en-US" altLang="ja-JP" dirty="0"/>
              <a:t>      add an image</a:t>
            </a:r>
            <a:endParaRPr kumimoji="1" lang="ja-JP" altLang="en-US" dirty="0"/>
          </a:p>
        </p:txBody>
      </p:sp>
      <p:sp>
        <p:nvSpPr>
          <p:cNvPr id="50" name="テキスト プレースホルダー 5"/>
          <p:cNvSpPr>
            <a:spLocks noGrp="1"/>
          </p:cNvSpPr>
          <p:nvPr>
            <p:ph type="body" sz="quarter" idx="18" hasCustomPrompt="1"/>
          </p:nvPr>
        </p:nvSpPr>
        <p:spPr>
          <a:xfrm>
            <a:off x="2949615" y="6762116"/>
            <a:ext cx="12403269"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1" name="テキスト プレースホルダー 5"/>
          <p:cNvSpPr>
            <a:spLocks noGrp="1"/>
          </p:cNvSpPr>
          <p:nvPr>
            <p:ph type="body" sz="quarter" idx="19" hasCustomPrompt="1"/>
          </p:nvPr>
        </p:nvSpPr>
        <p:spPr>
          <a:xfrm>
            <a:off x="2184392" y="7453352"/>
            <a:ext cx="13933714" cy="1560019"/>
          </a:xfrm>
        </p:spPr>
        <p:txBody>
          <a:bodyPr anchor="t">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2814396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500"/>
                                        <p:tgtEl>
                                          <p:spTgt spid="29"/>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right)">
                                      <p:cBhvr>
                                        <p:cTn id="18" dur="500"/>
                                        <p:tgtEl>
                                          <p:spTgt spid="9"/>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wipe(right)">
                                      <p:cBhvr>
                                        <p:cTn id="21" dur="500"/>
                                        <p:tgtEl>
                                          <p:spTgt spid="35"/>
                                        </p:tgtEl>
                                      </p:cBhvr>
                                    </p:animEffect>
                                  </p:childTnLst>
                                </p:cTn>
                              </p:par>
                              <p:par>
                                <p:cTn id="22" presetID="16" presetClass="entr" presetSubtype="42"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outHorizontal)">
                                      <p:cBhvr>
                                        <p:cTn id="24" dur="500"/>
                                        <p:tgtEl>
                                          <p:spTgt spid="10"/>
                                        </p:tgtEl>
                                      </p:cBhvr>
                                    </p:animEffect>
                                  </p:childTnLst>
                                </p:cTn>
                              </p:par>
                              <p:par>
                                <p:cTn id="25" presetID="16" presetClass="entr" presetSubtype="42"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arn(outHorizontal)">
                                      <p:cBhvr>
                                        <p:cTn id="27" dur="500"/>
                                        <p:tgtEl>
                                          <p:spTgt spid="13"/>
                                        </p:tgtEl>
                                      </p:cBhvr>
                                    </p:animEffect>
                                  </p:childTnLst>
                                </p:cTn>
                              </p:par>
                            </p:childTnLst>
                          </p:cTn>
                        </p:par>
                        <p:par>
                          <p:cTn id="28" fill="hold">
                            <p:stCondLst>
                              <p:cond delay="1000"/>
                            </p:stCondLst>
                            <p:childTnLst>
                              <p:par>
                                <p:cTn id="29" presetID="22" presetClass="entr" presetSubtype="4"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down)">
                                      <p:cBhvr>
                                        <p:cTn id="31" dur="500"/>
                                        <p:tgtEl>
                                          <p:spTgt spid="14"/>
                                        </p:tgtEl>
                                      </p:cBhvr>
                                    </p:animEffect>
                                  </p:childTnLst>
                                </p:cTn>
                              </p:par>
                              <p:par>
                                <p:cTn id="32" presetID="22" presetClass="entr" presetSubtype="1"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up)">
                                      <p:cBhvr>
                                        <p:cTn id="34" dur="500"/>
                                        <p:tgtEl>
                                          <p:spTgt spid="26"/>
                                        </p:tgtEl>
                                      </p:cBhvr>
                                    </p:animEffect>
                                  </p:childTnLst>
                                </p:cTn>
                              </p:par>
                            </p:childTnLst>
                          </p:cTn>
                        </p:par>
                        <p:par>
                          <p:cTn id="35" fill="hold">
                            <p:stCondLst>
                              <p:cond delay="1500"/>
                            </p:stCondLst>
                            <p:childTnLst>
                              <p:par>
                                <p:cTn id="36" presetID="2" presetClass="entr" presetSubtype="4" decel="100000" fill="hold" grpId="0" nodeType="afterEffect">
                                  <p:stCondLst>
                                    <p:cond delay="250"/>
                                  </p:stCondLst>
                                  <p:childTnLst>
                                    <p:set>
                                      <p:cBhvr>
                                        <p:cTn id="37" dur="1" fill="hold">
                                          <p:stCondLst>
                                            <p:cond delay="0"/>
                                          </p:stCondLst>
                                        </p:cTn>
                                        <p:tgtEl>
                                          <p:spTgt spid="50">
                                            <p:txEl>
                                              <p:pRg st="0" end="0"/>
                                            </p:txEl>
                                          </p:spTgt>
                                        </p:tgtEl>
                                        <p:attrNameLst>
                                          <p:attrName>style.visibility</p:attrName>
                                        </p:attrNameLst>
                                      </p:cBhvr>
                                      <p:to>
                                        <p:strVal val="visible"/>
                                      </p:to>
                                    </p:set>
                                    <p:anim calcmode="lin" valueType="num">
                                      <p:cBhvr additive="base">
                                        <p:cTn id="38" dur="500" fill="hold"/>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50">
                                            <p:txEl>
                                              <p:pRg st="0" end="0"/>
                                            </p:txEl>
                                          </p:spTgt>
                                        </p:tgtEl>
                                        <p:attrNameLst>
                                          <p:attrName>ppt_y</p:attrName>
                                        </p:attrNameLst>
                                      </p:cBhvr>
                                      <p:tavLst>
                                        <p:tav tm="0">
                                          <p:val>
                                            <p:strVal val="1+#ppt_h/2"/>
                                          </p:val>
                                        </p:tav>
                                        <p:tav tm="100000">
                                          <p:val>
                                            <p:strVal val="#ppt_y"/>
                                          </p:val>
                                        </p:tav>
                                      </p:tavLst>
                                    </p:anim>
                                  </p:childTnLst>
                                </p:cTn>
                              </p:par>
                              <p:par>
                                <p:cTn id="40" presetID="2" presetClass="entr" presetSubtype="4" decel="100000" fill="hold" grpId="0" nodeType="withEffect">
                                  <p:stCondLst>
                                    <p:cond delay="350"/>
                                  </p:stCondLst>
                                  <p:childTnLst>
                                    <p:set>
                                      <p:cBhvr>
                                        <p:cTn id="41" dur="1" fill="hold">
                                          <p:stCondLst>
                                            <p:cond delay="0"/>
                                          </p:stCondLst>
                                        </p:cTn>
                                        <p:tgtEl>
                                          <p:spTgt spid="51">
                                            <p:txEl>
                                              <p:pRg st="0" end="0"/>
                                            </p:txEl>
                                          </p:spTgt>
                                        </p:tgtEl>
                                        <p:attrNameLst>
                                          <p:attrName>style.visibility</p:attrName>
                                        </p:attrNameLst>
                                      </p:cBhvr>
                                      <p:to>
                                        <p:strVal val="visible"/>
                                      </p:to>
                                    </p:set>
                                    <p:anim calcmode="lin" valueType="num">
                                      <p:cBhvr additive="base">
                                        <p:cTn id="42" dur="500" fill="hold"/>
                                        <p:tgtEl>
                                          <p:spTgt spid="51">
                                            <p:txEl>
                                              <p:pRg st="0" end="0"/>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5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6" grpId="0" animBg="1"/>
      <p:bldP spid="9" grpId="0" animBg="1"/>
      <p:bldP spid="10" grpId="0" animBg="1"/>
      <p:bldP spid="13" grpId="0" animBg="1"/>
      <p:bldP spid="29" grpId="0"/>
      <p:bldP spid="35" grpId="0"/>
      <p:bldP spid="50" grpId="0" build="p">
        <p:tmplLst>
          <p:tmpl lvl="1">
            <p:tnLst>
              <p:par>
                <p:cTn presetID="2" presetClass="entr" presetSubtype="4" decel="100000" fill="hold" nodeType="afterEffect">
                  <p:stCondLst>
                    <p:cond delay="25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ppt_x"/>
                          </p:val>
                        </p:tav>
                        <p:tav tm="100000">
                          <p:val>
                            <p:strVal val="#ppt_x"/>
                          </p:val>
                        </p:tav>
                      </p:tavLst>
                    </p:anim>
                    <p:anim calcmode="lin" valueType="num">
                      <p:cBhvr additive="base">
                        <p:cTn dur="500" fill="hold"/>
                        <p:tgtEl>
                          <p:spTgt spid="50"/>
                        </p:tgtEl>
                        <p:attrNameLst>
                          <p:attrName>ppt_y</p:attrName>
                        </p:attrNameLst>
                      </p:cBhvr>
                      <p:tavLst>
                        <p:tav tm="0">
                          <p:val>
                            <p:strVal val="1+#ppt_h/2"/>
                          </p:val>
                        </p:tav>
                        <p:tav tm="100000">
                          <p:val>
                            <p:strVal val="#ppt_y"/>
                          </p:val>
                        </p:tav>
                      </p:tavLst>
                    </p:anim>
                  </p:childTnLst>
                </p:cTn>
              </p:par>
            </p:tnLst>
          </p:tmpl>
        </p:tmplLst>
      </p:bldP>
      <p:bldP spid="51" grpId="0" build="p">
        <p:tmplLst>
          <p:tmpl lvl="1">
            <p:tnLst>
              <p:par>
                <p:cTn presetID="2" presetClass="entr" presetSubtype="4" decel="100000" fill="hold" nodeType="withEffect">
                  <p:stCondLst>
                    <p:cond delay="35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ppt_x"/>
                          </p:val>
                        </p:tav>
                        <p:tav tm="100000">
                          <p:val>
                            <p:strVal val="#ppt_x"/>
                          </p:val>
                        </p:tav>
                      </p:tavLst>
                    </p:anim>
                    <p:anim calcmode="lin" valueType="num">
                      <p:cBhvr additive="base">
                        <p:cTn dur="500" fill="hold"/>
                        <p:tgtEl>
                          <p:spTgt spid="51"/>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Images and 2 Colum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30" name="図プレースホルダー 4"/>
          <p:cNvSpPr>
            <a:spLocks noGrp="1"/>
          </p:cNvSpPr>
          <p:nvPr>
            <p:ph type="pic" sz="quarter" idx="12" hasCustomPrompt="1"/>
          </p:nvPr>
        </p:nvSpPr>
        <p:spPr>
          <a:xfrm>
            <a:off x="860144" y="2784997"/>
            <a:ext cx="5940000" cy="5940000"/>
          </a:xfrm>
          <a:effectLst>
            <a:outerShdw blurRad="50800" dist="38100" dir="2700000" algn="tl" rotWithShape="0">
              <a:prstClr val="black">
                <a:alpha val="40000"/>
              </a:prstClr>
            </a:outerShdw>
            <a:softEdge rad="31750"/>
          </a:effectLst>
        </p:spPr>
        <p:txBody>
          <a:bodyPr>
            <a:normAutofit/>
          </a:bodyPr>
          <a:lstStyle>
            <a:lvl1pPr>
              <a:defRPr sz="2000"/>
            </a:lvl1pPr>
          </a:lstStyle>
          <a:p>
            <a:r>
              <a:rPr kumimoji="1" lang="en-US" altLang="ja-JP" dirty="0"/>
              <a:t>Add an image</a:t>
            </a:r>
            <a:endParaRPr kumimoji="1" lang="ja-JP" altLang="en-US" dirty="0"/>
          </a:p>
        </p:txBody>
      </p:sp>
      <p:sp>
        <p:nvSpPr>
          <p:cNvPr id="31" name="図プレースホルダー 4"/>
          <p:cNvSpPr>
            <a:spLocks noGrp="1"/>
          </p:cNvSpPr>
          <p:nvPr>
            <p:ph type="pic" sz="quarter" idx="14" hasCustomPrompt="1"/>
          </p:nvPr>
        </p:nvSpPr>
        <p:spPr>
          <a:xfrm>
            <a:off x="6870484" y="2813133"/>
            <a:ext cx="2916000" cy="2916000"/>
          </a:xfrm>
          <a:effectLst>
            <a:outerShdw blurRad="50800" dist="38100" dir="2700000" algn="tl" rotWithShape="0">
              <a:prstClr val="black">
                <a:alpha val="40000"/>
              </a:prstClr>
            </a:outerShdw>
            <a:softEdge rad="31750"/>
          </a:effectLst>
        </p:spPr>
        <p:txBody>
          <a:bodyPr/>
          <a:lstStyle>
            <a:lvl1pPr marL="0" marR="0" indent="0" algn="l" defTabSz="1633027" rtl="0" eaLnBrk="1" fontAlgn="auto" latinLnBrk="0" hangingPunct="1">
              <a:lnSpc>
                <a:spcPct val="120000"/>
              </a:lnSpc>
              <a:spcBef>
                <a:spcPts val="1200"/>
              </a:spcBef>
              <a:spcAft>
                <a:spcPts val="0"/>
              </a:spcAft>
              <a:buClrTx/>
              <a:buSzTx/>
              <a:buFontTx/>
              <a:buNone/>
              <a:tabLst/>
              <a:defRPr sz="2000"/>
            </a:lvl1pPr>
          </a:lstStyle>
          <a:p>
            <a:r>
              <a:rPr kumimoji="1" lang="en-US" altLang="ja-JP" dirty="0"/>
              <a:t>Add an image</a:t>
            </a:r>
            <a:endParaRPr kumimoji="1" lang="ja-JP" altLang="en-US" dirty="0"/>
          </a:p>
          <a:p>
            <a:endParaRPr kumimoji="1" lang="ja-JP" altLang="en-US" dirty="0"/>
          </a:p>
        </p:txBody>
      </p:sp>
      <p:sp>
        <p:nvSpPr>
          <p:cNvPr id="32" name="図プレースホルダー 4"/>
          <p:cNvSpPr>
            <a:spLocks noGrp="1"/>
          </p:cNvSpPr>
          <p:nvPr>
            <p:ph type="pic" sz="quarter" idx="15" hasCustomPrompt="1"/>
          </p:nvPr>
        </p:nvSpPr>
        <p:spPr>
          <a:xfrm>
            <a:off x="14337245" y="5808997"/>
            <a:ext cx="2916000" cy="2916000"/>
          </a:xfrm>
          <a:effectLst>
            <a:outerShdw blurRad="50800" dist="38100" dir="2700000" algn="tl" rotWithShape="0">
              <a:prstClr val="black">
                <a:alpha val="40000"/>
              </a:prstClr>
            </a:outerShdw>
            <a:softEdge rad="31750"/>
          </a:effectLst>
        </p:spPr>
        <p:txBody>
          <a:bodyPr/>
          <a:lstStyle>
            <a:lvl1pPr marL="0" marR="0" indent="0" algn="l" defTabSz="1633027" rtl="0" eaLnBrk="1" fontAlgn="auto" latinLnBrk="0" hangingPunct="1">
              <a:lnSpc>
                <a:spcPct val="120000"/>
              </a:lnSpc>
              <a:spcBef>
                <a:spcPts val="1200"/>
              </a:spcBef>
              <a:spcAft>
                <a:spcPts val="0"/>
              </a:spcAft>
              <a:buClrTx/>
              <a:buSzTx/>
              <a:buFontTx/>
              <a:buNone/>
              <a:tabLst/>
              <a:defRPr sz="2000"/>
            </a:lvl1pPr>
          </a:lstStyle>
          <a:p>
            <a:r>
              <a:rPr kumimoji="1" lang="en-US" altLang="ja-JP" dirty="0"/>
              <a:t>Add an image</a:t>
            </a:r>
            <a:endParaRPr kumimoji="1" lang="ja-JP" altLang="en-US" dirty="0"/>
          </a:p>
          <a:p>
            <a:endParaRPr kumimoji="1" lang="ja-JP" altLang="en-US" dirty="0"/>
          </a:p>
        </p:txBody>
      </p:sp>
      <p:sp>
        <p:nvSpPr>
          <p:cNvPr id="8" name="正方形/長方形 7"/>
          <p:cNvSpPr/>
          <p:nvPr userDrawn="1"/>
        </p:nvSpPr>
        <p:spPr>
          <a:xfrm>
            <a:off x="6872750" y="5808997"/>
            <a:ext cx="7380087" cy="2916000"/>
          </a:xfrm>
          <a:prstGeom prst="rect">
            <a:avLst/>
          </a:pr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p:cNvSpPr/>
          <p:nvPr userDrawn="1"/>
        </p:nvSpPr>
        <p:spPr>
          <a:xfrm>
            <a:off x="9883985" y="2827201"/>
            <a:ext cx="7380087" cy="2916000"/>
          </a:xfrm>
          <a:prstGeom prst="rect">
            <a:avLst/>
          </a:prstGeom>
          <a:blipFill dpi="0" rotWithShape="1">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正方形/長方形 33"/>
          <p:cNvSpPr/>
          <p:nvPr userDrawn="1"/>
        </p:nvSpPr>
        <p:spPr>
          <a:xfrm>
            <a:off x="10057328" y="2978709"/>
            <a:ext cx="7033400" cy="2612985"/>
          </a:xfrm>
          <a:prstGeom prst="rect">
            <a:avLst/>
          </a:pr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p:cNvSpPr/>
          <p:nvPr userDrawn="1"/>
        </p:nvSpPr>
        <p:spPr>
          <a:xfrm>
            <a:off x="7046093" y="5960505"/>
            <a:ext cx="7033400" cy="2612985"/>
          </a:xfrm>
          <a:prstGeom prst="rect">
            <a:avLst/>
          </a:pr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プレースホルダー 5"/>
          <p:cNvSpPr>
            <a:spLocks noGrp="1"/>
          </p:cNvSpPr>
          <p:nvPr>
            <p:ph type="body" sz="quarter" idx="16" hasCustomPrompt="1"/>
          </p:nvPr>
        </p:nvSpPr>
        <p:spPr>
          <a:xfrm>
            <a:off x="10274619" y="3404383"/>
            <a:ext cx="6598819" cy="759662"/>
          </a:xfrm>
          <a:prstGeom prst="rect">
            <a:avLst/>
          </a:prstGeom>
        </p:spPr>
        <p:txBody>
          <a:bodyPr anchor="b">
            <a:noAutofit/>
          </a:bodyPr>
          <a:lstStyle>
            <a:lvl1pPr algn="ctr">
              <a:lnSpc>
                <a:spcPct val="100000"/>
              </a:lnSpc>
              <a:spcBef>
                <a:spcPts val="0"/>
              </a:spcBef>
              <a:defRPr sz="4000" i="0" baseline="0">
                <a:blipFill dpi="0" rotWithShape="1">
                  <a:blip r:embed="rId4"/>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38" name="テキスト プレースホルダー 5"/>
          <p:cNvSpPr>
            <a:spLocks noGrp="1"/>
          </p:cNvSpPr>
          <p:nvPr>
            <p:ph type="body" sz="quarter" idx="17" hasCustomPrompt="1"/>
          </p:nvPr>
        </p:nvSpPr>
        <p:spPr>
          <a:xfrm>
            <a:off x="10274619" y="4009296"/>
            <a:ext cx="6598818" cy="1434902"/>
          </a:xfrm>
          <a:prstGeom prst="rect">
            <a:avLst/>
          </a:prstGeom>
        </p:spPr>
        <p:txBody>
          <a:bodyPr anchor="t">
            <a:normAutofit/>
          </a:bodyPr>
          <a:lstStyle>
            <a:lvl1pPr algn="ctr">
              <a:lnSpc>
                <a:spcPct val="130000"/>
              </a:lnSpc>
              <a:spcBef>
                <a:spcPts val="0"/>
              </a:spcBef>
              <a:defRPr sz="2000" baseline="0">
                <a:solidFill>
                  <a:schemeClr val="bg1"/>
                </a:solidFill>
              </a:defRPr>
            </a:lvl1pPr>
          </a:lstStyle>
          <a:p>
            <a:pPr lvl="0"/>
            <a:r>
              <a:rPr kumimoji="1" lang="en-US" altLang="ja-JP" dirty="0"/>
              <a:t>Text Here</a:t>
            </a:r>
            <a:endParaRPr kumimoji="1" lang="ja-JP" altLang="en-US" dirty="0"/>
          </a:p>
        </p:txBody>
      </p:sp>
      <p:sp>
        <p:nvSpPr>
          <p:cNvPr id="39" name="テキスト プレースホルダー 5"/>
          <p:cNvSpPr>
            <a:spLocks noGrp="1"/>
          </p:cNvSpPr>
          <p:nvPr>
            <p:ph type="body" sz="quarter" idx="18" hasCustomPrompt="1"/>
          </p:nvPr>
        </p:nvSpPr>
        <p:spPr>
          <a:xfrm>
            <a:off x="7263384" y="6398458"/>
            <a:ext cx="6598819" cy="759662"/>
          </a:xfrm>
          <a:prstGeom prst="rect">
            <a:avLst/>
          </a:prstGeom>
        </p:spPr>
        <p:txBody>
          <a:bodyPr anchor="b">
            <a:noAutofit/>
          </a:bodyPr>
          <a:lstStyle>
            <a:lvl1pPr algn="ctr">
              <a:lnSpc>
                <a:spcPct val="100000"/>
              </a:lnSpc>
              <a:spcBef>
                <a:spcPts val="0"/>
              </a:spcBef>
              <a:defRPr sz="4000" i="0" baseline="0">
                <a:blipFill dpi="0" rotWithShape="1">
                  <a:blip r:embed="rId4"/>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40" name="テキスト プレースホルダー 5"/>
          <p:cNvSpPr>
            <a:spLocks noGrp="1"/>
          </p:cNvSpPr>
          <p:nvPr>
            <p:ph type="body" sz="quarter" idx="19" hasCustomPrompt="1"/>
          </p:nvPr>
        </p:nvSpPr>
        <p:spPr>
          <a:xfrm>
            <a:off x="7263384" y="7003371"/>
            <a:ext cx="6598818" cy="1434902"/>
          </a:xfrm>
          <a:prstGeom prst="rect">
            <a:avLst/>
          </a:prstGeom>
        </p:spPr>
        <p:txBody>
          <a:bodyPr anchor="t">
            <a:normAutofit/>
          </a:bodyPr>
          <a:lstStyle>
            <a:lvl1pPr algn="ctr">
              <a:lnSpc>
                <a:spcPct val="130000"/>
              </a:lnSpc>
              <a:spcBef>
                <a:spcPts val="0"/>
              </a:spcBef>
              <a:defRPr sz="2000" baseline="0">
                <a:solidFill>
                  <a:schemeClr val="bg1"/>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201763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4" presetClass="entr" presetSubtype="10" fill="hold" grpId="0" nodeType="after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randombar(horizontal)">
                                      <p:cBhvr>
                                        <p:cTn id="12" dur="500"/>
                                        <p:tgtEl>
                                          <p:spTgt spid="30"/>
                                        </p:tgtEl>
                                      </p:cBhvr>
                                    </p:animEffect>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randombar(horizontal)">
                                      <p:cBhvr>
                                        <p:cTn id="16" dur="500"/>
                                        <p:tgtEl>
                                          <p:spTgt spid="31"/>
                                        </p:tgtEl>
                                      </p:cBhvr>
                                    </p:animEffect>
                                  </p:childTnLst>
                                </p:cTn>
                              </p:par>
                            </p:childTnLst>
                          </p:cTn>
                        </p:par>
                        <p:par>
                          <p:cTn id="17" fill="hold">
                            <p:stCondLst>
                              <p:cond delay="2000"/>
                            </p:stCondLst>
                            <p:childTnLst>
                              <p:par>
                                <p:cTn id="18" presetID="16" presetClass="entr" presetSubtype="37" fill="hold" grpId="0" nodeType="after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barn(outVertical)">
                                      <p:cBhvr>
                                        <p:cTn id="20" dur="500"/>
                                        <p:tgtEl>
                                          <p:spTgt spid="33"/>
                                        </p:tgtEl>
                                      </p:cBhvr>
                                    </p:animEffect>
                                  </p:childTnLst>
                                </p:cTn>
                              </p:par>
                              <p:par>
                                <p:cTn id="21" presetID="21" presetClass="entr" presetSubtype="1"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wheel(1)">
                                      <p:cBhvr>
                                        <p:cTn id="23" dur="1000"/>
                                        <p:tgtEl>
                                          <p:spTgt spid="34"/>
                                        </p:tgtEl>
                                      </p:cBhvr>
                                    </p:animEffect>
                                  </p:childTnLst>
                                </p:cTn>
                              </p:par>
                            </p:childTnLst>
                          </p:cTn>
                        </p:par>
                        <p:par>
                          <p:cTn id="24" fill="hold">
                            <p:stCondLst>
                              <p:cond delay="3000"/>
                            </p:stCondLst>
                            <p:childTnLst>
                              <p:par>
                                <p:cTn id="25" presetID="23" presetClass="entr" presetSubtype="32" fill="hold" grpId="0" nodeType="afterEffect">
                                  <p:stCondLst>
                                    <p:cond delay="250"/>
                                  </p:stCondLst>
                                  <p:childTnLst>
                                    <p:set>
                                      <p:cBhvr>
                                        <p:cTn id="26" dur="1" fill="hold">
                                          <p:stCondLst>
                                            <p:cond delay="0"/>
                                          </p:stCondLst>
                                        </p:cTn>
                                        <p:tgtEl>
                                          <p:spTgt spid="37">
                                            <p:txEl>
                                              <p:pRg st="0" end="0"/>
                                            </p:txEl>
                                          </p:spTgt>
                                        </p:tgtEl>
                                        <p:attrNameLst>
                                          <p:attrName>style.visibility</p:attrName>
                                        </p:attrNameLst>
                                      </p:cBhvr>
                                      <p:to>
                                        <p:strVal val="visible"/>
                                      </p:to>
                                    </p:set>
                                    <p:anim calcmode="lin" valueType="num">
                                      <p:cBhvr>
                                        <p:cTn id="27" dur="500" fill="hold"/>
                                        <p:tgtEl>
                                          <p:spTgt spid="37">
                                            <p:txEl>
                                              <p:pRg st="0" end="0"/>
                                            </p:txEl>
                                          </p:spTgt>
                                        </p:tgtEl>
                                        <p:attrNameLst>
                                          <p:attrName>ppt_w</p:attrName>
                                        </p:attrNameLst>
                                      </p:cBhvr>
                                      <p:tavLst>
                                        <p:tav tm="0">
                                          <p:val>
                                            <p:strVal val="4*#ppt_w"/>
                                          </p:val>
                                        </p:tav>
                                        <p:tav tm="100000">
                                          <p:val>
                                            <p:strVal val="#ppt_w"/>
                                          </p:val>
                                        </p:tav>
                                      </p:tavLst>
                                    </p:anim>
                                    <p:anim calcmode="lin" valueType="num">
                                      <p:cBhvr>
                                        <p:cTn id="28" dur="500" fill="hold"/>
                                        <p:tgtEl>
                                          <p:spTgt spid="37">
                                            <p:txEl>
                                              <p:pRg st="0" end="0"/>
                                            </p:txEl>
                                          </p:spTgt>
                                        </p:tgtEl>
                                        <p:attrNameLst>
                                          <p:attrName>ppt_h</p:attrName>
                                        </p:attrNameLst>
                                      </p:cBhvr>
                                      <p:tavLst>
                                        <p:tav tm="0">
                                          <p:val>
                                            <p:strVal val="4*#ppt_h"/>
                                          </p:val>
                                        </p:tav>
                                        <p:tav tm="100000">
                                          <p:val>
                                            <p:strVal val="#ppt_h"/>
                                          </p:val>
                                        </p:tav>
                                      </p:tavLst>
                                    </p:anim>
                                  </p:childTnLst>
                                </p:cTn>
                              </p:par>
                            </p:childTnLst>
                          </p:cTn>
                        </p:par>
                        <p:par>
                          <p:cTn id="29" fill="hold">
                            <p:stCondLst>
                              <p:cond delay="3750"/>
                            </p:stCondLst>
                            <p:childTnLst>
                              <p:par>
                                <p:cTn id="30" presetID="10" presetClass="entr" presetSubtype="0" fill="hold" grpId="0" nodeType="afterEffect">
                                  <p:stCondLst>
                                    <p:cond delay="0"/>
                                  </p:stCondLst>
                                  <p:childTnLst>
                                    <p:set>
                                      <p:cBhvr>
                                        <p:cTn id="31" dur="1" fill="hold">
                                          <p:stCondLst>
                                            <p:cond delay="0"/>
                                          </p:stCondLst>
                                        </p:cTn>
                                        <p:tgtEl>
                                          <p:spTgt spid="38">
                                            <p:txEl>
                                              <p:pRg st="0" end="0"/>
                                            </p:txEl>
                                          </p:spTgt>
                                        </p:tgtEl>
                                        <p:attrNameLst>
                                          <p:attrName>style.visibility</p:attrName>
                                        </p:attrNameLst>
                                      </p:cBhvr>
                                      <p:to>
                                        <p:strVal val="visible"/>
                                      </p:to>
                                    </p:set>
                                    <p:animEffect transition="in" filter="fade">
                                      <p:cBhvr>
                                        <p:cTn id="32" dur="500"/>
                                        <p:tgtEl>
                                          <p:spTgt spid="38">
                                            <p:txEl>
                                              <p:pRg st="0" end="0"/>
                                            </p:txEl>
                                          </p:spTgt>
                                        </p:tgtEl>
                                      </p:cBhvr>
                                    </p:animEffect>
                                  </p:childTnLst>
                                </p:cTn>
                              </p:par>
                            </p:childTnLst>
                          </p:cTn>
                        </p:par>
                        <p:par>
                          <p:cTn id="33" fill="hold">
                            <p:stCondLst>
                              <p:cond delay="4250"/>
                            </p:stCondLst>
                            <p:childTnLst>
                              <p:par>
                                <p:cTn id="34" presetID="14" presetClass="entr" presetSubtype="10" fill="hold" grpId="0" nodeType="afterEffect">
                                  <p:stCondLst>
                                    <p:cond delay="250"/>
                                  </p:stCondLst>
                                  <p:childTnLst>
                                    <p:set>
                                      <p:cBhvr>
                                        <p:cTn id="35" dur="1" fill="hold">
                                          <p:stCondLst>
                                            <p:cond delay="0"/>
                                          </p:stCondLst>
                                        </p:cTn>
                                        <p:tgtEl>
                                          <p:spTgt spid="32"/>
                                        </p:tgtEl>
                                        <p:attrNameLst>
                                          <p:attrName>style.visibility</p:attrName>
                                        </p:attrNameLst>
                                      </p:cBhvr>
                                      <p:to>
                                        <p:strVal val="visible"/>
                                      </p:to>
                                    </p:set>
                                    <p:animEffect transition="in" filter="randombar(horizontal)">
                                      <p:cBhvr>
                                        <p:cTn id="36" dur="500"/>
                                        <p:tgtEl>
                                          <p:spTgt spid="32"/>
                                        </p:tgtEl>
                                      </p:cBhvr>
                                    </p:animEffect>
                                  </p:childTnLst>
                                </p:cTn>
                              </p:par>
                            </p:childTnLst>
                          </p:cTn>
                        </p:par>
                        <p:par>
                          <p:cTn id="37" fill="hold">
                            <p:stCondLst>
                              <p:cond delay="5000"/>
                            </p:stCondLst>
                            <p:childTnLst>
                              <p:par>
                                <p:cTn id="38" presetID="16" presetClass="entr" presetSubtype="37" fill="hold" grpId="0" nodeType="afterEffect">
                                  <p:stCondLst>
                                    <p:cond delay="250"/>
                                  </p:stCondLst>
                                  <p:childTnLst>
                                    <p:set>
                                      <p:cBhvr>
                                        <p:cTn id="39" dur="1" fill="hold">
                                          <p:stCondLst>
                                            <p:cond delay="0"/>
                                          </p:stCondLst>
                                        </p:cTn>
                                        <p:tgtEl>
                                          <p:spTgt spid="8"/>
                                        </p:tgtEl>
                                        <p:attrNameLst>
                                          <p:attrName>style.visibility</p:attrName>
                                        </p:attrNameLst>
                                      </p:cBhvr>
                                      <p:to>
                                        <p:strVal val="visible"/>
                                      </p:to>
                                    </p:set>
                                    <p:animEffect transition="in" filter="barn(outVertical)">
                                      <p:cBhvr>
                                        <p:cTn id="40" dur="500"/>
                                        <p:tgtEl>
                                          <p:spTgt spid="8"/>
                                        </p:tgtEl>
                                      </p:cBhvr>
                                    </p:animEffect>
                                  </p:childTnLst>
                                </p:cTn>
                              </p:par>
                              <p:par>
                                <p:cTn id="41" presetID="21" presetClass="entr" presetSubtype="1" fill="hold" grpId="0" nodeType="withEffect">
                                  <p:stCondLst>
                                    <p:cond delay="250"/>
                                  </p:stCondLst>
                                  <p:childTnLst>
                                    <p:set>
                                      <p:cBhvr>
                                        <p:cTn id="42" dur="1" fill="hold">
                                          <p:stCondLst>
                                            <p:cond delay="0"/>
                                          </p:stCondLst>
                                        </p:cTn>
                                        <p:tgtEl>
                                          <p:spTgt spid="36"/>
                                        </p:tgtEl>
                                        <p:attrNameLst>
                                          <p:attrName>style.visibility</p:attrName>
                                        </p:attrNameLst>
                                      </p:cBhvr>
                                      <p:to>
                                        <p:strVal val="visible"/>
                                      </p:to>
                                    </p:set>
                                    <p:animEffect transition="in" filter="wheel(1)">
                                      <p:cBhvr>
                                        <p:cTn id="43" dur="1000"/>
                                        <p:tgtEl>
                                          <p:spTgt spid="36"/>
                                        </p:tgtEl>
                                      </p:cBhvr>
                                    </p:animEffect>
                                  </p:childTnLst>
                                </p:cTn>
                              </p:par>
                            </p:childTnLst>
                          </p:cTn>
                        </p:par>
                        <p:par>
                          <p:cTn id="44" fill="hold">
                            <p:stCondLst>
                              <p:cond delay="6250"/>
                            </p:stCondLst>
                            <p:childTnLst>
                              <p:par>
                                <p:cTn id="45" presetID="23" presetClass="entr" presetSubtype="32" fill="hold" grpId="0" nodeType="afterEffect">
                                  <p:stCondLst>
                                    <p:cond delay="250"/>
                                  </p:stCondLst>
                                  <p:childTnLst>
                                    <p:set>
                                      <p:cBhvr>
                                        <p:cTn id="46" dur="1" fill="hold">
                                          <p:stCondLst>
                                            <p:cond delay="0"/>
                                          </p:stCondLst>
                                        </p:cTn>
                                        <p:tgtEl>
                                          <p:spTgt spid="39">
                                            <p:txEl>
                                              <p:pRg st="0" end="0"/>
                                            </p:txEl>
                                          </p:spTgt>
                                        </p:tgtEl>
                                        <p:attrNameLst>
                                          <p:attrName>style.visibility</p:attrName>
                                        </p:attrNameLst>
                                      </p:cBhvr>
                                      <p:to>
                                        <p:strVal val="visible"/>
                                      </p:to>
                                    </p:set>
                                    <p:anim calcmode="lin" valueType="num">
                                      <p:cBhvr>
                                        <p:cTn id="47" dur="500" fill="hold"/>
                                        <p:tgtEl>
                                          <p:spTgt spid="39">
                                            <p:txEl>
                                              <p:pRg st="0" end="0"/>
                                            </p:txEl>
                                          </p:spTgt>
                                        </p:tgtEl>
                                        <p:attrNameLst>
                                          <p:attrName>ppt_w</p:attrName>
                                        </p:attrNameLst>
                                      </p:cBhvr>
                                      <p:tavLst>
                                        <p:tav tm="0">
                                          <p:val>
                                            <p:strVal val="4*#ppt_w"/>
                                          </p:val>
                                        </p:tav>
                                        <p:tav tm="100000">
                                          <p:val>
                                            <p:strVal val="#ppt_w"/>
                                          </p:val>
                                        </p:tav>
                                      </p:tavLst>
                                    </p:anim>
                                    <p:anim calcmode="lin" valueType="num">
                                      <p:cBhvr>
                                        <p:cTn id="48" dur="500" fill="hold"/>
                                        <p:tgtEl>
                                          <p:spTgt spid="39">
                                            <p:txEl>
                                              <p:pRg st="0" end="0"/>
                                            </p:txEl>
                                          </p:spTgt>
                                        </p:tgtEl>
                                        <p:attrNameLst>
                                          <p:attrName>ppt_h</p:attrName>
                                        </p:attrNameLst>
                                      </p:cBhvr>
                                      <p:tavLst>
                                        <p:tav tm="0">
                                          <p:val>
                                            <p:strVal val="4*#ppt_h"/>
                                          </p:val>
                                        </p:tav>
                                        <p:tav tm="100000">
                                          <p:val>
                                            <p:strVal val="#ppt_h"/>
                                          </p:val>
                                        </p:tav>
                                      </p:tavLst>
                                    </p:anim>
                                  </p:childTnLst>
                                </p:cTn>
                              </p:par>
                            </p:childTnLst>
                          </p:cTn>
                        </p:par>
                        <p:par>
                          <p:cTn id="49" fill="hold">
                            <p:stCondLst>
                              <p:cond delay="7000"/>
                            </p:stCondLst>
                            <p:childTnLst>
                              <p:par>
                                <p:cTn id="50" presetID="10" presetClass="entr" presetSubtype="0" fill="hold" grpId="0" nodeType="afterEffect">
                                  <p:stCondLst>
                                    <p:cond delay="0"/>
                                  </p:stCondLst>
                                  <p:childTnLst>
                                    <p:set>
                                      <p:cBhvr>
                                        <p:cTn id="51" dur="1" fill="hold">
                                          <p:stCondLst>
                                            <p:cond delay="0"/>
                                          </p:stCondLst>
                                        </p:cTn>
                                        <p:tgtEl>
                                          <p:spTgt spid="40">
                                            <p:txEl>
                                              <p:pRg st="0" end="0"/>
                                            </p:txEl>
                                          </p:spTgt>
                                        </p:tgtEl>
                                        <p:attrNameLst>
                                          <p:attrName>style.visibility</p:attrName>
                                        </p:attrNameLst>
                                      </p:cBhvr>
                                      <p:to>
                                        <p:strVal val="visible"/>
                                      </p:to>
                                    </p:set>
                                    <p:animEffect transition="in" filter="fade">
                                      <p:cBhvr>
                                        <p:cTn id="52" dur="500"/>
                                        <p:tgtEl>
                                          <p:spTgt spid="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30" grpId="0"/>
      <p:bldP spid="31" grpId="0"/>
      <p:bldP spid="32" grpId="0"/>
      <p:bldP spid="8" grpId="0" animBg="1"/>
      <p:bldP spid="33" grpId="0" animBg="1"/>
      <p:bldP spid="34" grpId="0" animBg="1"/>
      <p:bldP spid="36" grpId="0" animBg="1"/>
      <p:bldP spid="37" grpId="0" build="p">
        <p:tmplLst>
          <p:tmpl lvl="1">
            <p:tnLst>
              <p:par>
                <p:cTn presetID="23" presetClass="entr" presetSubtype="32" fill="hold" nodeType="afterEffect">
                  <p:stCondLst>
                    <p:cond delay="250"/>
                  </p:stCondLst>
                  <p:childTnLst>
                    <p:set>
                      <p:cBhvr>
                        <p:cTn dur="1" fill="hold">
                          <p:stCondLst>
                            <p:cond delay="0"/>
                          </p:stCondLst>
                        </p:cTn>
                        <p:tgtEl>
                          <p:spTgt spid="37"/>
                        </p:tgtEl>
                        <p:attrNameLst>
                          <p:attrName>style.visibility</p:attrName>
                        </p:attrNameLst>
                      </p:cBhvr>
                      <p:to>
                        <p:strVal val="visible"/>
                      </p:to>
                    </p:set>
                    <p:anim calcmode="lin" valueType="num">
                      <p:cBhvr>
                        <p:cTn dur="500" fill="hold"/>
                        <p:tgtEl>
                          <p:spTgt spid="37"/>
                        </p:tgtEl>
                        <p:attrNameLst>
                          <p:attrName>ppt_w</p:attrName>
                        </p:attrNameLst>
                      </p:cBhvr>
                      <p:tavLst>
                        <p:tav tm="0">
                          <p:val>
                            <p:strVal val="4*#ppt_w"/>
                          </p:val>
                        </p:tav>
                        <p:tav tm="100000">
                          <p:val>
                            <p:strVal val="#ppt_w"/>
                          </p:val>
                        </p:tav>
                      </p:tavLst>
                    </p:anim>
                    <p:anim calcmode="lin" valueType="num">
                      <p:cBhvr>
                        <p:cTn dur="500" fill="hold"/>
                        <p:tgtEl>
                          <p:spTgt spid="37"/>
                        </p:tgtEl>
                        <p:attrNameLst>
                          <p:attrName>ppt_h</p:attrName>
                        </p:attrNameLst>
                      </p:cBhvr>
                      <p:tavLst>
                        <p:tav tm="0">
                          <p:val>
                            <p:strVal val="4*#ppt_h"/>
                          </p:val>
                        </p:tav>
                        <p:tav tm="100000">
                          <p:val>
                            <p:strVal val="#ppt_h"/>
                          </p:val>
                        </p:tav>
                      </p:tavLst>
                    </p:anim>
                  </p:childTnLst>
                </p:cTn>
              </p:par>
            </p:tnLst>
          </p:tmpl>
        </p:tmplLst>
      </p:bldP>
      <p:bldP spid="38" grpId="0" build="p">
        <p:tmplLst>
          <p:tmpl lvl="1">
            <p:tnLst>
              <p:par>
                <p:cTn presetID="10" presetClass="entr" presetSubtype="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39" grpId="0" build="p">
        <p:tmplLst>
          <p:tmpl lvl="1">
            <p:tnLst>
              <p:par>
                <p:cTn presetID="23" presetClass="entr" presetSubtype="32" fill="hold" nodeType="afterEffect">
                  <p:stCondLst>
                    <p:cond delay="250"/>
                  </p:stCondLst>
                  <p:childTnLst>
                    <p:set>
                      <p:cBhvr>
                        <p:cTn dur="1" fill="hold">
                          <p:stCondLst>
                            <p:cond delay="0"/>
                          </p:stCondLst>
                        </p:cTn>
                        <p:tgtEl>
                          <p:spTgt spid="39"/>
                        </p:tgtEl>
                        <p:attrNameLst>
                          <p:attrName>style.visibility</p:attrName>
                        </p:attrNameLst>
                      </p:cBhvr>
                      <p:to>
                        <p:strVal val="visible"/>
                      </p:to>
                    </p:set>
                    <p:anim calcmode="lin" valueType="num">
                      <p:cBhvr>
                        <p:cTn dur="500" fill="hold"/>
                        <p:tgtEl>
                          <p:spTgt spid="39"/>
                        </p:tgtEl>
                        <p:attrNameLst>
                          <p:attrName>ppt_w</p:attrName>
                        </p:attrNameLst>
                      </p:cBhvr>
                      <p:tavLst>
                        <p:tav tm="0">
                          <p:val>
                            <p:strVal val="4*#ppt_w"/>
                          </p:val>
                        </p:tav>
                        <p:tav tm="100000">
                          <p:val>
                            <p:strVal val="#ppt_w"/>
                          </p:val>
                        </p:tav>
                      </p:tavLst>
                    </p:anim>
                    <p:anim calcmode="lin" valueType="num">
                      <p:cBhvr>
                        <p:cTn dur="500" fill="hold"/>
                        <p:tgtEl>
                          <p:spTgt spid="39"/>
                        </p:tgtEl>
                        <p:attrNameLst>
                          <p:attrName>ppt_h</p:attrName>
                        </p:attrNameLst>
                      </p:cBhvr>
                      <p:tavLst>
                        <p:tav tm="0">
                          <p:val>
                            <p:strVal val="4*#ppt_h"/>
                          </p:val>
                        </p:tav>
                        <p:tav tm="100000">
                          <p:val>
                            <p:strVal val="#ppt_h"/>
                          </p:val>
                        </p:tav>
                      </p:tavLst>
                    </p:anim>
                  </p:childTnLst>
                </p:cTn>
              </p:par>
            </p:tnLst>
          </p:tmpl>
        </p:tmplLst>
      </p:bldP>
      <p:bldP spid="40" grpId="0" build="p">
        <p:tmplLst>
          <p:tmpl lvl="1">
            <p:tnLst>
              <p:par>
                <p:cTn presetID="10" presetClass="entr" presetSubtype="0" fill="hold" nodeType="after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oop">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 name="アーチ 5"/>
          <p:cNvSpPr/>
          <p:nvPr userDrawn="1"/>
        </p:nvSpPr>
        <p:spPr>
          <a:xfrm rot="5280000">
            <a:off x="8940082" y="2911175"/>
            <a:ext cx="3245916" cy="2909961"/>
          </a:xfrm>
          <a:custGeom>
            <a:avLst/>
            <a:gdLst/>
            <a:ahLst/>
            <a:cxnLst/>
            <a:rect l="l" t="t" r="r" b="b"/>
            <a:pathLst>
              <a:path w="3490546" h="3129272">
                <a:moveTo>
                  <a:pt x="0" y="3129269"/>
                </a:moveTo>
                <a:cubicBezTo>
                  <a:pt x="1" y="2295507"/>
                  <a:pt x="332732" y="1496219"/>
                  <a:pt x="924368" y="908746"/>
                </a:cubicBezTo>
                <a:cubicBezTo>
                  <a:pt x="1513783" y="323480"/>
                  <a:pt x="2311602" y="-3344"/>
                  <a:pt x="3141967" y="250"/>
                </a:cubicBezTo>
                <a:lnTo>
                  <a:pt x="3141967" y="0"/>
                </a:lnTo>
                <a:lnTo>
                  <a:pt x="3142212" y="245"/>
                </a:lnTo>
                <a:cubicBezTo>
                  <a:pt x="3145264" y="43"/>
                  <a:pt x="3148316" y="60"/>
                  <a:pt x="3151367" y="82"/>
                </a:cubicBezTo>
                <a:lnTo>
                  <a:pt x="3151302" y="9335"/>
                </a:lnTo>
                <a:lnTo>
                  <a:pt x="3490546" y="348579"/>
                </a:lnTo>
                <a:lnTo>
                  <a:pt x="3146476" y="692649"/>
                </a:lnTo>
                <a:cubicBezTo>
                  <a:pt x="3146469" y="693625"/>
                  <a:pt x="3146462" y="694600"/>
                  <a:pt x="3146455" y="695576"/>
                </a:cubicBezTo>
                <a:lnTo>
                  <a:pt x="3143420" y="695705"/>
                </a:lnTo>
                <a:lnTo>
                  <a:pt x="3141967" y="697158"/>
                </a:lnTo>
                <a:lnTo>
                  <a:pt x="3141967" y="695767"/>
                </a:lnTo>
                <a:cubicBezTo>
                  <a:pt x="2495145" y="692172"/>
                  <a:pt x="1873508" y="946432"/>
                  <a:pt x="1414429" y="1402280"/>
                </a:cubicBezTo>
                <a:cubicBezTo>
                  <a:pt x="954661" y="1858813"/>
                  <a:pt x="695929" y="2479817"/>
                  <a:pt x="695589" y="3127701"/>
                </a:cubicBezTo>
                <a:lnTo>
                  <a:pt x="348579" y="2780690"/>
                </a:lnTo>
                <a:close/>
                <a:moveTo>
                  <a:pt x="0" y="3129272"/>
                </a:moveTo>
                <a:lnTo>
                  <a:pt x="0" y="3129269"/>
                </a:lnTo>
                <a:lnTo>
                  <a:pt x="695511" y="3129269"/>
                </a:lnTo>
                <a:close/>
              </a:path>
            </a:pathLst>
          </a:custGeom>
          <a:blipFill dpi="0" rotWithShape="1">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9" name="アーチ 5"/>
          <p:cNvSpPr/>
          <p:nvPr userDrawn="1"/>
        </p:nvSpPr>
        <p:spPr>
          <a:xfrm rot="10680000">
            <a:off x="8868006" y="5660358"/>
            <a:ext cx="3245916" cy="2909961"/>
          </a:xfrm>
          <a:custGeom>
            <a:avLst/>
            <a:gdLst/>
            <a:ahLst/>
            <a:cxnLst/>
            <a:rect l="l" t="t" r="r" b="b"/>
            <a:pathLst>
              <a:path w="3490546" h="3129272">
                <a:moveTo>
                  <a:pt x="0" y="3129269"/>
                </a:moveTo>
                <a:cubicBezTo>
                  <a:pt x="1" y="2295507"/>
                  <a:pt x="332732" y="1496219"/>
                  <a:pt x="924368" y="908746"/>
                </a:cubicBezTo>
                <a:cubicBezTo>
                  <a:pt x="1513783" y="323480"/>
                  <a:pt x="2311602" y="-3344"/>
                  <a:pt x="3141967" y="250"/>
                </a:cubicBezTo>
                <a:lnTo>
                  <a:pt x="3141967" y="0"/>
                </a:lnTo>
                <a:lnTo>
                  <a:pt x="3142212" y="245"/>
                </a:lnTo>
                <a:cubicBezTo>
                  <a:pt x="3145264" y="43"/>
                  <a:pt x="3148316" y="60"/>
                  <a:pt x="3151367" y="82"/>
                </a:cubicBezTo>
                <a:lnTo>
                  <a:pt x="3151302" y="9335"/>
                </a:lnTo>
                <a:lnTo>
                  <a:pt x="3490546" y="348579"/>
                </a:lnTo>
                <a:lnTo>
                  <a:pt x="3146476" y="692649"/>
                </a:lnTo>
                <a:cubicBezTo>
                  <a:pt x="3146469" y="693625"/>
                  <a:pt x="3146462" y="694600"/>
                  <a:pt x="3146455" y="695576"/>
                </a:cubicBezTo>
                <a:lnTo>
                  <a:pt x="3143420" y="695705"/>
                </a:lnTo>
                <a:lnTo>
                  <a:pt x="3141967" y="697158"/>
                </a:lnTo>
                <a:lnTo>
                  <a:pt x="3141967" y="695767"/>
                </a:lnTo>
                <a:cubicBezTo>
                  <a:pt x="2495145" y="692172"/>
                  <a:pt x="1873508" y="946432"/>
                  <a:pt x="1414429" y="1402280"/>
                </a:cubicBezTo>
                <a:cubicBezTo>
                  <a:pt x="954661" y="1858813"/>
                  <a:pt x="695929" y="2479817"/>
                  <a:pt x="695589" y="3127701"/>
                </a:cubicBezTo>
                <a:lnTo>
                  <a:pt x="348579" y="2780690"/>
                </a:lnTo>
                <a:close/>
                <a:moveTo>
                  <a:pt x="0" y="3129272"/>
                </a:moveTo>
                <a:lnTo>
                  <a:pt x="0" y="3129269"/>
                </a:lnTo>
                <a:lnTo>
                  <a:pt x="695511" y="3129269"/>
                </a:lnTo>
                <a:close/>
              </a:path>
            </a:pathLst>
          </a:custGeom>
          <a:blipFill dpi="0" rotWithShape="1">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0" name="アーチ 5"/>
          <p:cNvSpPr/>
          <p:nvPr userDrawn="1"/>
        </p:nvSpPr>
        <p:spPr>
          <a:xfrm rot="21480000">
            <a:off x="6198086" y="2841858"/>
            <a:ext cx="3245916" cy="2909961"/>
          </a:xfrm>
          <a:custGeom>
            <a:avLst/>
            <a:gdLst/>
            <a:ahLst/>
            <a:cxnLst/>
            <a:rect l="l" t="t" r="r" b="b"/>
            <a:pathLst>
              <a:path w="3490546" h="3129272">
                <a:moveTo>
                  <a:pt x="0" y="3129269"/>
                </a:moveTo>
                <a:cubicBezTo>
                  <a:pt x="1" y="2295507"/>
                  <a:pt x="332732" y="1496219"/>
                  <a:pt x="924368" y="908746"/>
                </a:cubicBezTo>
                <a:cubicBezTo>
                  <a:pt x="1513783" y="323480"/>
                  <a:pt x="2311602" y="-3344"/>
                  <a:pt x="3141967" y="250"/>
                </a:cubicBezTo>
                <a:lnTo>
                  <a:pt x="3141967" y="0"/>
                </a:lnTo>
                <a:lnTo>
                  <a:pt x="3142212" y="245"/>
                </a:lnTo>
                <a:cubicBezTo>
                  <a:pt x="3145264" y="43"/>
                  <a:pt x="3148316" y="60"/>
                  <a:pt x="3151367" y="82"/>
                </a:cubicBezTo>
                <a:lnTo>
                  <a:pt x="3151302" y="9335"/>
                </a:lnTo>
                <a:lnTo>
                  <a:pt x="3490546" y="348579"/>
                </a:lnTo>
                <a:lnTo>
                  <a:pt x="3146476" y="692649"/>
                </a:lnTo>
                <a:cubicBezTo>
                  <a:pt x="3146469" y="693625"/>
                  <a:pt x="3146462" y="694600"/>
                  <a:pt x="3146455" y="695576"/>
                </a:cubicBezTo>
                <a:lnTo>
                  <a:pt x="3143420" y="695705"/>
                </a:lnTo>
                <a:lnTo>
                  <a:pt x="3141967" y="697158"/>
                </a:lnTo>
                <a:lnTo>
                  <a:pt x="3141967" y="695767"/>
                </a:lnTo>
                <a:cubicBezTo>
                  <a:pt x="2495145" y="692172"/>
                  <a:pt x="1873508" y="946432"/>
                  <a:pt x="1414429" y="1402280"/>
                </a:cubicBezTo>
                <a:cubicBezTo>
                  <a:pt x="954661" y="1858813"/>
                  <a:pt x="695929" y="2479817"/>
                  <a:pt x="695589" y="3127701"/>
                </a:cubicBezTo>
                <a:lnTo>
                  <a:pt x="348579" y="2780690"/>
                </a:lnTo>
                <a:close/>
                <a:moveTo>
                  <a:pt x="0" y="3129272"/>
                </a:moveTo>
                <a:lnTo>
                  <a:pt x="0" y="3129269"/>
                </a:lnTo>
                <a:lnTo>
                  <a:pt x="695511" y="3129269"/>
                </a:lnTo>
                <a:close/>
              </a:path>
            </a:pathLst>
          </a:custGeom>
          <a:blipFill dpi="0" rotWithShape="1">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1" name="アーチ 5"/>
          <p:cNvSpPr/>
          <p:nvPr userDrawn="1"/>
        </p:nvSpPr>
        <p:spPr>
          <a:xfrm rot="16080000">
            <a:off x="6125905" y="5588034"/>
            <a:ext cx="3245916" cy="2909961"/>
          </a:xfrm>
          <a:custGeom>
            <a:avLst/>
            <a:gdLst/>
            <a:ahLst/>
            <a:cxnLst/>
            <a:rect l="l" t="t" r="r" b="b"/>
            <a:pathLst>
              <a:path w="3490546" h="3129272">
                <a:moveTo>
                  <a:pt x="0" y="3129269"/>
                </a:moveTo>
                <a:cubicBezTo>
                  <a:pt x="1" y="2295507"/>
                  <a:pt x="332732" y="1496219"/>
                  <a:pt x="924368" y="908746"/>
                </a:cubicBezTo>
                <a:cubicBezTo>
                  <a:pt x="1513783" y="323480"/>
                  <a:pt x="2311602" y="-3344"/>
                  <a:pt x="3141967" y="250"/>
                </a:cubicBezTo>
                <a:lnTo>
                  <a:pt x="3141967" y="0"/>
                </a:lnTo>
                <a:lnTo>
                  <a:pt x="3142212" y="245"/>
                </a:lnTo>
                <a:cubicBezTo>
                  <a:pt x="3145264" y="43"/>
                  <a:pt x="3148316" y="60"/>
                  <a:pt x="3151367" y="82"/>
                </a:cubicBezTo>
                <a:lnTo>
                  <a:pt x="3151302" y="9335"/>
                </a:lnTo>
                <a:lnTo>
                  <a:pt x="3490546" y="348579"/>
                </a:lnTo>
                <a:lnTo>
                  <a:pt x="3146476" y="692649"/>
                </a:lnTo>
                <a:cubicBezTo>
                  <a:pt x="3146469" y="693625"/>
                  <a:pt x="3146462" y="694600"/>
                  <a:pt x="3146455" y="695576"/>
                </a:cubicBezTo>
                <a:lnTo>
                  <a:pt x="3143420" y="695705"/>
                </a:lnTo>
                <a:lnTo>
                  <a:pt x="3141967" y="697158"/>
                </a:lnTo>
                <a:lnTo>
                  <a:pt x="3141967" y="695767"/>
                </a:lnTo>
                <a:cubicBezTo>
                  <a:pt x="2495145" y="692172"/>
                  <a:pt x="1873508" y="946432"/>
                  <a:pt x="1414429" y="1402280"/>
                </a:cubicBezTo>
                <a:cubicBezTo>
                  <a:pt x="954661" y="1858813"/>
                  <a:pt x="695929" y="2479817"/>
                  <a:pt x="695589" y="3127701"/>
                </a:cubicBezTo>
                <a:lnTo>
                  <a:pt x="348579" y="2780690"/>
                </a:lnTo>
                <a:close/>
                <a:moveTo>
                  <a:pt x="0" y="3129272"/>
                </a:moveTo>
                <a:lnTo>
                  <a:pt x="0" y="3129269"/>
                </a:lnTo>
                <a:lnTo>
                  <a:pt x="695511" y="3129269"/>
                </a:lnTo>
                <a:close/>
              </a:path>
            </a:pathLst>
          </a:custGeom>
          <a:blipFill dpi="0" rotWithShape="1">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2" name="テキスト プレースホルダー 5"/>
          <p:cNvSpPr>
            <a:spLocks noGrp="1"/>
          </p:cNvSpPr>
          <p:nvPr>
            <p:ph type="body" sz="quarter" idx="17" hasCustomPrompt="1"/>
          </p:nvPr>
        </p:nvSpPr>
        <p:spPr>
          <a:xfrm>
            <a:off x="12163711" y="3103720"/>
            <a:ext cx="5350565"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3" name="テキスト プレースホルダー 5"/>
          <p:cNvSpPr>
            <a:spLocks noGrp="1"/>
          </p:cNvSpPr>
          <p:nvPr>
            <p:ph type="body" sz="quarter" idx="12" hasCustomPrompt="1"/>
          </p:nvPr>
        </p:nvSpPr>
        <p:spPr>
          <a:xfrm>
            <a:off x="12163711" y="3622064"/>
            <a:ext cx="5350565" cy="1950929"/>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4" name="テキスト プレースホルダー 5"/>
          <p:cNvSpPr>
            <a:spLocks noGrp="1"/>
          </p:cNvSpPr>
          <p:nvPr>
            <p:ph type="body" sz="quarter" idx="18" hasCustomPrompt="1"/>
          </p:nvPr>
        </p:nvSpPr>
        <p:spPr>
          <a:xfrm>
            <a:off x="12163711" y="6182200"/>
            <a:ext cx="5350565"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5" name="テキスト プレースホルダー 5"/>
          <p:cNvSpPr>
            <a:spLocks noGrp="1"/>
          </p:cNvSpPr>
          <p:nvPr>
            <p:ph type="body" sz="quarter" idx="19" hasCustomPrompt="1"/>
          </p:nvPr>
        </p:nvSpPr>
        <p:spPr>
          <a:xfrm>
            <a:off x="12163711" y="6700544"/>
            <a:ext cx="5350565" cy="1950929"/>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6" name="テキスト プレースホルダー 5"/>
          <p:cNvSpPr>
            <a:spLocks noGrp="1"/>
          </p:cNvSpPr>
          <p:nvPr>
            <p:ph type="body" sz="quarter" idx="20" hasCustomPrompt="1"/>
          </p:nvPr>
        </p:nvSpPr>
        <p:spPr>
          <a:xfrm>
            <a:off x="796037" y="3103720"/>
            <a:ext cx="535056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7" name="テキスト プレースホルダー 5"/>
          <p:cNvSpPr>
            <a:spLocks noGrp="1"/>
          </p:cNvSpPr>
          <p:nvPr>
            <p:ph type="body" sz="quarter" idx="21" hasCustomPrompt="1"/>
          </p:nvPr>
        </p:nvSpPr>
        <p:spPr>
          <a:xfrm>
            <a:off x="796037" y="3622064"/>
            <a:ext cx="5350565" cy="1950929"/>
          </a:xfrm>
        </p:spPr>
        <p:txBody>
          <a:bodyPr anchor="t">
            <a:normAutofit/>
          </a:bodyPr>
          <a:lstStyle>
            <a:lvl1pPr algn="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8" name="テキスト プレースホルダー 5"/>
          <p:cNvSpPr>
            <a:spLocks noGrp="1"/>
          </p:cNvSpPr>
          <p:nvPr>
            <p:ph type="body" sz="quarter" idx="22" hasCustomPrompt="1"/>
          </p:nvPr>
        </p:nvSpPr>
        <p:spPr>
          <a:xfrm>
            <a:off x="796037" y="6182200"/>
            <a:ext cx="535056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9" name="テキスト プレースホルダー 5"/>
          <p:cNvSpPr>
            <a:spLocks noGrp="1"/>
          </p:cNvSpPr>
          <p:nvPr>
            <p:ph type="body" sz="quarter" idx="23" hasCustomPrompt="1"/>
          </p:nvPr>
        </p:nvSpPr>
        <p:spPr>
          <a:xfrm>
            <a:off x="796037" y="6700544"/>
            <a:ext cx="5350565" cy="1950929"/>
          </a:xfrm>
        </p:spPr>
        <p:txBody>
          <a:bodyPr anchor="t">
            <a:normAutofit/>
          </a:bodyPr>
          <a:lstStyle>
            <a:lvl1pPr algn="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40" name="テキスト プレースホルダー 21"/>
          <p:cNvSpPr>
            <a:spLocks noGrp="1"/>
          </p:cNvSpPr>
          <p:nvPr>
            <p:ph type="body" sz="quarter" idx="24" hasCustomPrompt="1"/>
          </p:nvPr>
        </p:nvSpPr>
        <p:spPr>
          <a:xfrm>
            <a:off x="7315199" y="4506835"/>
            <a:ext cx="3671668" cy="2360494"/>
          </a:xfrm>
        </p:spPr>
        <p:txBody>
          <a:bodyPr anchor="ctr">
            <a:noAutofit/>
          </a:bodyPr>
          <a:lstStyle>
            <a:lvl1pPr marL="0" marR="0" indent="0" algn="ctr" defTabSz="1633027" rtl="0" eaLnBrk="1" fontAlgn="auto" latinLnBrk="0" hangingPunct="1">
              <a:lnSpc>
                <a:spcPts val="6000"/>
              </a:lnSpc>
              <a:spcBef>
                <a:spcPts val="0"/>
              </a:spcBef>
              <a:spcAft>
                <a:spcPts val="0"/>
              </a:spcAft>
              <a:buClrTx/>
              <a:buSzTx/>
              <a:buFontTx/>
              <a:buNone/>
              <a:tabLst/>
              <a:defRPr sz="6000" baseline="0">
                <a:solidFill>
                  <a:schemeClr val="tx2"/>
                </a:solidFill>
                <a:latin typeface="Bebas Neue Regular" panose="00000500000000000000" pitchFamily="2" charset="0"/>
              </a:defRPr>
            </a:lvl1pPr>
          </a:lstStyle>
          <a:p>
            <a:pPr lvl="0"/>
            <a:r>
              <a:rPr kumimoji="1" lang="en-US" altLang="ja-JP" dirty="0" err="1"/>
              <a:t>WORd</a:t>
            </a:r>
            <a:endParaRPr kumimoji="1" lang="en-US" altLang="ja-JP" dirty="0"/>
          </a:p>
        </p:txBody>
      </p:sp>
    </p:spTree>
    <p:extLst>
      <p:ext uri="{BB962C8B-B14F-4D97-AF65-F5344CB8AC3E}">
        <p14:creationId xmlns:p14="http://schemas.microsoft.com/office/powerpoint/2010/main" val="3951512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decel="100000" fill="hold" grpId="0" nodeType="afterEffect">
                                  <p:stCondLst>
                                    <p:cond delay="0"/>
                                  </p:stCondLst>
                                  <p:iterate type="wd">
                                    <p:tmPct val="10000"/>
                                  </p:iterate>
                                  <p:childTnLst>
                                    <p:set>
                                      <p:cBhvr>
                                        <p:cTn id="11" dur="1" fill="hold">
                                          <p:stCondLst>
                                            <p:cond delay="0"/>
                                          </p:stCondLst>
                                        </p:cTn>
                                        <p:tgtEl>
                                          <p:spTgt spid="40">
                                            <p:txEl>
                                              <p:pRg st="0" end="0"/>
                                            </p:txEl>
                                          </p:spTgt>
                                        </p:tgtEl>
                                        <p:attrNameLst>
                                          <p:attrName>style.visibility</p:attrName>
                                        </p:attrNameLst>
                                      </p:cBhvr>
                                      <p:to>
                                        <p:strVal val="visible"/>
                                      </p:to>
                                    </p:set>
                                    <p:anim calcmode="lin" valueType="num">
                                      <p:cBhvr additive="base">
                                        <p:cTn id="12" dur="750" fill="hold"/>
                                        <p:tgtEl>
                                          <p:spTgt spid="40">
                                            <p:txEl>
                                              <p:pRg st="0" end="0"/>
                                            </p:txEl>
                                          </p:spTgt>
                                        </p:tgtEl>
                                        <p:attrNameLst>
                                          <p:attrName>ppt_x</p:attrName>
                                        </p:attrNameLst>
                                      </p:cBhvr>
                                      <p:tavLst>
                                        <p:tav tm="0">
                                          <p:val>
                                            <p:strVal val="#ppt_x"/>
                                          </p:val>
                                        </p:tav>
                                        <p:tav tm="100000">
                                          <p:val>
                                            <p:strVal val="#ppt_x"/>
                                          </p:val>
                                        </p:tav>
                                      </p:tavLst>
                                    </p:anim>
                                    <p:anim calcmode="lin" valueType="num">
                                      <p:cBhvr additive="base">
                                        <p:cTn id="13" dur="750" fill="hold"/>
                                        <p:tgtEl>
                                          <p:spTgt spid="40">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250"/>
                            </p:stCondLst>
                            <p:childTnLst>
                              <p:par>
                                <p:cTn id="15" presetID="22" presetClass="entr" presetSubtype="8"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par>
                          <p:cTn id="18" fill="hold">
                            <p:stCondLst>
                              <p:cond delay="1750"/>
                            </p:stCondLst>
                            <p:childTnLst>
                              <p:par>
                                <p:cTn id="19" presetID="2" presetClass="entr" presetSubtype="2" decel="100000" fill="hold" grpId="0" nodeType="afterEffect">
                                  <p:stCondLst>
                                    <p:cond delay="0"/>
                                  </p:stCondLst>
                                  <p:iterate type="wd">
                                    <p:tmPct val="10000"/>
                                  </p:iterate>
                                  <p:childTnLst>
                                    <p:set>
                                      <p:cBhvr>
                                        <p:cTn id="20" dur="1" fill="hold">
                                          <p:stCondLst>
                                            <p:cond delay="0"/>
                                          </p:stCondLst>
                                        </p:cTn>
                                        <p:tgtEl>
                                          <p:spTgt spid="32">
                                            <p:txEl>
                                              <p:pRg st="0" end="0"/>
                                            </p:txEl>
                                          </p:spTgt>
                                        </p:tgtEl>
                                        <p:attrNameLst>
                                          <p:attrName>style.visibility</p:attrName>
                                        </p:attrNameLst>
                                      </p:cBhvr>
                                      <p:to>
                                        <p:strVal val="visible"/>
                                      </p:to>
                                    </p:set>
                                    <p:anim calcmode="lin" valueType="num">
                                      <p:cBhvr additive="base">
                                        <p:cTn id="21" dur="500" fill="hold"/>
                                        <p:tgtEl>
                                          <p:spTgt spid="32">
                                            <p:txEl>
                                              <p:pRg st="0" end="0"/>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32">
                                            <p:txEl>
                                              <p:pRg st="0" end="0"/>
                                            </p:txEl>
                                          </p:spTgt>
                                        </p:tgtEl>
                                        <p:attrNameLst>
                                          <p:attrName>ppt_y</p:attrName>
                                        </p:attrNameLst>
                                      </p:cBhvr>
                                      <p:tavLst>
                                        <p:tav tm="0">
                                          <p:val>
                                            <p:strVal val="#ppt_y"/>
                                          </p:val>
                                        </p:tav>
                                        <p:tav tm="100000">
                                          <p:val>
                                            <p:strVal val="#ppt_y"/>
                                          </p:val>
                                        </p:tav>
                                      </p:tavLst>
                                    </p:anim>
                                  </p:childTnLst>
                                </p:cTn>
                              </p:par>
                            </p:childTnLst>
                          </p:cTn>
                        </p:par>
                        <p:par>
                          <p:cTn id="23" fill="hold">
                            <p:stCondLst>
                              <p:cond delay="2350"/>
                            </p:stCondLst>
                            <p:childTnLst>
                              <p:par>
                                <p:cTn id="24" presetID="22" presetClass="entr" presetSubtype="8" fill="hold" grpId="0" nodeType="afterEffect">
                                  <p:stCondLst>
                                    <p:cond delay="0"/>
                                  </p:stCondLst>
                                  <p:childTnLst>
                                    <p:set>
                                      <p:cBhvr>
                                        <p:cTn id="25" dur="1" fill="hold">
                                          <p:stCondLst>
                                            <p:cond delay="0"/>
                                          </p:stCondLst>
                                        </p:cTn>
                                        <p:tgtEl>
                                          <p:spTgt spid="33">
                                            <p:txEl>
                                              <p:pRg st="0" end="0"/>
                                            </p:txEl>
                                          </p:spTgt>
                                        </p:tgtEl>
                                        <p:attrNameLst>
                                          <p:attrName>style.visibility</p:attrName>
                                        </p:attrNameLst>
                                      </p:cBhvr>
                                      <p:to>
                                        <p:strVal val="visible"/>
                                      </p:to>
                                    </p:set>
                                    <p:animEffect transition="in" filter="wipe(left)">
                                      <p:cBhvr>
                                        <p:cTn id="26" dur="500"/>
                                        <p:tgtEl>
                                          <p:spTgt spid="33">
                                            <p:txEl>
                                              <p:pRg st="0" end="0"/>
                                            </p:txEl>
                                          </p:spTgt>
                                        </p:tgtEl>
                                      </p:cBhvr>
                                    </p:animEffect>
                                  </p:childTnLst>
                                </p:cTn>
                              </p:par>
                            </p:childTnLst>
                          </p:cTn>
                        </p:par>
                        <p:par>
                          <p:cTn id="27" fill="hold">
                            <p:stCondLst>
                              <p:cond delay="2850"/>
                            </p:stCondLst>
                            <p:childTnLst>
                              <p:par>
                                <p:cTn id="28" presetID="22" presetClass="entr" presetSubtype="1" fill="hold" grpId="0" nodeType="after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wipe(up)">
                                      <p:cBhvr>
                                        <p:cTn id="30" dur="500"/>
                                        <p:tgtEl>
                                          <p:spTgt spid="29"/>
                                        </p:tgtEl>
                                      </p:cBhvr>
                                    </p:animEffect>
                                  </p:childTnLst>
                                </p:cTn>
                              </p:par>
                            </p:childTnLst>
                          </p:cTn>
                        </p:par>
                        <p:par>
                          <p:cTn id="31" fill="hold">
                            <p:stCondLst>
                              <p:cond delay="3350"/>
                            </p:stCondLst>
                            <p:childTnLst>
                              <p:par>
                                <p:cTn id="32" presetID="2" presetClass="entr" presetSubtype="2" decel="100000" fill="hold" grpId="0" nodeType="afterEffect">
                                  <p:stCondLst>
                                    <p:cond delay="0"/>
                                  </p:stCondLst>
                                  <p:iterate type="wd">
                                    <p:tmPct val="10000"/>
                                  </p:iterate>
                                  <p:childTnLst>
                                    <p:set>
                                      <p:cBhvr>
                                        <p:cTn id="33" dur="1" fill="hold">
                                          <p:stCondLst>
                                            <p:cond delay="0"/>
                                          </p:stCondLst>
                                        </p:cTn>
                                        <p:tgtEl>
                                          <p:spTgt spid="34">
                                            <p:txEl>
                                              <p:pRg st="0" end="0"/>
                                            </p:txEl>
                                          </p:spTgt>
                                        </p:tgtEl>
                                        <p:attrNameLst>
                                          <p:attrName>style.visibility</p:attrName>
                                        </p:attrNameLst>
                                      </p:cBhvr>
                                      <p:to>
                                        <p:strVal val="visible"/>
                                      </p:to>
                                    </p:set>
                                    <p:anim calcmode="lin" valueType="num">
                                      <p:cBhvr additive="base">
                                        <p:cTn id="34" dur="500" fill="hold"/>
                                        <p:tgtEl>
                                          <p:spTgt spid="34">
                                            <p:txEl>
                                              <p:pRg st="0" end="0"/>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34">
                                            <p:txEl>
                                              <p:pRg st="0" end="0"/>
                                            </p:txEl>
                                          </p:spTgt>
                                        </p:tgtEl>
                                        <p:attrNameLst>
                                          <p:attrName>ppt_y</p:attrName>
                                        </p:attrNameLst>
                                      </p:cBhvr>
                                      <p:tavLst>
                                        <p:tav tm="0">
                                          <p:val>
                                            <p:strVal val="#ppt_y"/>
                                          </p:val>
                                        </p:tav>
                                        <p:tav tm="100000">
                                          <p:val>
                                            <p:strVal val="#ppt_y"/>
                                          </p:val>
                                        </p:tav>
                                      </p:tavLst>
                                    </p:anim>
                                  </p:childTnLst>
                                </p:cTn>
                              </p:par>
                            </p:childTnLst>
                          </p:cTn>
                        </p:par>
                        <p:par>
                          <p:cTn id="36" fill="hold">
                            <p:stCondLst>
                              <p:cond delay="3950"/>
                            </p:stCondLst>
                            <p:childTnLst>
                              <p:par>
                                <p:cTn id="37" presetID="22" presetClass="entr" presetSubtype="8" fill="hold" grpId="0" nodeType="afterEffect">
                                  <p:stCondLst>
                                    <p:cond delay="0"/>
                                  </p:stCondLst>
                                  <p:childTnLst>
                                    <p:set>
                                      <p:cBhvr>
                                        <p:cTn id="38" dur="1" fill="hold">
                                          <p:stCondLst>
                                            <p:cond delay="0"/>
                                          </p:stCondLst>
                                        </p:cTn>
                                        <p:tgtEl>
                                          <p:spTgt spid="35">
                                            <p:txEl>
                                              <p:pRg st="0" end="0"/>
                                            </p:txEl>
                                          </p:spTgt>
                                        </p:tgtEl>
                                        <p:attrNameLst>
                                          <p:attrName>style.visibility</p:attrName>
                                        </p:attrNameLst>
                                      </p:cBhvr>
                                      <p:to>
                                        <p:strVal val="visible"/>
                                      </p:to>
                                    </p:set>
                                    <p:animEffect transition="in" filter="wipe(left)">
                                      <p:cBhvr>
                                        <p:cTn id="39" dur="500"/>
                                        <p:tgtEl>
                                          <p:spTgt spid="35">
                                            <p:txEl>
                                              <p:pRg st="0" end="0"/>
                                            </p:txEl>
                                          </p:spTgt>
                                        </p:tgtEl>
                                      </p:cBhvr>
                                    </p:animEffect>
                                  </p:childTnLst>
                                </p:cTn>
                              </p:par>
                            </p:childTnLst>
                          </p:cTn>
                        </p:par>
                        <p:par>
                          <p:cTn id="40" fill="hold">
                            <p:stCondLst>
                              <p:cond delay="4450"/>
                            </p:stCondLst>
                            <p:childTnLst>
                              <p:par>
                                <p:cTn id="41" presetID="22" presetClass="entr" presetSubtype="2" fill="hold" grpId="0" nodeType="after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right)">
                                      <p:cBhvr>
                                        <p:cTn id="43" dur="500"/>
                                        <p:tgtEl>
                                          <p:spTgt spid="31"/>
                                        </p:tgtEl>
                                      </p:cBhvr>
                                    </p:animEffect>
                                  </p:childTnLst>
                                </p:cTn>
                              </p:par>
                            </p:childTnLst>
                          </p:cTn>
                        </p:par>
                        <p:par>
                          <p:cTn id="44" fill="hold">
                            <p:stCondLst>
                              <p:cond delay="4950"/>
                            </p:stCondLst>
                            <p:childTnLst>
                              <p:par>
                                <p:cTn id="45" presetID="2" presetClass="entr" presetSubtype="8" decel="100000" fill="hold" grpId="0" nodeType="afterEffect">
                                  <p:stCondLst>
                                    <p:cond delay="0"/>
                                  </p:stCondLst>
                                  <p:iterate type="wd">
                                    <p:tmPct val="10000"/>
                                  </p:iterate>
                                  <p:childTnLst>
                                    <p:set>
                                      <p:cBhvr>
                                        <p:cTn id="46" dur="1" fill="hold">
                                          <p:stCondLst>
                                            <p:cond delay="0"/>
                                          </p:stCondLst>
                                        </p:cTn>
                                        <p:tgtEl>
                                          <p:spTgt spid="38">
                                            <p:txEl>
                                              <p:pRg st="0" end="0"/>
                                            </p:txEl>
                                          </p:spTgt>
                                        </p:tgtEl>
                                        <p:attrNameLst>
                                          <p:attrName>style.visibility</p:attrName>
                                        </p:attrNameLst>
                                      </p:cBhvr>
                                      <p:to>
                                        <p:strVal val="visible"/>
                                      </p:to>
                                    </p:set>
                                    <p:anim calcmode="lin" valueType="num">
                                      <p:cBhvr additive="base">
                                        <p:cTn id="47" dur="500" fill="hold"/>
                                        <p:tgtEl>
                                          <p:spTgt spid="38">
                                            <p:txEl>
                                              <p:pRg st="0" end="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38">
                                            <p:txEl>
                                              <p:pRg st="0" end="0"/>
                                            </p:txEl>
                                          </p:spTgt>
                                        </p:tgtEl>
                                        <p:attrNameLst>
                                          <p:attrName>ppt_y</p:attrName>
                                        </p:attrNameLst>
                                      </p:cBhvr>
                                      <p:tavLst>
                                        <p:tav tm="0">
                                          <p:val>
                                            <p:strVal val="#ppt_y"/>
                                          </p:val>
                                        </p:tav>
                                        <p:tav tm="100000">
                                          <p:val>
                                            <p:strVal val="#ppt_y"/>
                                          </p:val>
                                        </p:tav>
                                      </p:tavLst>
                                    </p:anim>
                                  </p:childTnLst>
                                </p:cTn>
                              </p:par>
                            </p:childTnLst>
                          </p:cTn>
                        </p:par>
                        <p:par>
                          <p:cTn id="49" fill="hold">
                            <p:stCondLst>
                              <p:cond delay="5550"/>
                            </p:stCondLst>
                            <p:childTnLst>
                              <p:par>
                                <p:cTn id="50" presetID="22" presetClass="entr" presetSubtype="2" fill="hold" grpId="0" nodeType="afterEffect">
                                  <p:stCondLst>
                                    <p:cond delay="0"/>
                                  </p:stCondLst>
                                  <p:childTnLst>
                                    <p:set>
                                      <p:cBhvr>
                                        <p:cTn id="51" dur="1" fill="hold">
                                          <p:stCondLst>
                                            <p:cond delay="0"/>
                                          </p:stCondLst>
                                        </p:cTn>
                                        <p:tgtEl>
                                          <p:spTgt spid="39">
                                            <p:txEl>
                                              <p:pRg st="0" end="0"/>
                                            </p:txEl>
                                          </p:spTgt>
                                        </p:tgtEl>
                                        <p:attrNameLst>
                                          <p:attrName>style.visibility</p:attrName>
                                        </p:attrNameLst>
                                      </p:cBhvr>
                                      <p:to>
                                        <p:strVal val="visible"/>
                                      </p:to>
                                    </p:set>
                                    <p:animEffect transition="in" filter="wipe(right)">
                                      <p:cBhvr>
                                        <p:cTn id="52" dur="500"/>
                                        <p:tgtEl>
                                          <p:spTgt spid="39">
                                            <p:txEl>
                                              <p:pRg st="0" end="0"/>
                                            </p:txEl>
                                          </p:spTgt>
                                        </p:tgtEl>
                                      </p:cBhvr>
                                    </p:animEffect>
                                  </p:childTnLst>
                                </p:cTn>
                              </p:par>
                            </p:childTnLst>
                          </p:cTn>
                        </p:par>
                        <p:par>
                          <p:cTn id="53" fill="hold">
                            <p:stCondLst>
                              <p:cond delay="6050"/>
                            </p:stCondLst>
                            <p:childTnLst>
                              <p:par>
                                <p:cTn id="54" presetID="22" presetClass="entr" presetSubtype="8" fill="hold" grpId="0" nodeType="after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wipe(left)">
                                      <p:cBhvr>
                                        <p:cTn id="56" dur="500"/>
                                        <p:tgtEl>
                                          <p:spTgt spid="30"/>
                                        </p:tgtEl>
                                      </p:cBhvr>
                                    </p:animEffect>
                                  </p:childTnLst>
                                </p:cTn>
                              </p:par>
                            </p:childTnLst>
                          </p:cTn>
                        </p:par>
                        <p:par>
                          <p:cTn id="57" fill="hold">
                            <p:stCondLst>
                              <p:cond delay="6550"/>
                            </p:stCondLst>
                            <p:childTnLst>
                              <p:par>
                                <p:cTn id="58" presetID="2" presetClass="entr" presetSubtype="8" decel="100000" fill="hold" grpId="0" nodeType="afterEffect">
                                  <p:stCondLst>
                                    <p:cond delay="0"/>
                                  </p:stCondLst>
                                  <p:iterate type="wd">
                                    <p:tmPct val="10000"/>
                                  </p:iterate>
                                  <p:childTnLst>
                                    <p:set>
                                      <p:cBhvr>
                                        <p:cTn id="59" dur="1" fill="hold">
                                          <p:stCondLst>
                                            <p:cond delay="0"/>
                                          </p:stCondLst>
                                        </p:cTn>
                                        <p:tgtEl>
                                          <p:spTgt spid="36">
                                            <p:txEl>
                                              <p:pRg st="0" end="0"/>
                                            </p:txEl>
                                          </p:spTgt>
                                        </p:tgtEl>
                                        <p:attrNameLst>
                                          <p:attrName>style.visibility</p:attrName>
                                        </p:attrNameLst>
                                      </p:cBhvr>
                                      <p:to>
                                        <p:strVal val="visible"/>
                                      </p:to>
                                    </p:set>
                                    <p:anim calcmode="lin" valueType="num">
                                      <p:cBhvr additive="base">
                                        <p:cTn id="60" dur="500" fill="hold"/>
                                        <p:tgtEl>
                                          <p:spTgt spid="36">
                                            <p:txEl>
                                              <p:pRg st="0" end="0"/>
                                            </p:txEl>
                                          </p:spTgt>
                                        </p:tgtEl>
                                        <p:attrNameLst>
                                          <p:attrName>ppt_x</p:attrName>
                                        </p:attrNameLst>
                                      </p:cBhvr>
                                      <p:tavLst>
                                        <p:tav tm="0">
                                          <p:val>
                                            <p:strVal val="0-#ppt_w/2"/>
                                          </p:val>
                                        </p:tav>
                                        <p:tav tm="100000">
                                          <p:val>
                                            <p:strVal val="#ppt_x"/>
                                          </p:val>
                                        </p:tav>
                                      </p:tavLst>
                                    </p:anim>
                                    <p:anim calcmode="lin" valueType="num">
                                      <p:cBhvr additive="base">
                                        <p:cTn id="61" dur="500" fill="hold"/>
                                        <p:tgtEl>
                                          <p:spTgt spid="36">
                                            <p:txEl>
                                              <p:pRg st="0" end="0"/>
                                            </p:txEl>
                                          </p:spTgt>
                                        </p:tgtEl>
                                        <p:attrNameLst>
                                          <p:attrName>ppt_y</p:attrName>
                                        </p:attrNameLst>
                                      </p:cBhvr>
                                      <p:tavLst>
                                        <p:tav tm="0">
                                          <p:val>
                                            <p:strVal val="#ppt_y"/>
                                          </p:val>
                                        </p:tav>
                                        <p:tav tm="100000">
                                          <p:val>
                                            <p:strVal val="#ppt_y"/>
                                          </p:val>
                                        </p:tav>
                                      </p:tavLst>
                                    </p:anim>
                                  </p:childTnLst>
                                </p:cTn>
                              </p:par>
                            </p:childTnLst>
                          </p:cTn>
                        </p:par>
                        <p:par>
                          <p:cTn id="62" fill="hold">
                            <p:stCondLst>
                              <p:cond delay="7150"/>
                            </p:stCondLst>
                            <p:childTnLst>
                              <p:par>
                                <p:cTn id="63" presetID="22" presetClass="entr" presetSubtype="2" fill="hold" grpId="0" nodeType="afterEffect">
                                  <p:stCondLst>
                                    <p:cond delay="0"/>
                                  </p:stCondLst>
                                  <p:childTnLst>
                                    <p:set>
                                      <p:cBhvr>
                                        <p:cTn id="64" dur="1" fill="hold">
                                          <p:stCondLst>
                                            <p:cond delay="0"/>
                                          </p:stCondLst>
                                        </p:cTn>
                                        <p:tgtEl>
                                          <p:spTgt spid="37">
                                            <p:txEl>
                                              <p:pRg st="0" end="0"/>
                                            </p:txEl>
                                          </p:spTgt>
                                        </p:tgtEl>
                                        <p:attrNameLst>
                                          <p:attrName>style.visibility</p:attrName>
                                        </p:attrNameLst>
                                      </p:cBhvr>
                                      <p:to>
                                        <p:strVal val="visible"/>
                                      </p:to>
                                    </p:set>
                                    <p:animEffect transition="in" filter="wipe(right)">
                                      <p:cBhvr>
                                        <p:cTn id="65" dur="500"/>
                                        <p:tgtEl>
                                          <p:spTgt spid="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6" grpId="0" animBg="1"/>
      <p:bldP spid="29" grpId="0" animBg="1"/>
      <p:bldP spid="30" grpId="0" animBg="1"/>
      <p:bldP spid="31" grpId="0" animBg="1"/>
      <p:bldP spid="32"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1+#ppt_w/2"/>
                          </p:val>
                        </p:tav>
                        <p:tav tm="100000">
                          <p:val>
                            <p:strVal val="#ppt_x"/>
                          </p:val>
                        </p:tav>
                      </p:tavLst>
                    </p:anim>
                    <p:anim calcmode="lin" valueType="num">
                      <p:cBhvr additive="base">
                        <p:cTn dur="500" fill="hold"/>
                        <p:tgtEl>
                          <p:spTgt spid="32"/>
                        </p:tgtEl>
                        <p:attrNameLst>
                          <p:attrName>ppt_y</p:attrName>
                        </p:attrNameLst>
                      </p:cBhvr>
                      <p:tavLst>
                        <p:tav tm="0">
                          <p:val>
                            <p:strVal val="#ppt_y"/>
                          </p:val>
                        </p:tav>
                        <p:tav tm="100000">
                          <p:val>
                            <p:strVal val="#ppt_y"/>
                          </p:val>
                        </p:tav>
                      </p:tavLst>
                    </p:anim>
                  </p:childTnLst>
                </p:cTn>
              </p:par>
            </p:tnLst>
          </p:tmpl>
        </p:tmplLst>
      </p:bldP>
      <p:bldP spid="33" grpId="0" build="p">
        <p:tmplLst>
          <p:tmpl lvl="1">
            <p:tnLst>
              <p:par>
                <p:cTn presetID="22" presetClass="entr" presetSubtype="8"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wipe(left)">
                      <p:cBhvr>
                        <p:cTn dur="500"/>
                        <p:tgtEl>
                          <p:spTgt spid="33"/>
                        </p:tgtEl>
                      </p:cBhvr>
                    </p:animEffect>
                  </p:childTnLst>
                </p:cTn>
              </p:par>
            </p:tnLst>
          </p:tmpl>
        </p:tmplLst>
      </p:bldP>
      <p:bldP spid="34"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1+#ppt_w/2"/>
                          </p:val>
                        </p:tav>
                        <p:tav tm="100000">
                          <p:val>
                            <p:strVal val="#ppt_x"/>
                          </p:val>
                        </p:tav>
                      </p:tavLst>
                    </p:anim>
                    <p:anim calcmode="lin" valueType="num">
                      <p:cBhvr additive="base">
                        <p:cTn dur="500" fill="hold"/>
                        <p:tgtEl>
                          <p:spTgt spid="34"/>
                        </p:tgtEl>
                        <p:attrNameLst>
                          <p:attrName>ppt_y</p:attrName>
                        </p:attrNameLst>
                      </p:cBhvr>
                      <p:tavLst>
                        <p:tav tm="0">
                          <p:val>
                            <p:strVal val="#ppt_y"/>
                          </p:val>
                        </p:tav>
                        <p:tav tm="100000">
                          <p:val>
                            <p:strVal val="#ppt_y"/>
                          </p:val>
                        </p:tav>
                      </p:tavLst>
                    </p:anim>
                  </p:childTnLst>
                </p:cTn>
              </p:par>
            </p:tnLst>
          </p:tmpl>
        </p:tmplLst>
      </p:bldP>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0-#ppt_w/2"/>
                          </p:val>
                        </p:tav>
                        <p:tav tm="100000">
                          <p:val>
                            <p:strVal val="#ppt_x"/>
                          </p:val>
                        </p:tav>
                      </p:tavLst>
                    </p:anim>
                    <p:anim calcmode="lin" valueType="num">
                      <p:cBhvr additive="base">
                        <p:cTn dur="500" fill="hold"/>
                        <p:tgtEl>
                          <p:spTgt spid="36"/>
                        </p:tgtEl>
                        <p:attrNameLst>
                          <p:attrName>ppt_y</p:attrName>
                        </p:attrNameLst>
                      </p:cBhvr>
                      <p:tavLst>
                        <p:tav tm="0">
                          <p:val>
                            <p:strVal val="#ppt_y"/>
                          </p:val>
                        </p:tav>
                        <p:tav tm="100000">
                          <p:val>
                            <p:strVal val="#ppt_y"/>
                          </p:val>
                        </p:tav>
                      </p:tavLst>
                    </p:anim>
                  </p:childTnLst>
                </p:cTn>
              </p:par>
            </p:tnLst>
          </p:tmpl>
        </p:tmplLst>
      </p:bldP>
      <p:bldP spid="37" grpId="0" build="p">
        <p:tmplLst>
          <p:tmpl lvl="1">
            <p:tnLst>
              <p:par>
                <p:cTn presetID="22" presetClass="entr" presetSubtype="2"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wipe(right)">
                      <p:cBhvr>
                        <p:cTn dur="500"/>
                        <p:tgtEl>
                          <p:spTgt spid="37"/>
                        </p:tgtEl>
                      </p:cBhvr>
                    </p:animEffect>
                  </p:childTnLst>
                </p:cTn>
              </p:par>
            </p:tnLst>
          </p:tmpl>
        </p:tmplLst>
      </p:bldP>
      <p:bldP spid="38" grpId="0" build="p">
        <p:tmplLst>
          <p:tmpl lvl="1">
            <p:tnLst>
              <p:par>
                <p:cTn presetID="2" presetClass="entr" presetSubtype="8" decel="100000" fill="hold" nodeType="afterEffect">
                  <p:stCondLst>
                    <p:cond delay="0"/>
                  </p:stCondLst>
                  <p:iterate type="wd">
                    <p:tmPct val="10000"/>
                  </p:iterate>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0-#ppt_w/2"/>
                          </p:val>
                        </p:tav>
                        <p:tav tm="100000">
                          <p:val>
                            <p:strVal val="#ppt_x"/>
                          </p:val>
                        </p:tav>
                      </p:tavLst>
                    </p:anim>
                    <p:anim calcmode="lin" valueType="num">
                      <p:cBhvr additive="base">
                        <p:cTn dur="500" fill="hold"/>
                        <p:tgtEl>
                          <p:spTgt spid="38"/>
                        </p:tgtEl>
                        <p:attrNameLst>
                          <p:attrName>ppt_y</p:attrName>
                        </p:attrNameLst>
                      </p:cBhvr>
                      <p:tavLst>
                        <p:tav tm="0">
                          <p:val>
                            <p:strVal val="#ppt_y"/>
                          </p:val>
                        </p:tav>
                        <p:tav tm="100000">
                          <p:val>
                            <p:strVal val="#ppt_y"/>
                          </p:val>
                        </p:tav>
                      </p:tavLst>
                    </p:anim>
                  </p:childTnLst>
                </p:cTn>
              </p:par>
            </p:tnLst>
          </p:tmpl>
        </p:tmplLst>
      </p:bldP>
      <p:bldP spid="39" grpId="0" build="p">
        <p:tmplLst>
          <p:tmpl lvl="1">
            <p:tnLst>
              <p:par>
                <p:cTn presetID="22" presetClass="entr" presetSubtype="2" fill="hold" nodeType="after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wipe(right)">
                      <p:cBhvr>
                        <p:cTn dur="500"/>
                        <p:tgtEl>
                          <p:spTgt spid="39"/>
                        </p:tgtEl>
                      </p:cBhvr>
                    </p:animEffect>
                  </p:childTnLst>
                </p:cTn>
              </p:par>
            </p:tnLst>
          </p:tmpl>
        </p:tmplLst>
      </p:bldP>
      <p:bldP spid="40" grpId="0" build="p">
        <p:tmplLst>
          <p:tmpl lvl="1">
            <p:tnLst>
              <p:par>
                <p:cTn presetID="2" presetClass="entr" presetSubtype="4" decel="100000" fill="hold" nodeType="afterEffect">
                  <p:stCondLst>
                    <p:cond delay="0"/>
                  </p:stCondLst>
                  <p:iterate type="wd">
                    <p:tmPct val="10000"/>
                  </p:iterate>
                  <p:childTnLst>
                    <p:set>
                      <p:cBhvr>
                        <p:cTn dur="1" fill="hold">
                          <p:stCondLst>
                            <p:cond delay="0"/>
                          </p:stCondLst>
                        </p:cTn>
                        <p:tgtEl>
                          <p:spTgt spid="40"/>
                        </p:tgtEl>
                        <p:attrNameLst>
                          <p:attrName>style.visibility</p:attrName>
                        </p:attrNameLst>
                      </p:cBhvr>
                      <p:to>
                        <p:strVal val="visible"/>
                      </p:to>
                    </p:set>
                    <p:anim calcmode="lin" valueType="num">
                      <p:cBhvr additive="base">
                        <p:cTn dur="750" fill="hold"/>
                        <p:tgtEl>
                          <p:spTgt spid="40"/>
                        </p:tgtEl>
                        <p:attrNameLst>
                          <p:attrName>ppt_x</p:attrName>
                        </p:attrNameLst>
                      </p:cBhvr>
                      <p:tavLst>
                        <p:tav tm="0">
                          <p:val>
                            <p:strVal val="#ppt_x"/>
                          </p:val>
                        </p:tav>
                        <p:tav tm="100000">
                          <p:val>
                            <p:strVal val="#ppt_x"/>
                          </p:val>
                        </p:tav>
                      </p:tavLst>
                    </p:anim>
                    <p:anim calcmode="lin" valueType="num">
                      <p:cBhvr additive="base">
                        <p:cTn dur="750" fill="hold"/>
                        <p:tgtEl>
                          <p:spTgt spid="40"/>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WO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7" name="涙形 6"/>
          <p:cNvSpPr/>
          <p:nvPr userDrawn="1"/>
        </p:nvSpPr>
        <p:spPr>
          <a:xfrm>
            <a:off x="6163238" y="5570804"/>
            <a:ext cx="2982351" cy="2982351"/>
          </a:xfrm>
          <a:prstGeom prst="teardrop">
            <a:avLst/>
          </a:pr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涙形 22"/>
          <p:cNvSpPr>
            <a:spLocks noChangeAspect="1"/>
          </p:cNvSpPr>
          <p:nvPr userDrawn="1"/>
        </p:nvSpPr>
        <p:spPr>
          <a:xfrm>
            <a:off x="6340413" y="5747979"/>
            <a:ext cx="2628000" cy="2628000"/>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涙形 25"/>
          <p:cNvSpPr/>
          <p:nvPr userDrawn="1"/>
        </p:nvSpPr>
        <p:spPr>
          <a:xfrm rot="5400000">
            <a:off x="6163237" y="2588452"/>
            <a:ext cx="2982351" cy="2982351"/>
          </a:xfrm>
          <a:prstGeom prst="teardrop">
            <a:avLst/>
          </a:pr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涙形 26"/>
          <p:cNvSpPr>
            <a:spLocks noChangeAspect="1"/>
          </p:cNvSpPr>
          <p:nvPr userDrawn="1"/>
        </p:nvSpPr>
        <p:spPr>
          <a:xfrm rot="5400000">
            <a:off x="6340413" y="2765627"/>
            <a:ext cx="2628000" cy="2628000"/>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涙形 40"/>
          <p:cNvSpPr/>
          <p:nvPr userDrawn="1"/>
        </p:nvSpPr>
        <p:spPr>
          <a:xfrm rot="16200000">
            <a:off x="9145589" y="5570804"/>
            <a:ext cx="2982351" cy="2982351"/>
          </a:xfrm>
          <a:prstGeom prst="teardrop">
            <a:avLst/>
          </a:pr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涙形 41"/>
          <p:cNvSpPr>
            <a:spLocks noChangeAspect="1"/>
          </p:cNvSpPr>
          <p:nvPr userDrawn="1"/>
        </p:nvSpPr>
        <p:spPr>
          <a:xfrm rot="16200000">
            <a:off x="9322764" y="5747980"/>
            <a:ext cx="2628000" cy="2628000"/>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涙形 43"/>
          <p:cNvSpPr/>
          <p:nvPr userDrawn="1"/>
        </p:nvSpPr>
        <p:spPr>
          <a:xfrm rot="10800000">
            <a:off x="9145589" y="2589078"/>
            <a:ext cx="2982351" cy="2982351"/>
          </a:xfrm>
          <a:prstGeom prst="teardrop">
            <a:avLst/>
          </a:pr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涙形 44"/>
          <p:cNvSpPr>
            <a:spLocks noChangeAspect="1"/>
          </p:cNvSpPr>
          <p:nvPr userDrawn="1"/>
        </p:nvSpPr>
        <p:spPr>
          <a:xfrm rot="10800000">
            <a:off x="9322765" y="2766254"/>
            <a:ext cx="2628000" cy="2628000"/>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プレースホルダー 5"/>
          <p:cNvSpPr>
            <a:spLocks noGrp="1"/>
          </p:cNvSpPr>
          <p:nvPr>
            <p:ph type="body" sz="quarter" idx="16" hasCustomPrompt="1"/>
          </p:nvPr>
        </p:nvSpPr>
        <p:spPr>
          <a:xfrm>
            <a:off x="7336004" y="3373677"/>
            <a:ext cx="664953" cy="1524443"/>
          </a:xfrm>
          <a:prstGeom prst="rect">
            <a:avLst/>
          </a:prstGeom>
        </p:spPr>
        <p:txBody>
          <a:bodyPr wrap="none" lIns="36000" tIns="36000" rIns="36000" bIns="36000" anchor="b">
            <a:noAutofit/>
          </a:bodyPr>
          <a:lstStyle>
            <a:lvl1pPr algn="ctr">
              <a:lnSpc>
                <a:spcPct val="100000"/>
              </a:lnSpc>
              <a:spcBef>
                <a:spcPts val="0"/>
              </a:spcBef>
              <a:defRPr sz="9600" i="0" baseline="0">
                <a:blipFill dpi="0" rotWithShape="1">
                  <a:blip r:embed="rId4"/>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A</a:t>
            </a:r>
            <a:endParaRPr kumimoji="1" lang="ja-JP" altLang="en-US" dirty="0"/>
          </a:p>
        </p:txBody>
      </p:sp>
      <p:sp>
        <p:nvSpPr>
          <p:cNvPr id="48" name="テキスト プレースホルダー 5"/>
          <p:cNvSpPr>
            <a:spLocks noGrp="1"/>
          </p:cNvSpPr>
          <p:nvPr>
            <p:ph type="body" sz="quarter" idx="17" hasCustomPrompt="1"/>
          </p:nvPr>
        </p:nvSpPr>
        <p:spPr>
          <a:xfrm>
            <a:off x="10290219" y="3399078"/>
            <a:ext cx="664953" cy="1524443"/>
          </a:xfrm>
          <a:prstGeom prst="rect">
            <a:avLst/>
          </a:prstGeom>
        </p:spPr>
        <p:txBody>
          <a:bodyPr wrap="none" lIns="36000" tIns="36000" rIns="36000" bIns="36000" anchor="b">
            <a:noAutofit/>
          </a:bodyPr>
          <a:lstStyle>
            <a:lvl1pPr algn="ctr">
              <a:lnSpc>
                <a:spcPct val="100000"/>
              </a:lnSpc>
              <a:spcBef>
                <a:spcPts val="0"/>
              </a:spcBef>
              <a:defRPr sz="9600" i="0" baseline="0">
                <a:blipFill dpi="0" rotWithShape="1">
                  <a:blip r:embed="rId4"/>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A</a:t>
            </a:r>
            <a:endParaRPr kumimoji="1" lang="ja-JP" altLang="en-US" dirty="0"/>
          </a:p>
        </p:txBody>
      </p:sp>
      <p:sp>
        <p:nvSpPr>
          <p:cNvPr id="49" name="テキスト プレースホルダー 5"/>
          <p:cNvSpPr>
            <a:spLocks noGrp="1"/>
          </p:cNvSpPr>
          <p:nvPr>
            <p:ph type="body" sz="quarter" idx="18" hasCustomPrompt="1"/>
          </p:nvPr>
        </p:nvSpPr>
        <p:spPr>
          <a:xfrm>
            <a:off x="7336004" y="6299757"/>
            <a:ext cx="664953" cy="1524443"/>
          </a:xfrm>
          <a:prstGeom prst="rect">
            <a:avLst/>
          </a:prstGeom>
        </p:spPr>
        <p:txBody>
          <a:bodyPr wrap="none" lIns="36000" tIns="36000" rIns="36000" bIns="36000" anchor="b">
            <a:noAutofit/>
          </a:bodyPr>
          <a:lstStyle>
            <a:lvl1pPr algn="ctr">
              <a:lnSpc>
                <a:spcPct val="100000"/>
              </a:lnSpc>
              <a:spcBef>
                <a:spcPts val="0"/>
              </a:spcBef>
              <a:defRPr sz="9600" i="0" baseline="0">
                <a:blipFill dpi="0" rotWithShape="1">
                  <a:blip r:embed="rId4"/>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a:t>A</a:t>
            </a:r>
            <a:endParaRPr kumimoji="1" lang="ja-JP" altLang="en-US" dirty="0"/>
          </a:p>
        </p:txBody>
      </p:sp>
      <p:sp>
        <p:nvSpPr>
          <p:cNvPr id="50" name="テキスト プレースホルダー 5"/>
          <p:cNvSpPr>
            <a:spLocks noGrp="1"/>
          </p:cNvSpPr>
          <p:nvPr>
            <p:ph type="body" sz="quarter" idx="19" hasCustomPrompt="1"/>
          </p:nvPr>
        </p:nvSpPr>
        <p:spPr>
          <a:xfrm>
            <a:off x="10290219" y="6299757"/>
            <a:ext cx="664953" cy="1524443"/>
          </a:xfrm>
          <a:prstGeom prst="rect">
            <a:avLst/>
          </a:prstGeom>
        </p:spPr>
        <p:txBody>
          <a:bodyPr wrap="none" lIns="36000" tIns="36000" rIns="36000" bIns="36000" anchor="b">
            <a:noAutofit/>
          </a:bodyPr>
          <a:lstStyle>
            <a:lvl1pPr algn="ctr">
              <a:lnSpc>
                <a:spcPct val="100000"/>
              </a:lnSpc>
              <a:spcBef>
                <a:spcPts val="0"/>
              </a:spcBef>
              <a:defRPr sz="9600" i="0" baseline="0">
                <a:blipFill dpi="0" rotWithShape="1">
                  <a:blip r:embed="rId4"/>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a:t>A</a:t>
            </a:r>
            <a:endParaRPr kumimoji="1" lang="ja-JP" altLang="en-US" dirty="0"/>
          </a:p>
        </p:txBody>
      </p:sp>
      <p:sp>
        <p:nvSpPr>
          <p:cNvPr id="51" name="テキスト プレースホルダー 5"/>
          <p:cNvSpPr>
            <a:spLocks noGrp="1"/>
          </p:cNvSpPr>
          <p:nvPr>
            <p:ph type="body" sz="quarter" idx="20" hasCustomPrompt="1"/>
          </p:nvPr>
        </p:nvSpPr>
        <p:spPr>
          <a:xfrm>
            <a:off x="796037" y="3103720"/>
            <a:ext cx="535056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2" name="テキスト プレースホルダー 5"/>
          <p:cNvSpPr>
            <a:spLocks noGrp="1"/>
          </p:cNvSpPr>
          <p:nvPr>
            <p:ph type="body" sz="quarter" idx="21" hasCustomPrompt="1"/>
          </p:nvPr>
        </p:nvSpPr>
        <p:spPr>
          <a:xfrm>
            <a:off x="796037" y="3622064"/>
            <a:ext cx="5350565" cy="1974139"/>
          </a:xfrm>
        </p:spPr>
        <p:txBody>
          <a:bodyPr anchor="t">
            <a:normAutofit/>
          </a:bodyPr>
          <a:lstStyle>
            <a:lvl1pPr algn="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53" name="テキスト プレースホルダー 5"/>
          <p:cNvSpPr>
            <a:spLocks noGrp="1"/>
          </p:cNvSpPr>
          <p:nvPr>
            <p:ph type="body" sz="quarter" idx="22" hasCustomPrompt="1"/>
          </p:nvPr>
        </p:nvSpPr>
        <p:spPr>
          <a:xfrm>
            <a:off x="796037" y="6182200"/>
            <a:ext cx="5350565"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4" name="テキスト プレースホルダー 5"/>
          <p:cNvSpPr>
            <a:spLocks noGrp="1"/>
          </p:cNvSpPr>
          <p:nvPr>
            <p:ph type="body" sz="quarter" idx="23" hasCustomPrompt="1"/>
          </p:nvPr>
        </p:nvSpPr>
        <p:spPr>
          <a:xfrm>
            <a:off x="796037" y="6700544"/>
            <a:ext cx="5350565" cy="1974139"/>
          </a:xfrm>
        </p:spPr>
        <p:txBody>
          <a:bodyPr anchor="t">
            <a:normAutofit/>
          </a:bodyPr>
          <a:lstStyle>
            <a:lvl1pPr algn="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55" name="テキスト プレースホルダー 5"/>
          <p:cNvSpPr>
            <a:spLocks noGrp="1"/>
          </p:cNvSpPr>
          <p:nvPr>
            <p:ph type="body" sz="quarter" idx="24" hasCustomPrompt="1"/>
          </p:nvPr>
        </p:nvSpPr>
        <p:spPr>
          <a:xfrm>
            <a:off x="12163711" y="3103720"/>
            <a:ext cx="5350565"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6" name="テキスト プレースホルダー 5"/>
          <p:cNvSpPr>
            <a:spLocks noGrp="1"/>
          </p:cNvSpPr>
          <p:nvPr>
            <p:ph type="body" sz="quarter" idx="12" hasCustomPrompt="1"/>
          </p:nvPr>
        </p:nvSpPr>
        <p:spPr>
          <a:xfrm>
            <a:off x="12163711" y="3622064"/>
            <a:ext cx="5350565" cy="1974139"/>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57" name="テキスト プレースホルダー 5"/>
          <p:cNvSpPr>
            <a:spLocks noGrp="1"/>
          </p:cNvSpPr>
          <p:nvPr>
            <p:ph type="body" sz="quarter" idx="25" hasCustomPrompt="1"/>
          </p:nvPr>
        </p:nvSpPr>
        <p:spPr>
          <a:xfrm>
            <a:off x="12163711" y="6182200"/>
            <a:ext cx="5350565"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8" name="テキスト プレースホルダー 5"/>
          <p:cNvSpPr>
            <a:spLocks noGrp="1"/>
          </p:cNvSpPr>
          <p:nvPr>
            <p:ph type="body" sz="quarter" idx="26" hasCustomPrompt="1"/>
          </p:nvPr>
        </p:nvSpPr>
        <p:spPr>
          <a:xfrm>
            <a:off x="12163711" y="6700544"/>
            <a:ext cx="5350565" cy="1974139"/>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2440198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6" decel="100000" fill="hold" grpId="0" nodeType="after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additive="base">
                                        <p:cTn id="12" dur="500" fill="hold"/>
                                        <p:tgtEl>
                                          <p:spTgt spid="26"/>
                                        </p:tgtEl>
                                        <p:attrNameLst>
                                          <p:attrName>ppt_x</p:attrName>
                                        </p:attrNameLst>
                                      </p:cBhvr>
                                      <p:tavLst>
                                        <p:tav tm="0">
                                          <p:val>
                                            <p:strVal val="1+#ppt_w/2"/>
                                          </p:val>
                                        </p:tav>
                                        <p:tav tm="100000">
                                          <p:val>
                                            <p:strVal val="#ppt_x"/>
                                          </p:val>
                                        </p:tav>
                                      </p:tavLst>
                                    </p:anim>
                                    <p:anim calcmode="lin" valueType="num">
                                      <p:cBhvr additive="base">
                                        <p:cTn id="13" dur="500" fill="hold"/>
                                        <p:tgtEl>
                                          <p:spTgt spid="26"/>
                                        </p:tgtEl>
                                        <p:attrNameLst>
                                          <p:attrName>ppt_y</p:attrName>
                                        </p:attrNameLst>
                                      </p:cBhvr>
                                      <p:tavLst>
                                        <p:tav tm="0">
                                          <p:val>
                                            <p:strVal val="1+#ppt_h/2"/>
                                          </p:val>
                                        </p:tav>
                                        <p:tav tm="100000">
                                          <p:val>
                                            <p:strVal val="#ppt_y"/>
                                          </p:val>
                                        </p:tav>
                                      </p:tavLst>
                                    </p:anim>
                                  </p:childTnLst>
                                </p:cTn>
                              </p:par>
                              <p:par>
                                <p:cTn id="14" presetID="2" presetClass="entr" presetSubtype="6" decel="10000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 calcmode="lin" valueType="num">
                                      <p:cBhvr additive="base">
                                        <p:cTn id="16" dur="500" fill="hold"/>
                                        <p:tgtEl>
                                          <p:spTgt spid="27"/>
                                        </p:tgtEl>
                                        <p:attrNameLst>
                                          <p:attrName>ppt_x</p:attrName>
                                        </p:attrNameLst>
                                      </p:cBhvr>
                                      <p:tavLst>
                                        <p:tav tm="0">
                                          <p:val>
                                            <p:strVal val="1+#ppt_w/2"/>
                                          </p:val>
                                        </p:tav>
                                        <p:tav tm="100000">
                                          <p:val>
                                            <p:strVal val="#ppt_x"/>
                                          </p:val>
                                        </p:tav>
                                      </p:tavLst>
                                    </p:anim>
                                    <p:anim calcmode="lin" valueType="num">
                                      <p:cBhvr additive="base">
                                        <p:cTn id="17" dur="500" fill="hold"/>
                                        <p:tgtEl>
                                          <p:spTgt spid="27"/>
                                        </p:tgtEl>
                                        <p:attrNameLst>
                                          <p:attrName>ppt_y</p:attrName>
                                        </p:attrNameLst>
                                      </p:cBhvr>
                                      <p:tavLst>
                                        <p:tav tm="0">
                                          <p:val>
                                            <p:strVal val="1+#ppt_h/2"/>
                                          </p:val>
                                        </p:tav>
                                        <p:tav tm="100000">
                                          <p:val>
                                            <p:strVal val="#ppt_y"/>
                                          </p:val>
                                        </p:tav>
                                      </p:tavLst>
                                    </p:anim>
                                  </p:childTnLst>
                                </p:cTn>
                              </p:par>
                              <p:par>
                                <p:cTn id="18" presetID="2" presetClass="entr" presetSubtype="6" decel="100000" fill="hold" grpId="0" nodeType="withEffect">
                                  <p:stCondLst>
                                    <p:cond delay="0"/>
                                  </p:stCondLst>
                                  <p:childTnLst>
                                    <p:set>
                                      <p:cBhvr>
                                        <p:cTn id="19" dur="1" fill="hold">
                                          <p:stCondLst>
                                            <p:cond delay="0"/>
                                          </p:stCondLst>
                                        </p:cTn>
                                        <p:tgtEl>
                                          <p:spTgt spid="47">
                                            <p:txEl>
                                              <p:pRg st="0" end="0"/>
                                            </p:txEl>
                                          </p:spTgt>
                                        </p:tgtEl>
                                        <p:attrNameLst>
                                          <p:attrName>style.visibility</p:attrName>
                                        </p:attrNameLst>
                                      </p:cBhvr>
                                      <p:to>
                                        <p:strVal val="visible"/>
                                      </p:to>
                                    </p:set>
                                    <p:anim calcmode="lin" valueType="num">
                                      <p:cBhvr additive="base">
                                        <p:cTn id="20" dur="500" fill="hold"/>
                                        <p:tgtEl>
                                          <p:spTgt spid="47">
                                            <p:txEl>
                                              <p:pRg st="0" end="0"/>
                                            </p:txEl>
                                          </p:spTgt>
                                        </p:tgtEl>
                                        <p:attrNameLst>
                                          <p:attrName>ppt_x</p:attrName>
                                        </p:attrNameLst>
                                      </p:cBhvr>
                                      <p:tavLst>
                                        <p:tav tm="0">
                                          <p:val>
                                            <p:strVal val="1+#ppt_w/2"/>
                                          </p:val>
                                        </p:tav>
                                        <p:tav tm="100000">
                                          <p:val>
                                            <p:strVal val="#ppt_x"/>
                                          </p:val>
                                        </p:tav>
                                      </p:tavLst>
                                    </p:anim>
                                    <p:anim calcmode="lin" valueType="num">
                                      <p:cBhvr additive="base">
                                        <p:cTn id="21" dur="500" fill="hold"/>
                                        <p:tgtEl>
                                          <p:spTgt spid="47">
                                            <p:txEl>
                                              <p:pRg st="0" end="0"/>
                                            </p:txEl>
                                          </p:spTgt>
                                        </p:tgtEl>
                                        <p:attrNameLst>
                                          <p:attrName>ppt_y</p:attrName>
                                        </p:attrNameLst>
                                      </p:cBhvr>
                                      <p:tavLst>
                                        <p:tav tm="0">
                                          <p:val>
                                            <p:strVal val="1+#ppt_h/2"/>
                                          </p:val>
                                        </p:tav>
                                        <p:tav tm="100000">
                                          <p:val>
                                            <p:strVal val="#ppt_y"/>
                                          </p:val>
                                        </p:tav>
                                      </p:tavLst>
                                    </p:anim>
                                  </p:childTnLst>
                                </p:cTn>
                              </p:par>
                              <p:par>
                                <p:cTn id="22" presetID="2" presetClass="entr" presetSubtype="12" decel="100000" fill="hold" grpId="0" nodeType="withEffect">
                                  <p:stCondLst>
                                    <p:cond delay="250"/>
                                  </p:stCondLst>
                                  <p:childTnLst>
                                    <p:set>
                                      <p:cBhvr>
                                        <p:cTn id="23" dur="1" fill="hold">
                                          <p:stCondLst>
                                            <p:cond delay="0"/>
                                          </p:stCondLst>
                                        </p:cTn>
                                        <p:tgtEl>
                                          <p:spTgt spid="44"/>
                                        </p:tgtEl>
                                        <p:attrNameLst>
                                          <p:attrName>style.visibility</p:attrName>
                                        </p:attrNameLst>
                                      </p:cBhvr>
                                      <p:to>
                                        <p:strVal val="visible"/>
                                      </p:to>
                                    </p:set>
                                    <p:anim calcmode="lin" valueType="num">
                                      <p:cBhvr additive="base">
                                        <p:cTn id="24" dur="500" fill="hold"/>
                                        <p:tgtEl>
                                          <p:spTgt spid="44"/>
                                        </p:tgtEl>
                                        <p:attrNameLst>
                                          <p:attrName>ppt_x</p:attrName>
                                        </p:attrNameLst>
                                      </p:cBhvr>
                                      <p:tavLst>
                                        <p:tav tm="0">
                                          <p:val>
                                            <p:strVal val="0-#ppt_w/2"/>
                                          </p:val>
                                        </p:tav>
                                        <p:tav tm="100000">
                                          <p:val>
                                            <p:strVal val="#ppt_x"/>
                                          </p:val>
                                        </p:tav>
                                      </p:tavLst>
                                    </p:anim>
                                    <p:anim calcmode="lin" valueType="num">
                                      <p:cBhvr additive="base">
                                        <p:cTn id="25" dur="500" fill="hold"/>
                                        <p:tgtEl>
                                          <p:spTgt spid="44"/>
                                        </p:tgtEl>
                                        <p:attrNameLst>
                                          <p:attrName>ppt_y</p:attrName>
                                        </p:attrNameLst>
                                      </p:cBhvr>
                                      <p:tavLst>
                                        <p:tav tm="0">
                                          <p:val>
                                            <p:strVal val="1+#ppt_h/2"/>
                                          </p:val>
                                        </p:tav>
                                        <p:tav tm="100000">
                                          <p:val>
                                            <p:strVal val="#ppt_y"/>
                                          </p:val>
                                        </p:tav>
                                      </p:tavLst>
                                    </p:anim>
                                  </p:childTnLst>
                                </p:cTn>
                              </p:par>
                              <p:par>
                                <p:cTn id="26" presetID="2" presetClass="entr" presetSubtype="12" decel="100000" fill="hold" grpId="0" nodeType="withEffect">
                                  <p:stCondLst>
                                    <p:cond delay="250"/>
                                  </p:stCondLst>
                                  <p:childTnLst>
                                    <p:set>
                                      <p:cBhvr>
                                        <p:cTn id="27" dur="1" fill="hold">
                                          <p:stCondLst>
                                            <p:cond delay="0"/>
                                          </p:stCondLst>
                                        </p:cTn>
                                        <p:tgtEl>
                                          <p:spTgt spid="45"/>
                                        </p:tgtEl>
                                        <p:attrNameLst>
                                          <p:attrName>style.visibility</p:attrName>
                                        </p:attrNameLst>
                                      </p:cBhvr>
                                      <p:to>
                                        <p:strVal val="visible"/>
                                      </p:to>
                                    </p:set>
                                    <p:anim calcmode="lin" valueType="num">
                                      <p:cBhvr additive="base">
                                        <p:cTn id="28" dur="500" fill="hold"/>
                                        <p:tgtEl>
                                          <p:spTgt spid="45"/>
                                        </p:tgtEl>
                                        <p:attrNameLst>
                                          <p:attrName>ppt_x</p:attrName>
                                        </p:attrNameLst>
                                      </p:cBhvr>
                                      <p:tavLst>
                                        <p:tav tm="0">
                                          <p:val>
                                            <p:strVal val="0-#ppt_w/2"/>
                                          </p:val>
                                        </p:tav>
                                        <p:tav tm="100000">
                                          <p:val>
                                            <p:strVal val="#ppt_x"/>
                                          </p:val>
                                        </p:tav>
                                      </p:tavLst>
                                    </p:anim>
                                    <p:anim calcmode="lin" valueType="num">
                                      <p:cBhvr additive="base">
                                        <p:cTn id="29" dur="500" fill="hold"/>
                                        <p:tgtEl>
                                          <p:spTgt spid="45"/>
                                        </p:tgtEl>
                                        <p:attrNameLst>
                                          <p:attrName>ppt_y</p:attrName>
                                        </p:attrNameLst>
                                      </p:cBhvr>
                                      <p:tavLst>
                                        <p:tav tm="0">
                                          <p:val>
                                            <p:strVal val="1+#ppt_h/2"/>
                                          </p:val>
                                        </p:tav>
                                        <p:tav tm="100000">
                                          <p:val>
                                            <p:strVal val="#ppt_y"/>
                                          </p:val>
                                        </p:tav>
                                      </p:tavLst>
                                    </p:anim>
                                  </p:childTnLst>
                                </p:cTn>
                              </p:par>
                              <p:par>
                                <p:cTn id="30" presetID="2" presetClass="entr" presetSubtype="12" decel="100000" fill="hold" grpId="0" nodeType="withEffect">
                                  <p:stCondLst>
                                    <p:cond delay="250"/>
                                  </p:stCondLst>
                                  <p:childTnLst>
                                    <p:set>
                                      <p:cBhvr>
                                        <p:cTn id="31" dur="1" fill="hold">
                                          <p:stCondLst>
                                            <p:cond delay="0"/>
                                          </p:stCondLst>
                                        </p:cTn>
                                        <p:tgtEl>
                                          <p:spTgt spid="48">
                                            <p:txEl>
                                              <p:pRg st="0" end="0"/>
                                            </p:txEl>
                                          </p:spTgt>
                                        </p:tgtEl>
                                        <p:attrNameLst>
                                          <p:attrName>style.visibility</p:attrName>
                                        </p:attrNameLst>
                                      </p:cBhvr>
                                      <p:to>
                                        <p:strVal val="visible"/>
                                      </p:to>
                                    </p:set>
                                    <p:anim calcmode="lin" valueType="num">
                                      <p:cBhvr additive="base">
                                        <p:cTn id="32" dur="500" fill="hold"/>
                                        <p:tgtEl>
                                          <p:spTgt spid="48">
                                            <p:txEl>
                                              <p:pRg st="0" end="0"/>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48">
                                            <p:txEl>
                                              <p:pRg st="0" end="0"/>
                                            </p:txEl>
                                          </p:spTgt>
                                        </p:tgtEl>
                                        <p:attrNameLst>
                                          <p:attrName>ppt_y</p:attrName>
                                        </p:attrNameLst>
                                      </p:cBhvr>
                                      <p:tavLst>
                                        <p:tav tm="0">
                                          <p:val>
                                            <p:strVal val="1+#ppt_h/2"/>
                                          </p:val>
                                        </p:tav>
                                        <p:tav tm="100000">
                                          <p:val>
                                            <p:strVal val="#ppt_y"/>
                                          </p:val>
                                        </p:tav>
                                      </p:tavLst>
                                    </p:anim>
                                  </p:childTnLst>
                                </p:cTn>
                              </p:par>
                              <p:par>
                                <p:cTn id="34" presetID="2" presetClass="entr" presetSubtype="3" decel="100000" fill="hold" grpId="0" nodeType="withEffect">
                                  <p:stCondLst>
                                    <p:cond delay="50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1+#ppt_w/2"/>
                                          </p:val>
                                        </p:tav>
                                        <p:tav tm="100000">
                                          <p:val>
                                            <p:strVal val="#ppt_x"/>
                                          </p:val>
                                        </p:tav>
                                      </p:tavLst>
                                    </p:anim>
                                    <p:anim calcmode="lin" valueType="num">
                                      <p:cBhvr additive="base">
                                        <p:cTn id="37" dur="500" fill="hold"/>
                                        <p:tgtEl>
                                          <p:spTgt spid="7"/>
                                        </p:tgtEl>
                                        <p:attrNameLst>
                                          <p:attrName>ppt_y</p:attrName>
                                        </p:attrNameLst>
                                      </p:cBhvr>
                                      <p:tavLst>
                                        <p:tav tm="0">
                                          <p:val>
                                            <p:strVal val="0-#ppt_h/2"/>
                                          </p:val>
                                        </p:tav>
                                        <p:tav tm="100000">
                                          <p:val>
                                            <p:strVal val="#ppt_y"/>
                                          </p:val>
                                        </p:tav>
                                      </p:tavLst>
                                    </p:anim>
                                  </p:childTnLst>
                                </p:cTn>
                              </p:par>
                              <p:par>
                                <p:cTn id="38" presetID="2" presetClass="entr" presetSubtype="3" decel="100000" fill="hold" grpId="0" nodeType="withEffect">
                                  <p:stCondLst>
                                    <p:cond delay="500"/>
                                  </p:stCondLst>
                                  <p:childTnLst>
                                    <p:set>
                                      <p:cBhvr>
                                        <p:cTn id="39" dur="1" fill="hold">
                                          <p:stCondLst>
                                            <p:cond delay="0"/>
                                          </p:stCondLst>
                                        </p:cTn>
                                        <p:tgtEl>
                                          <p:spTgt spid="23"/>
                                        </p:tgtEl>
                                        <p:attrNameLst>
                                          <p:attrName>style.visibility</p:attrName>
                                        </p:attrNameLst>
                                      </p:cBhvr>
                                      <p:to>
                                        <p:strVal val="visible"/>
                                      </p:to>
                                    </p:set>
                                    <p:anim calcmode="lin" valueType="num">
                                      <p:cBhvr additive="base">
                                        <p:cTn id="40" dur="500" fill="hold"/>
                                        <p:tgtEl>
                                          <p:spTgt spid="23"/>
                                        </p:tgtEl>
                                        <p:attrNameLst>
                                          <p:attrName>ppt_x</p:attrName>
                                        </p:attrNameLst>
                                      </p:cBhvr>
                                      <p:tavLst>
                                        <p:tav tm="0">
                                          <p:val>
                                            <p:strVal val="1+#ppt_w/2"/>
                                          </p:val>
                                        </p:tav>
                                        <p:tav tm="100000">
                                          <p:val>
                                            <p:strVal val="#ppt_x"/>
                                          </p:val>
                                        </p:tav>
                                      </p:tavLst>
                                    </p:anim>
                                    <p:anim calcmode="lin" valueType="num">
                                      <p:cBhvr additive="base">
                                        <p:cTn id="41" dur="500" fill="hold"/>
                                        <p:tgtEl>
                                          <p:spTgt spid="23"/>
                                        </p:tgtEl>
                                        <p:attrNameLst>
                                          <p:attrName>ppt_y</p:attrName>
                                        </p:attrNameLst>
                                      </p:cBhvr>
                                      <p:tavLst>
                                        <p:tav tm="0">
                                          <p:val>
                                            <p:strVal val="0-#ppt_h/2"/>
                                          </p:val>
                                        </p:tav>
                                        <p:tav tm="100000">
                                          <p:val>
                                            <p:strVal val="#ppt_y"/>
                                          </p:val>
                                        </p:tav>
                                      </p:tavLst>
                                    </p:anim>
                                  </p:childTnLst>
                                </p:cTn>
                              </p:par>
                              <p:par>
                                <p:cTn id="42" presetID="2" presetClass="entr" presetSubtype="3" decel="100000" fill="hold" grpId="0" nodeType="withEffect">
                                  <p:stCondLst>
                                    <p:cond delay="500"/>
                                  </p:stCondLst>
                                  <p:childTnLst>
                                    <p:set>
                                      <p:cBhvr>
                                        <p:cTn id="43" dur="1" fill="hold">
                                          <p:stCondLst>
                                            <p:cond delay="0"/>
                                          </p:stCondLst>
                                        </p:cTn>
                                        <p:tgtEl>
                                          <p:spTgt spid="49">
                                            <p:txEl>
                                              <p:pRg st="0" end="0"/>
                                            </p:txEl>
                                          </p:spTgt>
                                        </p:tgtEl>
                                        <p:attrNameLst>
                                          <p:attrName>style.visibility</p:attrName>
                                        </p:attrNameLst>
                                      </p:cBhvr>
                                      <p:to>
                                        <p:strVal val="visible"/>
                                      </p:to>
                                    </p:set>
                                    <p:anim calcmode="lin" valueType="num">
                                      <p:cBhvr additive="base">
                                        <p:cTn id="44" dur="500" fill="hold"/>
                                        <p:tgtEl>
                                          <p:spTgt spid="49">
                                            <p:txEl>
                                              <p:pRg st="0" end="0"/>
                                            </p:txEl>
                                          </p:spTgt>
                                        </p:tgtEl>
                                        <p:attrNameLst>
                                          <p:attrName>ppt_x</p:attrName>
                                        </p:attrNameLst>
                                      </p:cBhvr>
                                      <p:tavLst>
                                        <p:tav tm="0">
                                          <p:val>
                                            <p:strVal val="1+#ppt_w/2"/>
                                          </p:val>
                                        </p:tav>
                                        <p:tav tm="100000">
                                          <p:val>
                                            <p:strVal val="#ppt_x"/>
                                          </p:val>
                                        </p:tav>
                                      </p:tavLst>
                                    </p:anim>
                                    <p:anim calcmode="lin" valueType="num">
                                      <p:cBhvr additive="base">
                                        <p:cTn id="45" dur="500" fill="hold"/>
                                        <p:tgtEl>
                                          <p:spTgt spid="49">
                                            <p:txEl>
                                              <p:pRg st="0" end="0"/>
                                            </p:txEl>
                                          </p:spTgt>
                                        </p:tgtEl>
                                        <p:attrNameLst>
                                          <p:attrName>ppt_y</p:attrName>
                                        </p:attrNameLst>
                                      </p:cBhvr>
                                      <p:tavLst>
                                        <p:tav tm="0">
                                          <p:val>
                                            <p:strVal val="0-#ppt_h/2"/>
                                          </p:val>
                                        </p:tav>
                                        <p:tav tm="100000">
                                          <p:val>
                                            <p:strVal val="#ppt_y"/>
                                          </p:val>
                                        </p:tav>
                                      </p:tavLst>
                                    </p:anim>
                                  </p:childTnLst>
                                </p:cTn>
                              </p:par>
                              <p:par>
                                <p:cTn id="46" presetID="2" presetClass="entr" presetSubtype="9" decel="100000" fill="hold" grpId="0" nodeType="withEffect">
                                  <p:stCondLst>
                                    <p:cond delay="750"/>
                                  </p:stCondLst>
                                  <p:childTnLst>
                                    <p:set>
                                      <p:cBhvr>
                                        <p:cTn id="47" dur="1" fill="hold">
                                          <p:stCondLst>
                                            <p:cond delay="0"/>
                                          </p:stCondLst>
                                        </p:cTn>
                                        <p:tgtEl>
                                          <p:spTgt spid="41"/>
                                        </p:tgtEl>
                                        <p:attrNameLst>
                                          <p:attrName>style.visibility</p:attrName>
                                        </p:attrNameLst>
                                      </p:cBhvr>
                                      <p:to>
                                        <p:strVal val="visible"/>
                                      </p:to>
                                    </p:set>
                                    <p:anim calcmode="lin" valueType="num">
                                      <p:cBhvr additive="base">
                                        <p:cTn id="48" dur="500" fill="hold"/>
                                        <p:tgtEl>
                                          <p:spTgt spid="41"/>
                                        </p:tgtEl>
                                        <p:attrNameLst>
                                          <p:attrName>ppt_x</p:attrName>
                                        </p:attrNameLst>
                                      </p:cBhvr>
                                      <p:tavLst>
                                        <p:tav tm="0">
                                          <p:val>
                                            <p:strVal val="0-#ppt_w/2"/>
                                          </p:val>
                                        </p:tav>
                                        <p:tav tm="100000">
                                          <p:val>
                                            <p:strVal val="#ppt_x"/>
                                          </p:val>
                                        </p:tav>
                                      </p:tavLst>
                                    </p:anim>
                                    <p:anim calcmode="lin" valueType="num">
                                      <p:cBhvr additive="base">
                                        <p:cTn id="49" dur="500" fill="hold"/>
                                        <p:tgtEl>
                                          <p:spTgt spid="41"/>
                                        </p:tgtEl>
                                        <p:attrNameLst>
                                          <p:attrName>ppt_y</p:attrName>
                                        </p:attrNameLst>
                                      </p:cBhvr>
                                      <p:tavLst>
                                        <p:tav tm="0">
                                          <p:val>
                                            <p:strVal val="0-#ppt_h/2"/>
                                          </p:val>
                                        </p:tav>
                                        <p:tav tm="100000">
                                          <p:val>
                                            <p:strVal val="#ppt_y"/>
                                          </p:val>
                                        </p:tav>
                                      </p:tavLst>
                                    </p:anim>
                                  </p:childTnLst>
                                </p:cTn>
                              </p:par>
                              <p:par>
                                <p:cTn id="50" presetID="2" presetClass="entr" presetSubtype="9" decel="100000" fill="hold" grpId="0" nodeType="withEffect">
                                  <p:stCondLst>
                                    <p:cond delay="750"/>
                                  </p:stCondLst>
                                  <p:childTnLst>
                                    <p:set>
                                      <p:cBhvr>
                                        <p:cTn id="51" dur="1" fill="hold">
                                          <p:stCondLst>
                                            <p:cond delay="0"/>
                                          </p:stCondLst>
                                        </p:cTn>
                                        <p:tgtEl>
                                          <p:spTgt spid="42"/>
                                        </p:tgtEl>
                                        <p:attrNameLst>
                                          <p:attrName>style.visibility</p:attrName>
                                        </p:attrNameLst>
                                      </p:cBhvr>
                                      <p:to>
                                        <p:strVal val="visible"/>
                                      </p:to>
                                    </p:set>
                                    <p:anim calcmode="lin" valueType="num">
                                      <p:cBhvr additive="base">
                                        <p:cTn id="52" dur="500" fill="hold"/>
                                        <p:tgtEl>
                                          <p:spTgt spid="42"/>
                                        </p:tgtEl>
                                        <p:attrNameLst>
                                          <p:attrName>ppt_x</p:attrName>
                                        </p:attrNameLst>
                                      </p:cBhvr>
                                      <p:tavLst>
                                        <p:tav tm="0">
                                          <p:val>
                                            <p:strVal val="0-#ppt_w/2"/>
                                          </p:val>
                                        </p:tav>
                                        <p:tav tm="100000">
                                          <p:val>
                                            <p:strVal val="#ppt_x"/>
                                          </p:val>
                                        </p:tav>
                                      </p:tavLst>
                                    </p:anim>
                                    <p:anim calcmode="lin" valueType="num">
                                      <p:cBhvr additive="base">
                                        <p:cTn id="53" dur="500" fill="hold"/>
                                        <p:tgtEl>
                                          <p:spTgt spid="42"/>
                                        </p:tgtEl>
                                        <p:attrNameLst>
                                          <p:attrName>ppt_y</p:attrName>
                                        </p:attrNameLst>
                                      </p:cBhvr>
                                      <p:tavLst>
                                        <p:tav tm="0">
                                          <p:val>
                                            <p:strVal val="0-#ppt_h/2"/>
                                          </p:val>
                                        </p:tav>
                                        <p:tav tm="100000">
                                          <p:val>
                                            <p:strVal val="#ppt_y"/>
                                          </p:val>
                                        </p:tav>
                                      </p:tavLst>
                                    </p:anim>
                                  </p:childTnLst>
                                </p:cTn>
                              </p:par>
                              <p:par>
                                <p:cTn id="54" presetID="2" presetClass="entr" presetSubtype="9" decel="100000" fill="hold" grpId="0" nodeType="withEffect">
                                  <p:stCondLst>
                                    <p:cond delay="750"/>
                                  </p:stCondLst>
                                  <p:childTnLst>
                                    <p:set>
                                      <p:cBhvr>
                                        <p:cTn id="55" dur="1" fill="hold">
                                          <p:stCondLst>
                                            <p:cond delay="0"/>
                                          </p:stCondLst>
                                        </p:cTn>
                                        <p:tgtEl>
                                          <p:spTgt spid="50">
                                            <p:txEl>
                                              <p:pRg st="0" end="0"/>
                                            </p:txEl>
                                          </p:spTgt>
                                        </p:tgtEl>
                                        <p:attrNameLst>
                                          <p:attrName>style.visibility</p:attrName>
                                        </p:attrNameLst>
                                      </p:cBhvr>
                                      <p:to>
                                        <p:strVal val="visible"/>
                                      </p:to>
                                    </p:set>
                                    <p:anim calcmode="lin" valueType="num">
                                      <p:cBhvr additive="base">
                                        <p:cTn id="56" dur="500" fill="hold"/>
                                        <p:tgtEl>
                                          <p:spTgt spid="50">
                                            <p:txEl>
                                              <p:pRg st="0" end="0"/>
                                            </p:txEl>
                                          </p:spTgt>
                                        </p:tgtEl>
                                        <p:attrNameLst>
                                          <p:attrName>ppt_x</p:attrName>
                                        </p:attrNameLst>
                                      </p:cBhvr>
                                      <p:tavLst>
                                        <p:tav tm="0">
                                          <p:val>
                                            <p:strVal val="0-#ppt_w/2"/>
                                          </p:val>
                                        </p:tav>
                                        <p:tav tm="100000">
                                          <p:val>
                                            <p:strVal val="#ppt_x"/>
                                          </p:val>
                                        </p:tav>
                                      </p:tavLst>
                                    </p:anim>
                                    <p:anim calcmode="lin" valueType="num">
                                      <p:cBhvr additive="base">
                                        <p:cTn id="57" dur="500" fill="hold"/>
                                        <p:tgtEl>
                                          <p:spTgt spid="50">
                                            <p:txEl>
                                              <p:pRg st="0" end="0"/>
                                            </p:txEl>
                                          </p:spTgt>
                                        </p:tgtEl>
                                        <p:attrNameLst>
                                          <p:attrName>ppt_y</p:attrName>
                                        </p:attrNameLst>
                                      </p:cBhvr>
                                      <p:tavLst>
                                        <p:tav tm="0">
                                          <p:val>
                                            <p:strVal val="0-#ppt_h/2"/>
                                          </p:val>
                                        </p:tav>
                                        <p:tav tm="100000">
                                          <p:val>
                                            <p:strVal val="#ppt_y"/>
                                          </p:val>
                                        </p:tav>
                                      </p:tavLst>
                                    </p:anim>
                                  </p:childTnLst>
                                </p:cTn>
                              </p:par>
                            </p:childTnLst>
                          </p:cTn>
                        </p:par>
                        <p:par>
                          <p:cTn id="58" fill="hold">
                            <p:stCondLst>
                              <p:cond delay="1750"/>
                            </p:stCondLst>
                            <p:childTnLst>
                              <p:par>
                                <p:cTn id="59" presetID="2" presetClass="entr" presetSubtype="8" decel="100000" fill="hold" grpId="0" nodeType="afterEffect">
                                  <p:stCondLst>
                                    <p:cond delay="250"/>
                                  </p:stCondLst>
                                  <p:childTnLst>
                                    <p:set>
                                      <p:cBhvr>
                                        <p:cTn id="60" dur="1" fill="hold">
                                          <p:stCondLst>
                                            <p:cond delay="0"/>
                                          </p:stCondLst>
                                        </p:cTn>
                                        <p:tgtEl>
                                          <p:spTgt spid="51"/>
                                        </p:tgtEl>
                                        <p:attrNameLst>
                                          <p:attrName>style.visibility</p:attrName>
                                        </p:attrNameLst>
                                      </p:cBhvr>
                                      <p:to>
                                        <p:strVal val="visible"/>
                                      </p:to>
                                    </p:set>
                                    <p:anim calcmode="lin" valueType="num">
                                      <p:cBhvr additive="base">
                                        <p:cTn id="61" dur="500" fill="hold"/>
                                        <p:tgtEl>
                                          <p:spTgt spid="51"/>
                                        </p:tgtEl>
                                        <p:attrNameLst>
                                          <p:attrName>ppt_x</p:attrName>
                                        </p:attrNameLst>
                                      </p:cBhvr>
                                      <p:tavLst>
                                        <p:tav tm="0">
                                          <p:val>
                                            <p:strVal val="0-#ppt_w/2"/>
                                          </p:val>
                                        </p:tav>
                                        <p:tav tm="100000">
                                          <p:val>
                                            <p:strVal val="#ppt_x"/>
                                          </p:val>
                                        </p:tav>
                                      </p:tavLst>
                                    </p:anim>
                                    <p:anim calcmode="lin" valueType="num">
                                      <p:cBhvr additive="base">
                                        <p:cTn id="62" dur="500" fill="hold"/>
                                        <p:tgtEl>
                                          <p:spTgt spid="51"/>
                                        </p:tgtEl>
                                        <p:attrNameLst>
                                          <p:attrName>ppt_y</p:attrName>
                                        </p:attrNameLst>
                                      </p:cBhvr>
                                      <p:tavLst>
                                        <p:tav tm="0">
                                          <p:val>
                                            <p:strVal val="#ppt_y"/>
                                          </p:val>
                                        </p:tav>
                                        <p:tav tm="100000">
                                          <p:val>
                                            <p:strVal val="#ppt_y"/>
                                          </p:val>
                                        </p:tav>
                                      </p:tavLst>
                                    </p:anim>
                                  </p:childTnLst>
                                </p:cTn>
                              </p:par>
                            </p:childTnLst>
                          </p:cTn>
                        </p:par>
                        <p:par>
                          <p:cTn id="63" fill="hold">
                            <p:stCondLst>
                              <p:cond delay="2500"/>
                            </p:stCondLst>
                            <p:childTnLst>
                              <p:par>
                                <p:cTn id="64" presetID="22" presetClass="entr" presetSubtype="2" fill="hold" grpId="0" nodeType="afterEffect">
                                  <p:stCondLst>
                                    <p:cond delay="0"/>
                                  </p:stCondLst>
                                  <p:childTnLst>
                                    <p:set>
                                      <p:cBhvr>
                                        <p:cTn id="65" dur="1" fill="hold">
                                          <p:stCondLst>
                                            <p:cond delay="0"/>
                                          </p:stCondLst>
                                        </p:cTn>
                                        <p:tgtEl>
                                          <p:spTgt spid="52">
                                            <p:txEl>
                                              <p:pRg st="0" end="0"/>
                                            </p:txEl>
                                          </p:spTgt>
                                        </p:tgtEl>
                                        <p:attrNameLst>
                                          <p:attrName>style.visibility</p:attrName>
                                        </p:attrNameLst>
                                      </p:cBhvr>
                                      <p:to>
                                        <p:strVal val="visible"/>
                                      </p:to>
                                    </p:set>
                                    <p:animEffect transition="in" filter="wipe(right)">
                                      <p:cBhvr>
                                        <p:cTn id="66" dur="500"/>
                                        <p:tgtEl>
                                          <p:spTgt spid="52">
                                            <p:txEl>
                                              <p:pRg st="0" end="0"/>
                                            </p:txEl>
                                          </p:spTgt>
                                        </p:tgtEl>
                                      </p:cBhvr>
                                    </p:animEffect>
                                  </p:childTnLst>
                                </p:cTn>
                              </p:par>
                            </p:childTnLst>
                          </p:cTn>
                        </p:par>
                        <p:par>
                          <p:cTn id="67" fill="hold">
                            <p:stCondLst>
                              <p:cond delay="3000"/>
                            </p:stCondLst>
                            <p:childTnLst>
                              <p:par>
                                <p:cTn id="68" presetID="2" presetClass="entr" presetSubtype="2" decel="100000" fill="hold" grpId="0" nodeType="afterEffect">
                                  <p:stCondLst>
                                    <p:cond delay="250"/>
                                  </p:stCondLst>
                                  <p:childTnLst>
                                    <p:set>
                                      <p:cBhvr>
                                        <p:cTn id="69" dur="1" fill="hold">
                                          <p:stCondLst>
                                            <p:cond delay="0"/>
                                          </p:stCondLst>
                                        </p:cTn>
                                        <p:tgtEl>
                                          <p:spTgt spid="55"/>
                                        </p:tgtEl>
                                        <p:attrNameLst>
                                          <p:attrName>style.visibility</p:attrName>
                                        </p:attrNameLst>
                                      </p:cBhvr>
                                      <p:to>
                                        <p:strVal val="visible"/>
                                      </p:to>
                                    </p:set>
                                    <p:anim calcmode="lin" valueType="num">
                                      <p:cBhvr additive="base">
                                        <p:cTn id="70" dur="500" fill="hold"/>
                                        <p:tgtEl>
                                          <p:spTgt spid="55"/>
                                        </p:tgtEl>
                                        <p:attrNameLst>
                                          <p:attrName>ppt_x</p:attrName>
                                        </p:attrNameLst>
                                      </p:cBhvr>
                                      <p:tavLst>
                                        <p:tav tm="0">
                                          <p:val>
                                            <p:strVal val="1+#ppt_w/2"/>
                                          </p:val>
                                        </p:tav>
                                        <p:tav tm="100000">
                                          <p:val>
                                            <p:strVal val="#ppt_x"/>
                                          </p:val>
                                        </p:tav>
                                      </p:tavLst>
                                    </p:anim>
                                    <p:anim calcmode="lin" valueType="num">
                                      <p:cBhvr additive="base">
                                        <p:cTn id="71" dur="500" fill="hold"/>
                                        <p:tgtEl>
                                          <p:spTgt spid="55"/>
                                        </p:tgtEl>
                                        <p:attrNameLst>
                                          <p:attrName>ppt_y</p:attrName>
                                        </p:attrNameLst>
                                      </p:cBhvr>
                                      <p:tavLst>
                                        <p:tav tm="0">
                                          <p:val>
                                            <p:strVal val="#ppt_y"/>
                                          </p:val>
                                        </p:tav>
                                        <p:tav tm="100000">
                                          <p:val>
                                            <p:strVal val="#ppt_y"/>
                                          </p:val>
                                        </p:tav>
                                      </p:tavLst>
                                    </p:anim>
                                  </p:childTnLst>
                                </p:cTn>
                              </p:par>
                            </p:childTnLst>
                          </p:cTn>
                        </p:par>
                        <p:par>
                          <p:cTn id="72" fill="hold">
                            <p:stCondLst>
                              <p:cond delay="3750"/>
                            </p:stCondLst>
                            <p:childTnLst>
                              <p:par>
                                <p:cTn id="73" presetID="22" presetClass="entr" presetSubtype="8" fill="hold" grpId="0" nodeType="afterEffect">
                                  <p:stCondLst>
                                    <p:cond delay="0"/>
                                  </p:stCondLst>
                                  <p:childTnLst>
                                    <p:set>
                                      <p:cBhvr>
                                        <p:cTn id="74" dur="1" fill="hold">
                                          <p:stCondLst>
                                            <p:cond delay="0"/>
                                          </p:stCondLst>
                                        </p:cTn>
                                        <p:tgtEl>
                                          <p:spTgt spid="56">
                                            <p:txEl>
                                              <p:pRg st="0" end="0"/>
                                            </p:txEl>
                                          </p:spTgt>
                                        </p:tgtEl>
                                        <p:attrNameLst>
                                          <p:attrName>style.visibility</p:attrName>
                                        </p:attrNameLst>
                                      </p:cBhvr>
                                      <p:to>
                                        <p:strVal val="visible"/>
                                      </p:to>
                                    </p:set>
                                    <p:animEffect transition="in" filter="wipe(left)">
                                      <p:cBhvr>
                                        <p:cTn id="75" dur="500"/>
                                        <p:tgtEl>
                                          <p:spTgt spid="56">
                                            <p:txEl>
                                              <p:pRg st="0" end="0"/>
                                            </p:txEl>
                                          </p:spTgt>
                                        </p:tgtEl>
                                      </p:cBhvr>
                                    </p:animEffect>
                                  </p:childTnLst>
                                </p:cTn>
                              </p:par>
                            </p:childTnLst>
                          </p:cTn>
                        </p:par>
                        <p:par>
                          <p:cTn id="76" fill="hold">
                            <p:stCondLst>
                              <p:cond delay="4250"/>
                            </p:stCondLst>
                            <p:childTnLst>
                              <p:par>
                                <p:cTn id="77" presetID="2" presetClass="entr" presetSubtype="8" decel="100000" fill="hold" grpId="0" nodeType="afterEffect">
                                  <p:stCondLst>
                                    <p:cond delay="250"/>
                                  </p:stCondLst>
                                  <p:childTnLst>
                                    <p:set>
                                      <p:cBhvr>
                                        <p:cTn id="78" dur="1" fill="hold">
                                          <p:stCondLst>
                                            <p:cond delay="0"/>
                                          </p:stCondLst>
                                        </p:cTn>
                                        <p:tgtEl>
                                          <p:spTgt spid="53"/>
                                        </p:tgtEl>
                                        <p:attrNameLst>
                                          <p:attrName>style.visibility</p:attrName>
                                        </p:attrNameLst>
                                      </p:cBhvr>
                                      <p:to>
                                        <p:strVal val="visible"/>
                                      </p:to>
                                    </p:set>
                                    <p:anim calcmode="lin" valueType="num">
                                      <p:cBhvr additive="base">
                                        <p:cTn id="79" dur="500" fill="hold"/>
                                        <p:tgtEl>
                                          <p:spTgt spid="53"/>
                                        </p:tgtEl>
                                        <p:attrNameLst>
                                          <p:attrName>ppt_x</p:attrName>
                                        </p:attrNameLst>
                                      </p:cBhvr>
                                      <p:tavLst>
                                        <p:tav tm="0">
                                          <p:val>
                                            <p:strVal val="0-#ppt_w/2"/>
                                          </p:val>
                                        </p:tav>
                                        <p:tav tm="100000">
                                          <p:val>
                                            <p:strVal val="#ppt_x"/>
                                          </p:val>
                                        </p:tav>
                                      </p:tavLst>
                                    </p:anim>
                                    <p:anim calcmode="lin" valueType="num">
                                      <p:cBhvr additive="base">
                                        <p:cTn id="80" dur="500" fill="hold"/>
                                        <p:tgtEl>
                                          <p:spTgt spid="53"/>
                                        </p:tgtEl>
                                        <p:attrNameLst>
                                          <p:attrName>ppt_y</p:attrName>
                                        </p:attrNameLst>
                                      </p:cBhvr>
                                      <p:tavLst>
                                        <p:tav tm="0">
                                          <p:val>
                                            <p:strVal val="#ppt_y"/>
                                          </p:val>
                                        </p:tav>
                                        <p:tav tm="100000">
                                          <p:val>
                                            <p:strVal val="#ppt_y"/>
                                          </p:val>
                                        </p:tav>
                                      </p:tavLst>
                                    </p:anim>
                                  </p:childTnLst>
                                </p:cTn>
                              </p:par>
                            </p:childTnLst>
                          </p:cTn>
                        </p:par>
                        <p:par>
                          <p:cTn id="81" fill="hold">
                            <p:stCondLst>
                              <p:cond delay="5000"/>
                            </p:stCondLst>
                            <p:childTnLst>
                              <p:par>
                                <p:cTn id="82" presetID="22" presetClass="entr" presetSubtype="2" fill="hold" grpId="0" nodeType="afterEffect">
                                  <p:stCondLst>
                                    <p:cond delay="0"/>
                                  </p:stCondLst>
                                  <p:childTnLst>
                                    <p:set>
                                      <p:cBhvr>
                                        <p:cTn id="83" dur="1" fill="hold">
                                          <p:stCondLst>
                                            <p:cond delay="0"/>
                                          </p:stCondLst>
                                        </p:cTn>
                                        <p:tgtEl>
                                          <p:spTgt spid="54">
                                            <p:txEl>
                                              <p:pRg st="0" end="0"/>
                                            </p:txEl>
                                          </p:spTgt>
                                        </p:tgtEl>
                                        <p:attrNameLst>
                                          <p:attrName>style.visibility</p:attrName>
                                        </p:attrNameLst>
                                      </p:cBhvr>
                                      <p:to>
                                        <p:strVal val="visible"/>
                                      </p:to>
                                    </p:set>
                                    <p:animEffect transition="in" filter="wipe(right)">
                                      <p:cBhvr>
                                        <p:cTn id="84" dur="500"/>
                                        <p:tgtEl>
                                          <p:spTgt spid="54">
                                            <p:txEl>
                                              <p:pRg st="0" end="0"/>
                                            </p:txEl>
                                          </p:spTgt>
                                        </p:tgtEl>
                                      </p:cBhvr>
                                    </p:animEffect>
                                  </p:childTnLst>
                                </p:cTn>
                              </p:par>
                            </p:childTnLst>
                          </p:cTn>
                        </p:par>
                        <p:par>
                          <p:cTn id="85" fill="hold">
                            <p:stCondLst>
                              <p:cond delay="5500"/>
                            </p:stCondLst>
                            <p:childTnLst>
                              <p:par>
                                <p:cTn id="86" presetID="2" presetClass="entr" presetSubtype="2" decel="100000" fill="hold" grpId="0" nodeType="afterEffect">
                                  <p:stCondLst>
                                    <p:cond delay="250"/>
                                  </p:stCondLst>
                                  <p:childTnLst>
                                    <p:set>
                                      <p:cBhvr>
                                        <p:cTn id="87" dur="1" fill="hold">
                                          <p:stCondLst>
                                            <p:cond delay="0"/>
                                          </p:stCondLst>
                                        </p:cTn>
                                        <p:tgtEl>
                                          <p:spTgt spid="57"/>
                                        </p:tgtEl>
                                        <p:attrNameLst>
                                          <p:attrName>style.visibility</p:attrName>
                                        </p:attrNameLst>
                                      </p:cBhvr>
                                      <p:to>
                                        <p:strVal val="visible"/>
                                      </p:to>
                                    </p:set>
                                    <p:anim calcmode="lin" valueType="num">
                                      <p:cBhvr additive="base">
                                        <p:cTn id="88" dur="500" fill="hold"/>
                                        <p:tgtEl>
                                          <p:spTgt spid="57"/>
                                        </p:tgtEl>
                                        <p:attrNameLst>
                                          <p:attrName>ppt_x</p:attrName>
                                        </p:attrNameLst>
                                      </p:cBhvr>
                                      <p:tavLst>
                                        <p:tav tm="0">
                                          <p:val>
                                            <p:strVal val="1+#ppt_w/2"/>
                                          </p:val>
                                        </p:tav>
                                        <p:tav tm="100000">
                                          <p:val>
                                            <p:strVal val="#ppt_x"/>
                                          </p:val>
                                        </p:tav>
                                      </p:tavLst>
                                    </p:anim>
                                    <p:anim calcmode="lin" valueType="num">
                                      <p:cBhvr additive="base">
                                        <p:cTn id="89" dur="500" fill="hold"/>
                                        <p:tgtEl>
                                          <p:spTgt spid="57"/>
                                        </p:tgtEl>
                                        <p:attrNameLst>
                                          <p:attrName>ppt_y</p:attrName>
                                        </p:attrNameLst>
                                      </p:cBhvr>
                                      <p:tavLst>
                                        <p:tav tm="0">
                                          <p:val>
                                            <p:strVal val="#ppt_y"/>
                                          </p:val>
                                        </p:tav>
                                        <p:tav tm="100000">
                                          <p:val>
                                            <p:strVal val="#ppt_y"/>
                                          </p:val>
                                        </p:tav>
                                      </p:tavLst>
                                    </p:anim>
                                  </p:childTnLst>
                                </p:cTn>
                              </p:par>
                            </p:childTnLst>
                          </p:cTn>
                        </p:par>
                        <p:par>
                          <p:cTn id="90" fill="hold">
                            <p:stCondLst>
                              <p:cond delay="6250"/>
                            </p:stCondLst>
                            <p:childTnLst>
                              <p:par>
                                <p:cTn id="91" presetID="22" presetClass="entr" presetSubtype="8" fill="hold" grpId="0" nodeType="afterEffect">
                                  <p:stCondLst>
                                    <p:cond delay="0"/>
                                  </p:stCondLst>
                                  <p:childTnLst>
                                    <p:set>
                                      <p:cBhvr>
                                        <p:cTn id="92" dur="1" fill="hold">
                                          <p:stCondLst>
                                            <p:cond delay="0"/>
                                          </p:stCondLst>
                                        </p:cTn>
                                        <p:tgtEl>
                                          <p:spTgt spid="58">
                                            <p:txEl>
                                              <p:pRg st="0" end="0"/>
                                            </p:txEl>
                                          </p:spTgt>
                                        </p:tgtEl>
                                        <p:attrNameLst>
                                          <p:attrName>style.visibility</p:attrName>
                                        </p:attrNameLst>
                                      </p:cBhvr>
                                      <p:to>
                                        <p:strVal val="visible"/>
                                      </p:to>
                                    </p:set>
                                    <p:animEffect transition="in" filter="wipe(left)">
                                      <p:cBhvr>
                                        <p:cTn id="93" dur="500"/>
                                        <p:tgtEl>
                                          <p:spTgt spid="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7" grpId="0" animBg="1"/>
      <p:bldP spid="23" grpId="0" animBg="1"/>
      <p:bldP spid="26" grpId="0" animBg="1"/>
      <p:bldP spid="27" grpId="0" animBg="1"/>
      <p:bldP spid="41" grpId="0" animBg="1"/>
      <p:bldP spid="42" grpId="0" animBg="1"/>
      <p:bldP spid="44" grpId="0" animBg="1"/>
      <p:bldP spid="45" grpId="0" animBg="1"/>
      <p:bldP spid="47" grpId="0" build="p">
        <p:tmplLst>
          <p:tmpl lvl="1">
            <p:tnLst>
              <p:par>
                <p:cTn presetID="2" presetClass="entr" presetSubtype="6" decel="10000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1+#ppt_w/2"/>
                          </p:val>
                        </p:tav>
                        <p:tav tm="100000">
                          <p:val>
                            <p:strVal val="#ppt_x"/>
                          </p:val>
                        </p:tav>
                      </p:tavLst>
                    </p:anim>
                    <p:anim calcmode="lin" valueType="num">
                      <p:cBhvr additive="base">
                        <p:cTn dur="500" fill="hold"/>
                        <p:tgtEl>
                          <p:spTgt spid="47"/>
                        </p:tgtEl>
                        <p:attrNameLst>
                          <p:attrName>ppt_y</p:attrName>
                        </p:attrNameLst>
                      </p:cBhvr>
                      <p:tavLst>
                        <p:tav tm="0">
                          <p:val>
                            <p:strVal val="1+#ppt_h/2"/>
                          </p:val>
                        </p:tav>
                        <p:tav tm="100000">
                          <p:val>
                            <p:strVal val="#ppt_y"/>
                          </p:val>
                        </p:tav>
                      </p:tavLst>
                    </p:anim>
                  </p:childTnLst>
                </p:cTn>
              </p:par>
            </p:tnLst>
          </p:tmpl>
        </p:tmplLst>
      </p:bldP>
      <p:bldP spid="48" grpId="0" build="p">
        <p:tmplLst>
          <p:tmpl lvl="1">
            <p:tnLst>
              <p:par>
                <p:cTn presetID="2" presetClass="entr" presetSubtype="12" decel="100000" fill="hold" nodeType="withEffect">
                  <p:stCondLst>
                    <p:cond delay="25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0-#ppt_w/2"/>
                          </p:val>
                        </p:tav>
                        <p:tav tm="100000">
                          <p:val>
                            <p:strVal val="#ppt_x"/>
                          </p:val>
                        </p:tav>
                      </p:tavLst>
                    </p:anim>
                    <p:anim calcmode="lin" valueType="num">
                      <p:cBhvr additive="base">
                        <p:cTn dur="500" fill="hold"/>
                        <p:tgtEl>
                          <p:spTgt spid="48"/>
                        </p:tgtEl>
                        <p:attrNameLst>
                          <p:attrName>ppt_y</p:attrName>
                        </p:attrNameLst>
                      </p:cBhvr>
                      <p:tavLst>
                        <p:tav tm="0">
                          <p:val>
                            <p:strVal val="1+#ppt_h/2"/>
                          </p:val>
                        </p:tav>
                        <p:tav tm="100000">
                          <p:val>
                            <p:strVal val="#ppt_y"/>
                          </p:val>
                        </p:tav>
                      </p:tavLst>
                    </p:anim>
                  </p:childTnLst>
                </p:cTn>
              </p:par>
            </p:tnLst>
          </p:tmpl>
        </p:tmplLst>
      </p:bldP>
      <p:bldP spid="49" grpId="0" build="p">
        <p:tmplLst>
          <p:tmpl lvl="1">
            <p:tnLst>
              <p:par>
                <p:cTn presetID="2" presetClass="entr" presetSubtype="3" decel="100000" fill="hold" nodeType="withEffect">
                  <p:stCondLst>
                    <p:cond delay="50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1+#ppt_w/2"/>
                          </p:val>
                        </p:tav>
                        <p:tav tm="100000">
                          <p:val>
                            <p:strVal val="#ppt_x"/>
                          </p:val>
                        </p:tav>
                      </p:tavLst>
                    </p:anim>
                    <p:anim calcmode="lin" valueType="num">
                      <p:cBhvr additive="base">
                        <p:cTn dur="500" fill="hold"/>
                        <p:tgtEl>
                          <p:spTgt spid="49"/>
                        </p:tgtEl>
                        <p:attrNameLst>
                          <p:attrName>ppt_y</p:attrName>
                        </p:attrNameLst>
                      </p:cBhvr>
                      <p:tavLst>
                        <p:tav tm="0">
                          <p:val>
                            <p:strVal val="0-#ppt_h/2"/>
                          </p:val>
                        </p:tav>
                        <p:tav tm="100000">
                          <p:val>
                            <p:strVal val="#ppt_y"/>
                          </p:val>
                        </p:tav>
                      </p:tavLst>
                    </p:anim>
                  </p:childTnLst>
                </p:cTn>
              </p:par>
            </p:tnLst>
          </p:tmpl>
        </p:tmplLst>
      </p:bldP>
      <p:bldP spid="50" grpId="0" build="p">
        <p:tmplLst>
          <p:tmpl lvl="1">
            <p:tnLst>
              <p:par>
                <p:cTn presetID="2" presetClass="entr" presetSubtype="9" decel="100000" fill="hold" nodeType="withEffect">
                  <p:stCondLst>
                    <p:cond delay="75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0-#ppt_w/2"/>
                          </p:val>
                        </p:tav>
                        <p:tav tm="100000">
                          <p:val>
                            <p:strVal val="#ppt_x"/>
                          </p:val>
                        </p:tav>
                      </p:tavLst>
                    </p:anim>
                    <p:anim calcmode="lin" valueType="num">
                      <p:cBhvr additive="base">
                        <p:cTn dur="500" fill="hold"/>
                        <p:tgtEl>
                          <p:spTgt spid="50"/>
                        </p:tgtEl>
                        <p:attrNameLst>
                          <p:attrName>ppt_y</p:attrName>
                        </p:attrNameLst>
                      </p:cBhvr>
                      <p:tavLst>
                        <p:tav tm="0">
                          <p:val>
                            <p:strVal val="0-#ppt_h/2"/>
                          </p:val>
                        </p:tav>
                        <p:tav tm="100000">
                          <p:val>
                            <p:strVal val="#ppt_y"/>
                          </p:val>
                        </p:tav>
                      </p:tavLst>
                    </p:anim>
                  </p:childTnLst>
                </p:cTn>
              </p:par>
            </p:tnLst>
          </p:tmpl>
        </p:tmplLst>
      </p:bldP>
      <p:bldP spid="51" grpId="0">
        <p:tmplLst>
          <p:tmpl>
            <p:tnLst>
              <p:par>
                <p:cTn presetID="2" presetClass="entr" presetSubtype="8" decel="100000" fill="hold" nodeType="afterEffect">
                  <p:stCondLst>
                    <p:cond delay="25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0-#ppt_w/2"/>
                          </p:val>
                        </p:tav>
                        <p:tav tm="100000">
                          <p:val>
                            <p:strVal val="#ppt_x"/>
                          </p:val>
                        </p:tav>
                      </p:tavLst>
                    </p:anim>
                    <p:anim calcmode="lin" valueType="num">
                      <p:cBhvr additive="base">
                        <p:cTn dur="500" fill="hold"/>
                        <p:tgtEl>
                          <p:spTgt spid="51"/>
                        </p:tgtEl>
                        <p:attrNameLst>
                          <p:attrName>ppt_y</p:attrName>
                        </p:attrNameLst>
                      </p:cBhvr>
                      <p:tavLst>
                        <p:tav tm="0">
                          <p:val>
                            <p:strVal val="#ppt_y"/>
                          </p:val>
                        </p:tav>
                        <p:tav tm="100000">
                          <p:val>
                            <p:strVal val="#ppt_y"/>
                          </p:val>
                        </p:tav>
                      </p:tavLst>
                    </p:anim>
                  </p:childTnLst>
                </p:cTn>
              </p:par>
            </p:tnLst>
          </p:tmpl>
        </p:tmplLst>
      </p:bldP>
      <p:bldP spid="52" grpId="0" build="p">
        <p:tmplLst>
          <p:tmpl lvl="1">
            <p:tnLst>
              <p:par>
                <p:cTn presetID="22" presetClass="entr" presetSubtype="2" fill="hold" nodeType="afterEffect">
                  <p:stCondLst>
                    <p:cond delay="0"/>
                  </p:stCondLst>
                  <p:childTnLst>
                    <p:set>
                      <p:cBhvr>
                        <p:cTn dur="1" fill="hold">
                          <p:stCondLst>
                            <p:cond delay="0"/>
                          </p:stCondLst>
                        </p:cTn>
                        <p:tgtEl>
                          <p:spTgt spid="52"/>
                        </p:tgtEl>
                        <p:attrNameLst>
                          <p:attrName>style.visibility</p:attrName>
                        </p:attrNameLst>
                      </p:cBhvr>
                      <p:to>
                        <p:strVal val="visible"/>
                      </p:to>
                    </p:set>
                    <p:animEffect transition="in" filter="wipe(right)">
                      <p:cBhvr>
                        <p:cTn dur="500"/>
                        <p:tgtEl>
                          <p:spTgt spid="52"/>
                        </p:tgtEl>
                      </p:cBhvr>
                    </p:animEffect>
                  </p:childTnLst>
                </p:cTn>
              </p:par>
            </p:tnLst>
          </p:tmpl>
        </p:tmplLst>
      </p:bldP>
      <p:bldP spid="53" grpId="0">
        <p:tmplLst>
          <p:tmpl>
            <p:tnLst>
              <p:par>
                <p:cTn presetID="2" presetClass="entr" presetSubtype="8" decel="100000" fill="hold" nodeType="afterEffect">
                  <p:stCondLst>
                    <p:cond delay="25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0-#ppt_w/2"/>
                          </p:val>
                        </p:tav>
                        <p:tav tm="100000">
                          <p:val>
                            <p:strVal val="#ppt_x"/>
                          </p:val>
                        </p:tav>
                      </p:tavLst>
                    </p:anim>
                    <p:anim calcmode="lin" valueType="num">
                      <p:cBhvr additive="base">
                        <p:cTn dur="500" fill="hold"/>
                        <p:tgtEl>
                          <p:spTgt spid="53"/>
                        </p:tgtEl>
                        <p:attrNameLst>
                          <p:attrName>ppt_y</p:attrName>
                        </p:attrNameLst>
                      </p:cBhvr>
                      <p:tavLst>
                        <p:tav tm="0">
                          <p:val>
                            <p:strVal val="#ppt_y"/>
                          </p:val>
                        </p:tav>
                        <p:tav tm="100000">
                          <p:val>
                            <p:strVal val="#ppt_y"/>
                          </p:val>
                        </p:tav>
                      </p:tavLst>
                    </p:anim>
                  </p:childTnLst>
                </p:cTn>
              </p:par>
            </p:tnLst>
          </p:tmpl>
        </p:tmplLst>
      </p:bldP>
      <p:bldP spid="54" grpId="0" build="p">
        <p:tmplLst>
          <p:tmpl lvl="1">
            <p:tnLst>
              <p:par>
                <p:cTn presetID="22" presetClass="entr" presetSubtype="2" fill="hold" nodeType="afterEffect">
                  <p:stCondLst>
                    <p:cond delay="0"/>
                  </p:stCondLst>
                  <p:childTnLst>
                    <p:set>
                      <p:cBhvr>
                        <p:cTn dur="1" fill="hold">
                          <p:stCondLst>
                            <p:cond delay="0"/>
                          </p:stCondLst>
                        </p:cTn>
                        <p:tgtEl>
                          <p:spTgt spid="54"/>
                        </p:tgtEl>
                        <p:attrNameLst>
                          <p:attrName>style.visibility</p:attrName>
                        </p:attrNameLst>
                      </p:cBhvr>
                      <p:to>
                        <p:strVal val="visible"/>
                      </p:to>
                    </p:set>
                    <p:animEffect transition="in" filter="wipe(right)">
                      <p:cBhvr>
                        <p:cTn dur="500"/>
                        <p:tgtEl>
                          <p:spTgt spid="54"/>
                        </p:tgtEl>
                      </p:cBhvr>
                    </p:animEffect>
                  </p:childTnLst>
                </p:cTn>
              </p:par>
            </p:tnLst>
          </p:tmpl>
        </p:tmplLst>
      </p:bldP>
      <p:bldP spid="55" grpId="0">
        <p:tmplLst>
          <p:tmpl>
            <p:tnLst>
              <p:par>
                <p:cTn presetID="2" presetClass="entr" presetSubtype="2" decel="100000" fill="hold" nodeType="afterEffect">
                  <p:stCondLst>
                    <p:cond delay="250"/>
                  </p:stCondLst>
                  <p:childTnLst>
                    <p:set>
                      <p:cBhvr>
                        <p:cTn dur="1" fill="hold">
                          <p:stCondLst>
                            <p:cond delay="0"/>
                          </p:stCondLst>
                        </p:cTn>
                        <p:tgtEl>
                          <p:spTgt spid="55"/>
                        </p:tgtEl>
                        <p:attrNameLst>
                          <p:attrName>style.visibility</p:attrName>
                        </p:attrNameLst>
                      </p:cBhvr>
                      <p:to>
                        <p:strVal val="visible"/>
                      </p:to>
                    </p:set>
                    <p:anim calcmode="lin" valueType="num">
                      <p:cBhvr additive="base">
                        <p:cTn dur="500" fill="hold"/>
                        <p:tgtEl>
                          <p:spTgt spid="55"/>
                        </p:tgtEl>
                        <p:attrNameLst>
                          <p:attrName>ppt_x</p:attrName>
                        </p:attrNameLst>
                      </p:cBhvr>
                      <p:tavLst>
                        <p:tav tm="0">
                          <p:val>
                            <p:strVal val="1+#ppt_w/2"/>
                          </p:val>
                        </p:tav>
                        <p:tav tm="100000">
                          <p:val>
                            <p:strVal val="#ppt_x"/>
                          </p:val>
                        </p:tav>
                      </p:tavLst>
                    </p:anim>
                    <p:anim calcmode="lin" valueType="num">
                      <p:cBhvr additive="base">
                        <p:cTn dur="500" fill="hold"/>
                        <p:tgtEl>
                          <p:spTgt spid="55"/>
                        </p:tgtEl>
                        <p:attrNameLst>
                          <p:attrName>ppt_y</p:attrName>
                        </p:attrNameLst>
                      </p:cBhvr>
                      <p:tavLst>
                        <p:tav tm="0">
                          <p:val>
                            <p:strVal val="#ppt_y"/>
                          </p:val>
                        </p:tav>
                        <p:tav tm="100000">
                          <p:val>
                            <p:strVal val="#ppt_y"/>
                          </p:val>
                        </p:tav>
                      </p:tavLst>
                    </p:anim>
                  </p:childTnLst>
                </p:cTn>
              </p:par>
            </p:tnLst>
          </p:tmpl>
        </p:tmplLst>
      </p:bldP>
      <p:bldP spid="56" grpId="0" build="p">
        <p:tmplLst>
          <p:tmpl lvl="1">
            <p:tnLst>
              <p:par>
                <p:cTn presetID="22" presetClass="entr" presetSubtype="8" fill="hold" nodeType="afterEffect">
                  <p:stCondLst>
                    <p:cond delay="0"/>
                  </p:stCondLst>
                  <p:childTnLst>
                    <p:set>
                      <p:cBhvr>
                        <p:cTn dur="1" fill="hold">
                          <p:stCondLst>
                            <p:cond delay="0"/>
                          </p:stCondLst>
                        </p:cTn>
                        <p:tgtEl>
                          <p:spTgt spid="56"/>
                        </p:tgtEl>
                        <p:attrNameLst>
                          <p:attrName>style.visibility</p:attrName>
                        </p:attrNameLst>
                      </p:cBhvr>
                      <p:to>
                        <p:strVal val="visible"/>
                      </p:to>
                    </p:set>
                    <p:animEffect transition="in" filter="wipe(left)">
                      <p:cBhvr>
                        <p:cTn dur="500"/>
                        <p:tgtEl>
                          <p:spTgt spid="56"/>
                        </p:tgtEl>
                      </p:cBhvr>
                    </p:animEffect>
                  </p:childTnLst>
                </p:cTn>
              </p:par>
            </p:tnLst>
          </p:tmpl>
        </p:tmplLst>
      </p:bldP>
      <p:bldP spid="57" grpId="0">
        <p:tmplLst>
          <p:tmpl>
            <p:tnLst>
              <p:par>
                <p:cTn presetID="2" presetClass="entr" presetSubtype="2" decel="100000" fill="hold" nodeType="afterEffect">
                  <p:stCondLst>
                    <p:cond delay="250"/>
                  </p:stCondLst>
                  <p:childTnLst>
                    <p:set>
                      <p:cBhvr>
                        <p:cTn dur="1" fill="hold">
                          <p:stCondLst>
                            <p:cond delay="0"/>
                          </p:stCondLst>
                        </p:cTn>
                        <p:tgtEl>
                          <p:spTgt spid="57"/>
                        </p:tgtEl>
                        <p:attrNameLst>
                          <p:attrName>style.visibility</p:attrName>
                        </p:attrNameLst>
                      </p:cBhvr>
                      <p:to>
                        <p:strVal val="visible"/>
                      </p:to>
                    </p:set>
                    <p:anim calcmode="lin" valueType="num">
                      <p:cBhvr additive="base">
                        <p:cTn dur="500" fill="hold"/>
                        <p:tgtEl>
                          <p:spTgt spid="57"/>
                        </p:tgtEl>
                        <p:attrNameLst>
                          <p:attrName>ppt_x</p:attrName>
                        </p:attrNameLst>
                      </p:cBhvr>
                      <p:tavLst>
                        <p:tav tm="0">
                          <p:val>
                            <p:strVal val="1+#ppt_w/2"/>
                          </p:val>
                        </p:tav>
                        <p:tav tm="100000">
                          <p:val>
                            <p:strVal val="#ppt_x"/>
                          </p:val>
                        </p:tav>
                      </p:tavLst>
                    </p:anim>
                    <p:anim calcmode="lin" valueType="num">
                      <p:cBhvr additive="base">
                        <p:cTn dur="500" fill="hold"/>
                        <p:tgtEl>
                          <p:spTgt spid="57"/>
                        </p:tgtEl>
                        <p:attrNameLst>
                          <p:attrName>ppt_y</p:attrName>
                        </p:attrNameLst>
                      </p:cBhvr>
                      <p:tavLst>
                        <p:tav tm="0">
                          <p:val>
                            <p:strVal val="#ppt_y"/>
                          </p:val>
                        </p:tav>
                        <p:tav tm="100000">
                          <p:val>
                            <p:strVal val="#ppt_y"/>
                          </p:val>
                        </p:tav>
                      </p:tavLst>
                    </p:anim>
                  </p:childTnLst>
                </p:cTn>
              </p:par>
            </p:tnLst>
          </p:tmpl>
        </p:tmplLst>
      </p:bldP>
      <p:bldP spid="58" grpId="0" build="p">
        <p:tmplLst>
          <p:tmpl lvl="1">
            <p:tnLst>
              <p:par>
                <p:cTn presetID="22" presetClass="entr" presetSubtype="8" fill="hold" nodeType="afterEffect">
                  <p:stCondLst>
                    <p:cond delay="0"/>
                  </p:stCondLst>
                  <p:childTnLst>
                    <p:set>
                      <p:cBhvr>
                        <p:cTn dur="1" fill="hold">
                          <p:stCondLst>
                            <p:cond delay="0"/>
                          </p:stCondLst>
                        </p:cTn>
                        <p:tgtEl>
                          <p:spTgt spid="58"/>
                        </p:tgtEl>
                        <p:attrNameLst>
                          <p:attrName>style.visibility</p:attrName>
                        </p:attrNameLst>
                      </p:cBhvr>
                      <p:to>
                        <p:strVal val="visible"/>
                      </p:to>
                    </p:set>
                    <p:animEffect transition="in" filter="wipe(left)">
                      <p:cBhvr>
                        <p:cTn dur="500"/>
                        <p:tgtEl>
                          <p:spTgt spid="58"/>
                        </p:tgtEl>
                      </p:cBhvr>
                    </p:animEffect>
                  </p:childTnLst>
                </p:cTn>
              </p:par>
            </p:tnLst>
          </p:tmpl>
        </p:tmplLst>
      </p:bldP>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 Keywords">
    <p:spTree>
      <p:nvGrpSpPr>
        <p:cNvPr id="1" name=""/>
        <p:cNvGrpSpPr/>
        <p:nvPr/>
      </p:nvGrpSpPr>
      <p:grpSpPr>
        <a:xfrm>
          <a:off x="0" y="0"/>
          <a:ext cx="0" cy="0"/>
          <a:chOff x="0" y="0"/>
          <a:chExt cx="0" cy="0"/>
        </a:xfrm>
      </p:grpSpPr>
      <p:sp>
        <p:nvSpPr>
          <p:cNvPr id="8" name="二等辺三角形 7"/>
          <p:cNvSpPr/>
          <p:nvPr userDrawn="1"/>
        </p:nvSpPr>
        <p:spPr>
          <a:xfrm rot="5400000">
            <a:off x="5739037" y="2784237"/>
            <a:ext cx="575609" cy="501001"/>
          </a:xfrm>
          <a:prstGeom prst="triangl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二等辺三角形 13"/>
          <p:cNvSpPr/>
          <p:nvPr userDrawn="1"/>
        </p:nvSpPr>
        <p:spPr>
          <a:xfrm rot="5400000">
            <a:off x="5739037" y="4121984"/>
            <a:ext cx="575609" cy="501001"/>
          </a:xfrm>
          <a:prstGeom prst="triangle">
            <a:avLst/>
          </a:pr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二等辺三角形 17"/>
          <p:cNvSpPr/>
          <p:nvPr userDrawn="1"/>
        </p:nvSpPr>
        <p:spPr>
          <a:xfrm rot="5400000">
            <a:off x="5739037" y="5459731"/>
            <a:ext cx="575609" cy="501001"/>
          </a:xfrm>
          <a:prstGeom prst="triangl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二等辺三角形 21"/>
          <p:cNvSpPr/>
          <p:nvPr userDrawn="1"/>
        </p:nvSpPr>
        <p:spPr>
          <a:xfrm rot="5400000">
            <a:off x="5739037" y="6797478"/>
            <a:ext cx="575609" cy="501001"/>
          </a:xfrm>
          <a:prstGeom prst="triangle">
            <a:avLst/>
          </a:pr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二等辺三角形 25"/>
          <p:cNvSpPr/>
          <p:nvPr userDrawn="1"/>
        </p:nvSpPr>
        <p:spPr>
          <a:xfrm rot="5400000">
            <a:off x="5739037" y="8135225"/>
            <a:ext cx="575609" cy="501001"/>
          </a:xfrm>
          <a:prstGeom prst="triangl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 name="テキスト プレースホルダー 5"/>
          <p:cNvSpPr>
            <a:spLocks noGrp="1"/>
          </p:cNvSpPr>
          <p:nvPr>
            <p:ph type="body" sz="quarter" idx="20" hasCustomPrompt="1"/>
          </p:nvPr>
        </p:nvSpPr>
        <p:spPr>
          <a:xfrm>
            <a:off x="1648022" y="2710891"/>
            <a:ext cx="4057317"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KEYWORD</a:t>
            </a:r>
            <a:endParaRPr kumimoji="1" lang="ja-JP" altLang="en-US" dirty="0"/>
          </a:p>
        </p:txBody>
      </p:sp>
      <p:sp>
        <p:nvSpPr>
          <p:cNvPr id="9" name="テキスト プレースホルダー 5"/>
          <p:cNvSpPr>
            <a:spLocks noGrp="1"/>
          </p:cNvSpPr>
          <p:nvPr>
            <p:ph type="body" sz="quarter" idx="21" hasCustomPrompt="1"/>
          </p:nvPr>
        </p:nvSpPr>
        <p:spPr>
          <a:xfrm>
            <a:off x="6529511" y="2512965"/>
            <a:ext cx="10458117" cy="1043545"/>
          </a:xfrm>
        </p:spPr>
        <p:txBody>
          <a:bodyPr anchor="ctr">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6" name="テキスト プレースホルダー 5"/>
          <p:cNvSpPr>
            <a:spLocks noGrp="1"/>
          </p:cNvSpPr>
          <p:nvPr>
            <p:ph type="body" sz="quarter" idx="22" hasCustomPrompt="1"/>
          </p:nvPr>
        </p:nvSpPr>
        <p:spPr>
          <a:xfrm>
            <a:off x="1648022" y="4048638"/>
            <a:ext cx="4057317"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KEYWORD</a:t>
            </a:r>
            <a:endParaRPr kumimoji="1" lang="ja-JP" altLang="en-US" dirty="0"/>
          </a:p>
        </p:txBody>
      </p:sp>
      <p:sp>
        <p:nvSpPr>
          <p:cNvPr id="17" name="テキスト プレースホルダー 5"/>
          <p:cNvSpPr>
            <a:spLocks noGrp="1"/>
          </p:cNvSpPr>
          <p:nvPr>
            <p:ph type="body" sz="quarter" idx="23" hasCustomPrompt="1"/>
          </p:nvPr>
        </p:nvSpPr>
        <p:spPr>
          <a:xfrm>
            <a:off x="6529511" y="3850712"/>
            <a:ext cx="10458117" cy="1043545"/>
          </a:xfrm>
        </p:spPr>
        <p:txBody>
          <a:bodyPr anchor="ctr">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0" name="テキスト プレースホルダー 5"/>
          <p:cNvSpPr>
            <a:spLocks noGrp="1"/>
          </p:cNvSpPr>
          <p:nvPr>
            <p:ph type="body" sz="quarter" idx="24" hasCustomPrompt="1"/>
          </p:nvPr>
        </p:nvSpPr>
        <p:spPr>
          <a:xfrm>
            <a:off x="1648022" y="5386385"/>
            <a:ext cx="4057317"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KEYWORD</a:t>
            </a:r>
            <a:endParaRPr kumimoji="1" lang="ja-JP" altLang="en-US" dirty="0"/>
          </a:p>
        </p:txBody>
      </p:sp>
      <p:sp>
        <p:nvSpPr>
          <p:cNvPr id="21" name="テキスト プレースホルダー 5"/>
          <p:cNvSpPr>
            <a:spLocks noGrp="1"/>
          </p:cNvSpPr>
          <p:nvPr>
            <p:ph type="body" sz="quarter" idx="25" hasCustomPrompt="1"/>
          </p:nvPr>
        </p:nvSpPr>
        <p:spPr>
          <a:xfrm>
            <a:off x="6529511" y="5188459"/>
            <a:ext cx="10458117" cy="1043545"/>
          </a:xfrm>
        </p:spPr>
        <p:txBody>
          <a:bodyPr anchor="ctr">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4" name="テキスト プレースホルダー 5"/>
          <p:cNvSpPr>
            <a:spLocks noGrp="1"/>
          </p:cNvSpPr>
          <p:nvPr>
            <p:ph type="body" sz="quarter" idx="26" hasCustomPrompt="1"/>
          </p:nvPr>
        </p:nvSpPr>
        <p:spPr>
          <a:xfrm>
            <a:off x="1648022" y="6724132"/>
            <a:ext cx="4057317"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KEYWORD</a:t>
            </a:r>
            <a:endParaRPr kumimoji="1" lang="ja-JP" altLang="en-US" dirty="0"/>
          </a:p>
        </p:txBody>
      </p:sp>
      <p:sp>
        <p:nvSpPr>
          <p:cNvPr id="25" name="テキスト プレースホルダー 5"/>
          <p:cNvSpPr>
            <a:spLocks noGrp="1"/>
          </p:cNvSpPr>
          <p:nvPr>
            <p:ph type="body" sz="quarter" idx="27" hasCustomPrompt="1"/>
          </p:nvPr>
        </p:nvSpPr>
        <p:spPr>
          <a:xfrm>
            <a:off x="6529511" y="6526206"/>
            <a:ext cx="10458117" cy="1043545"/>
          </a:xfrm>
        </p:spPr>
        <p:txBody>
          <a:bodyPr anchor="ctr">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8" name="テキスト プレースホルダー 5"/>
          <p:cNvSpPr>
            <a:spLocks noGrp="1"/>
          </p:cNvSpPr>
          <p:nvPr>
            <p:ph type="body" sz="quarter" idx="28" hasCustomPrompt="1"/>
          </p:nvPr>
        </p:nvSpPr>
        <p:spPr>
          <a:xfrm>
            <a:off x="1648022" y="8061879"/>
            <a:ext cx="4057317"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KEYWORD</a:t>
            </a:r>
            <a:endParaRPr kumimoji="1" lang="ja-JP" altLang="en-US" dirty="0"/>
          </a:p>
        </p:txBody>
      </p:sp>
      <p:sp>
        <p:nvSpPr>
          <p:cNvPr id="29" name="テキスト プレースホルダー 5"/>
          <p:cNvSpPr>
            <a:spLocks noGrp="1"/>
          </p:cNvSpPr>
          <p:nvPr>
            <p:ph type="body" sz="quarter" idx="29" hasCustomPrompt="1"/>
          </p:nvPr>
        </p:nvSpPr>
        <p:spPr>
          <a:xfrm>
            <a:off x="6529511" y="7863953"/>
            <a:ext cx="10458117" cy="1043545"/>
          </a:xfrm>
        </p:spPr>
        <p:txBody>
          <a:bodyPr anchor="ctr">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pic>
        <p:nvPicPr>
          <p:cNvPr id="7" name="図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94803" y="2343184"/>
            <a:ext cx="387425" cy="1383106"/>
          </a:xfrm>
          <a:prstGeom prst="rect">
            <a:avLst/>
          </a:prstGeom>
        </p:spPr>
      </p:pic>
      <p:pic>
        <p:nvPicPr>
          <p:cNvPr id="15" name="図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94803" y="3680931"/>
            <a:ext cx="387425" cy="1383106"/>
          </a:xfrm>
          <a:prstGeom prst="rect">
            <a:avLst/>
          </a:prstGeom>
        </p:spPr>
      </p:pic>
      <p:pic>
        <p:nvPicPr>
          <p:cNvPr id="19" name="図 1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94803" y="5018678"/>
            <a:ext cx="387425" cy="1383106"/>
          </a:xfrm>
          <a:prstGeom prst="rect">
            <a:avLst/>
          </a:prstGeom>
        </p:spPr>
      </p:pic>
      <p:pic>
        <p:nvPicPr>
          <p:cNvPr id="23" name="図 2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94803" y="6356425"/>
            <a:ext cx="387425" cy="1383106"/>
          </a:xfrm>
          <a:prstGeom prst="rect">
            <a:avLst/>
          </a:prstGeom>
        </p:spPr>
      </p:pic>
      <p:pic>
        <p:nvPicPr>
          <p:cNvPr id="27" name="図 2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94803" y="7694172"/>
            <a:ext cx="387425" cy="1383106"/>
          </a:xfrm>
          <a:prstGeom prst="rect">
            <a:avLst/>
          </a:prstGeom>
        </p:spPr>
      </p:pic>
    </p:spTree>
    <p:extLst>
      <p:ext uri="{BB962C8B-B14F-4D97-AF65-F5344CB8AC3E}">
        <p14:creationId xmlns:p14="http://schemas.microsoft.com/office/powerpoint/2010/main" val="2697537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8" decel="100000" fill="hold" grpId="0" nodeType="afterEffect">
                                  <p:stCondLst>
                                    <p:cond delay="25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250"/>
                            </p:stCondLst>
                            <p:childTnLst>
                              <p:par>
                                <p:cTn id="15" presetID="22" presetClass="entr" presetSubtype="1"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250"/>
                                        <p:tgtEl>
                                          <p:spTgt spid="7"/>
                                        </p:tgtEl>
                                      </p:cBhvr>
                                    </p:animEffect>
                                  </p:childTnLst>
                                </p:cTn>
                              </p:par>
                            </p:childTnLst>
                          </p:cTn>
                        </p:par>
                        <p:par>
                          <p:cTn id="18" fill="hold">
                            <p:stCondLst>
                              <p:cond delay="1500"/>
                            </p:stCondLst>
                            <p:childTnLst>
                              <p:par>
                                <p:cTn id="19" presetID="22" presetClass="entr" presetSubtype="8"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wipe(left)">
                                      <p:cBhvr>
                                        <p:cTn id="25" dur="500"/>
                                        <p:tgtEl>
                                          <p:spTgt spid="9">
                                            <p:txEl>
                                              <p:pRg st="0" end="0"/>
                                            </p:txEl>
                                          </p:spTgt>
                                        </p:tgtEl>
                                      </p:cBhvr>
                                    </p:animEffect>
                                  </p:childTnLst>
                                </p:cTn>
                              </p:par>
                            </p:childTnLst>
                          </p:cTn>
                        </p:par>
                        <p:par>
                          <p:cTn id="26" fill="hold">
                            <p:stCondLst>
                              <p:cond delay="2500"/>
                            </p:stCondLst>
                            <p:childTnLst>
                              <p:par>
                                <p:cTn id="27" presetID="2" presetClass="entr" presetSubtype="8" decel="100000" fill="hold" grpId="0" nodeType="afterEffect">
                                  <p:stCondLst>
                                    <p:cond delay="25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0-#ppt_w/2"/>
                                          </p:val>
                                        </p:tav>
                                        <p:tav tm="100000">
                                          <p:val>
                                            <p:strVal val="#ppt_x"/>
                                          </p:val>
                                        </p:tav>
                                      </p:tavLst>
                                    </p:anim>
                                    <p:anim calcmode="lin" valueType="num">
                                      <p:cBhvr additive="base">
                                        <p:cTn id="30" dur="500" fill="hold"/>
                                        <p:tgtEl>
                                          <p:spTgt spid="16"/>
                                        </p:tgtEl>
                                        <p:attrNameLst>
                                          <p:attrName>ppt_y</p:attrName>
                                        </p:attrNameLst>
                                      </p:cBhvr>
                                      <p:tavLst>
                                        <p:tav tm="0">
                                          <p:val>
                                            <p:strVal val="#ppt_y"/>
                                          </p:val>
                                        </p:tav>
                                        <p:tav tm="100000">
                                          <p:val>
                                            <p:strVal val="#ppt_y"/>
                                          </p:val>
                                        </p:tav>
                                      </p:tavLst>
                                    </p:anim>
                                  </p:childTnLst>
                                </p:cTn>
                              </p:par>
                            </p:childTnLst>
                          </p:cTn>
                        </p:par>
                        <p:par>
                          <p:cTn id="31" fill="hold">
                            <p:stCondLst>
                              <p:cond delay="3250"/>
                            </p:stCondLst>
                            <p:childTnLst>
                              <p:par>
                                <p:cTn id="32" presetID="22" presetClass="entr" presetSubtype="1" fill="hold"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up)">
                                      <p:cBhvr>
                                        <p:cTn id="34" dur="250"/>
                                        <p:tgtEl>
                                          <p:spTgt spid="15"/>
                                        </p:tgtEl>
                                      </p:cBhvr>
                                    </p:animEffect>
                                  </p:childTnLst>
                                </p:cTn>
                              </p:par>
                            </p:childTnLst>
                          </p:cTn>
                        </p:par>
                        <p:par>
                          <p:cTn id="35" fill="hold">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left)">
                                      <p:cBhvr>
                                        <p:cTn id="38" dur="500"/>
                                        <p:tgtEl>
                                          <p:spTgt spid="14"/>
                                        </p:tgtEl>
                                      </p:cBhvr>
                                    </p:animEffect>
                                  </p:childTnLst>
                                </p:cTn>
                              </p:par>
                            </p:childTnLst>
                          </p:cTn>
                        </p:par>
                        <p:par>
                          <p:cTn id="39" fill="hold">
                            <p:stCondLst>
                              <p:cond delay="4000"/>
                            </p:stCondLst>
                            <p:childTnLst>
                              <p:par>
                                <p:cTn id="40" presetID="22" presetClass="entr" presetSubtype="8" fill="hold" grpId="0" nodeType="afterEffect">
                                  <p:stCondLst>
                                    <p:cond delay="0"/>
                                  </p:stCondLst>
                                  <p:childTnLst>
                                    <p:set>
                                      <p:cBhvr>
                                        <p:cTn id="41" dur="1" fill="hold">
                                          <p:stCondLst>
                                            <p:cond delay="0"/>
                                          </p:stCondLst>
                                        </p:cTn>
                                        <p:tgtEl>
                                          <p:spTgt spid="17">
                                            <p:txEl>
                                              <p:pRg st="0" end="0"/>
                                            </p:txEl>
                                          </p:spTgt>
                                        </p:tgtEl>
                                        <p:attrNameLst>
                                          <p:attrName>style.visibility</p:attrName>
                                        </p:attrNameLst>
                                      </p:cBhvr>
                                      <p:to>
                                        <p:strVal val="visible"/>
                                      </p:to>
                                    </p:set>
                                    <p:animEffect transition="in" filter="wipe(left)">
                                      <p:cBhvr>
                                        <p:cTn id="42" dur="500"/>
                                        <p:tgtEl>
                                          <p:spTgt spid="17">
                                            <p:txEl>
                                              <p:pRg st="0" end="0"/>
                                            </p:txEl>
                                          </p:spTgt>
                                        </p:tgtEl>
                                      </p:cBhvr>
                                    </p:animEffect>
                                  </p:childTnLst>
                                </p:cTn>
                              </p:par>
                            </p:childTnLst>
                          </p:cTn>
                        </p:par>
                        <p:par>
                          <p:cTn id="43" fill="hold">
                            <p:stCondLst>
                              <p:cond delay="4500"/>
                            </p:stCondLst>
                            <p:childTnLst>
                              <p:par>
                                <p:cTn id="44" presetID="2" presetClass="entr" presetSubtype="8" decel="100000" fill="hold" grpId="0" nodeType="afterEffect">
                                  <p:stCondLst>
                                    <p:cond delay="250"/>
                                  </p:stCondLst>
                                  <p:childTnLst>
                                    <p:set>
                                      <p:cBhvr>
                                        <p:cTn id="45" dur="1" fill="hold">
                                          <p:stCondLst>
                                            <p:cond delay="0"/>
                                          </p:stCondLst>
                                        </p:cTn>
                                        <p:tgtEl>
                                          <p:spTgt spid="20"/>
                                        </p:tgtEl>
                                        <p:attrNameLst>
                                          <p:attrName>style.visibility</p:attrName>
                                        </p:attrNameLst>
                                      </p:cBhvr>
                                      <p:to>
                                        <p:strVal val="visible"/>
                                      </p:to>
                                    </p:set>
                                    <p:anim calcmode="lin" valueType="num">
                                      <p:cBhvr additive="base">
                                        <p:cTn id="46" dur="500" fill="hold"/>
                                        <p:tgtEl>
                                          <p:spTgt spid="20"/>
                                        </p:tgtEl>
                                        <p:attrNameLst>
                                          <p:attrName>ppt_x</p:attrName>
                                        </p:attrNameLst>
                                      </p:cBhvr>
                                      <p:tavLst>
                                        <p:tav tm="0">
                                          <p:val>
                                            <p:strVal val="0-#ppt_w/2"/>
                                          </p:val>
                                        </p:tav>
                                        <p:tav tm="100000">
                                          <p:val>
                                            <p:strVal val="#ppt_x"/>
                                          </p:val>
                                        </p:tav>
                                      </p:tavLst>
                                    </p:anim>
                                    <p:anim calcmode="lin" valueType="num">
                                      <p:cBhvr additive="base">
                                        <p:cTn id="47" dur="500" fill="hold"/>
                                        <p:tgtEl>
                                          <p:spTgt spid="20"/>
                                        </p:tgtEl>
                                        <p:attrNameLst>
                                          <p:attrName>ppt_y</p:attrName>
                                        </p:attrNameLst>
                                      </p:cBhvr>
                                      <p:tavLst>
                                        <p:tav tm="0">
                                          <p:val>
                                            <p:strVal val="#ppt_y"/>
                                          </p:val>
                                        </p:tav>
                                        <p:tav tm="100000">
                                          <p:val>
                                            <p:strVal val="#ppt_y"/>
                                          </p:val>
                                        </p:tav>
                                      </p:tavLst>
                                    </p:anim>
                                  </p:childTnLst>
                                </p:cTn>
                              </p:par>
                            </p:childTnLst>
                          </p:cTn>
                        </p:par>
                        <p:par>
                          <p:cTn id="48" fill="hold">
                            <p:stCondLst>
                              <p:cond delay="5250"/>
                            </p:stCondLst>
                            <p:childTnLst>
                              <p:par>
                                <p:cTn id="49" presetID="22" presetClass="entr" presetSubtype="1" fill="hold"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up)">
                                      <p:cBhvr>
                                        <p:cTn id="51" dur="250"/>
                                        <p:tgtEl>
                                          <p:spTgt spid="19"/>
                                        </p:tgtEl>
                                      </p:cBhvr>
                                    </p:animEffect>
                                  </p:childTnLst>
                                </p:cTn>
                              </p:par>
                            </p:childTnLst>
                          </p:cTn>
                        </p:par>
                        <p:par>
                          <p:cTn id="52" fill="hold">
                            <p:stCondLst>
                              <p:cond delay="5500"/>
                            </p:stCondLst>
                            <p:childTnLst>
                              <p:par>
                                <p:cTn id="53" presetID="22" presetClass="entr" presetSubtype="8" fill="hold" grpId="0" nodeType="after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left)">
                                      <p:cBhvr>
                                        <p:cTn id="55" dur="500"/>
                                        <p:tgtEl>
                                          <p:spTgt spid="18"/>
                                        </p:tgtEl>
                                      </p:cBhvr>
                                    </p:animEffect>
                                  </p:childTnLst>
                                </p:cTn>
                              </p:par>
                            </p:childTnLst>
                          </p:cTn>
                        </p:par>
                        <p:par>
                          <p:cTn id="56" fill="hold">
                            <p:stCondLst>
                              <p:cond delay="6000"/>
                            </p:stCondLst>
                            <p:childTnLst>
                              <p:par>
                                <p:cTn id="57" presetID="22" presetClass="entr" presetSubtype="8" fill="hold" grpId="0" nodeType="afterEffect">
                                  <p:stCondLst>
                                    <p:cond delay="0"/>
                                  </p:stCondLst>
                                  <p:childTnLst>
                                    <p:set>
                                      <p:cBhvr>
                                        <p:cTn id="58" dur="1" fill="hold">
                                          <p:stCondLst>
                                            <p:cond delay="0"/>
                                          </p:stCondLst>
                                        </p:cTn>
                                        <p:tgtEl>
                                          <p:spTgt spid="21">
                                            <p:txEl>
                                              <p:pRg st="0" end="0"/>
                                            </p:txEl>
                                          </p:spTgt>
                                        </p:tgtEl>
                                        <p:attrNameLst>
                                          <p:attrName>style.visibility</p:attrName>
                                        </p:attrNameLst>
                                      </p:cBhvr>
                                      <p:to>
                                        <p:strVal val="visible"/>
                                      </p:to>
                                    </p:set>
                                    <p:animEffect transition="in" filter="wipe(left)">
                                      <p:cBhvr>
                                        <p:cTn id="59" dur="500"/>
                                        <p:tgtEl>
                                          <p:spTgt spid="21">
                                            <p:txEl>
                                              <p:pRg st="0" end="0"/>
                                            </p:txEl>
                                          </p:spTgt>
                                        </p:tgtEl>
                                      </p:cBhvr>
                                    </p:animEffect>
                                  </p:childTnLst>
                                </p:cTn>
                              </p:par>
                            </p:childTnLst>
                          </p:cTn>
                        </p:par>
                        <p:par>
                          <p:cTn id="60" fill="hold">
                            <p:stCondLst>
                              <p:cond delay="6500"/>
                            </p:stCondLst>
                            <p:childTnLst>
                              <p:par>
                                <p:cTn id="61" presetID="2" presetClass="entr" presetSubtype="8" decel="100000" fill="hold" grpId="0" nodeType="afterEffect">
                                  <p:stCondLst>
                                    <p:cond delay="250"/>
                                  </p:stCondLst>
                                  <p:childTnLst>
                                    <p:set>
                                      <p:cBhvr>
                                        <p:cTn id="62" dur="1" fill="hold">
                                          <p:stCondLst>
                                            <p:cond delay="0"/>
                                          </p:stCondLst>
                                        </p:cTn>
                                        <p:tgtEl>
                                          <p:spTgt spid="24"/>
                                        </p:tgtEl>
                                        <p:attrNameLst>
                                          <p:attrName>style.visibility</p:attrName>
                                        </p:attrNameLst>
                                      </p:cBhvr>
                                      <p:to>
                                        <p:strVal val="visible"/>
                                      </p:to>
                                    </p:set>
                                    <p:anim calcmode="lin" valueType="num">
                                      <p:cBhvr additive="base">
                                        <p:cTn id="63" dur="500" fill="hold"/>
                                        <p:tgtEl>
                                          <p:spTgt spid="24"/>
                                        </p:tgtEl>
                                        <p:attrNameLst>
                                          <p:attrName>ppt_x</p:attrName>
                                        </p:attrNameLst>
                                      </p:cBhvr>
                                      <p:tavLst>
                                        <p:tav tm="0">
                                          <p:val>
                                            <p:strVal val="0-#ppt_w/2"/>
                                          </p:val>
                                        </p:tav>
                                        <p:tav tm="100000">
                                          <p:val>
                                            <p:strVal val="#ppt_x"/>
                                          </p:val>
                                        </p:tav>
                                      </p:tavLst>
                                    </p:anim>
                                    <p:anim calcmode="lin" valueType="num">
                                      <p:cBhvr additive="base">
                                        <p:cTn id="64" dur="500" fill="hold"/>
                                        <p:tgtEl>
                                          <p:spTgt spid="24"/>
                                        </p:tgtEl>
                                        <p:attrNameLst>
                                          <p:attrName>ppt_y</p:attrName>
                                        </p:attrNameLst>
                                      </p:cBhvr>
                                      <p:tavLst>
                                        <p:tav tm="0">
                                          <p:val>
                                            <p:strVal val="#ppt_y"/>
                                          </p:val>
                                        </p:tav>
                                        <p:tav tm="100000">
                                          <p:val>
                                            <p:strVal val="#ppt_y"/>
                                          </p:val>
                                        </p:tav>
                                      </p:tavLst>
                                    </p:anim>
                                  </p:childTnLst>
                                </p:cTn>
                              </p:par>
                            </p:childTnLst>
                          </p:cTn>
                        </p:par>
                        <p:par>
                          <p:cTn id="65" fill="hold">
                            <p:stCondLst>
                              <p:cond delay="7250"/>
                            </p:stCondLst>
                            <p:childTnLst>
                              <p:par>
                                <p:cTn id="66" presetID="22" presetClass="entr" presetSubtype="1" fill="hold" nodeType="after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up)">
                                      <p:cBhvr>
                                        <p:cTn id="68" dur="250"/>
                                        <p:tgtEl>
                                          <p:spTgt spid="23"/>
                                        </p:tgtEl>
                                      </p:cBhvr>
                                    </p:animEffect>
                                  </p:childTnLst>
                                </p:cTn>
                              </p:par>
                            </p:childTnLst>
                          </p:cTn>
                        </p:par>
                        <p:par>
                          <p:cTn id="69" fill="hold">
                            <p:stCondLst>
                              <p:cond delay="7500"/>
                            </p:stCondLst>
                            <p:childTnLst>
                              <p:par>
                                <p:cTn id="70" presetID="22" presetClass="entr" presetSubtype="8" fill="hold" grpId="0" nodeType="after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wipe(left)">
                                      <p:cBhvr>
                                        <p:cTn id="72" dur="500"/>
                                        <p:tgtEl>
                                          <p:spTgt spid="22"/>
                                        </p:tgtEl>
                                      </p:cBhvr>
                                    </p:animEffect>
                                  </p:childTnLst>
                                </p:cTn>
                              </p:par>
                            </p:childTnLst>
                          </p:cTn>
                        </p:par>
                        <p:par>
                          <p:cTn id="73" fill="hold">
                            <p:stCondLst>
                              <p:cond delay="8000"/>
                            </p:stCondLst>
                            <p:childTnLst>
                              <p:par>
                                <p:cTn id="74" presetID="22" presetClass="entr" presetSubtype="8" fill="hold" grpId="0" nodeType="afterEffect">
                                  <p:stCondLst>
                                    <p:cond delay="0"/>
                                  </p:stCondLst>
                                  <p:childTnLst>
                                    <p:set>
                                      <p:cBhvr>
                                        <p:cTn id="75" dur="1" fill="hold">
                                          <p:stCondLst>
                                            <p:cond delay="0"/>
                                          </p:stCondLst>
                                        </p:cTn>
                                        <p:tgtEl>
                                          <p:spTgt spid="25">
                                            <p:txEl>
                                              <p:pRg st="0" end="0"/>
                                            </p:txEl>
                                          </p:spTgt>
                                        </p:tgtEl>
                                        <p:attrNameLst>
                                          <p:attrName>style.visibility</p:attrName>
                                        </p:attrNameLst>
                                      </p:cBhvr>
                                      <p:to>
                                        <p:strVal val="visible"/>
                                      </p:to>
                                    </p:set>
                                    <p:animEffect transition="in" filter="wipe(left)">
                                      <p:cBhvr>
                                        <p:cTn id="76" dur="500"/>
                                        <p:tgtEl>
                                          <p:spTgt spid="25">
                                            <p:txEl>
                                              <p:pRg st="0" end="0"/>
                                            </p:txEl>
                                          </p:spTgt>
                                        </p:tgtEl>
                                      </p:cBhvr>
                                    </p:animEffect>
                                  </p:childTnLst>
                                </p:cTn>
                              </p:par>
                            </p:childTnLst>
                          </p:cTn>
                        </p:par>
                        <p:par>
                          <p:cTn id="77" fill="hold">
                            <p:stCondLst>
                              <p:cond delay="8500"/>
                            </p:stCondLst>
                            <p:childTnLst>
                              <p:par>
                                <p:cTn id="78" presetID="2" presetClass="entr" presetSubtype="8" decel="100000" fill="hold" grpId="0" nodeType="afterEffect">
                                  <p:stCondLst>
                                    <p:cond delay="250"/>
                                  </p:stCondLst>
                                  <p:childTnLst>
                                    <p:set>
                                      <p:cBhvr>
                                        <p:cTn id="79" dur="1" fill="hold">
                                          <p:stCondLst>
                                            <p:cond delay="0"/>
                                          </p:stCondLst>
                                        </p:cTn>
                                        <p:tgtEl>
                                          <p:spTgt spid="28"/>
                                        </p:tgtEl>
                                        <p:attrNameLst>
                                          <p:attrName>style.visibility</p:attrName>
                                        </p:attrNameLst>
                                      </p:cBhvr>
                                      <p:to>
                                        <p:strVal val="visible"/>
                                      </p:to>
                                    </p:set>
                                    <p:anim calcmode="lin" valueType="num">
                                      <p:cBhvr additive="base">
                                        <p:cTn id="80" dur="500" fill="hold"/>
                                        <p:tgtEl>
                                          <p:spTgt spid="28"/>
                                        </p:tgtEl>
                                        <p:attrNameLst>
                                          <p:attrName>ppt_x</p:attrName>
                                        </p:attrNameLst>
                                      </p:cBhvr>
                                      <p:tavLst>
                                        <p:tav tm="0">
                                          <p:val>
                                            <p:strVal val="0-#ppt_w/2"/>
                                          </p:val>
                                        </p:tav>
                                        <p:tav tm="100000">
                                          <p:val>
                                            <p:strVal val="#ppt_x"/>
                                          </p:val>
                                        </p:tav>
                                      </p:tavLst>
                                    </p:anim>
                                    <p:anim calcmode="lin" valueType="num">
                                      <p:cBhvr additive="base">
                                        <p:cTn id="81" dur="500" fill="hold"/>
                                        <p:tgtEl>
                                          <p:spTgt spid="28"/>
                                        </p:tgtEl>
                                        <p:attrNameLst>
                                          <p:attrName>ppt_y</p:attrName>
                                        </p:attrNameLst>
                                      </p:cBhvr>
                                      <p:tavLst>
                                        <p:tav tm="0">
                                          <p:val>
                                            <p:strVal val="#ppt_y"/>
                                          </p:val>
                                        </p:tav>
                                        <p:tav tm="100000">
                                          <p:val>
                                            <p:strVal val="#ppt_y"/>
                                          </p:val>
                                        </p:tav>
                                      </p:tavLst>
                                    </p:anim>
                                  </p:childTnLst>
                                </p:cTn>
                              </p:par>
                            </p:childTnLst>
                          </p:cTn>
                        </p:par>
                        <p:par>
                          <p:cTn id="82" fill="hold">
                            <p:stCondLst>
                              <p:cond delay="9250"/>
                            </p:stCondLst>
                            <p:childTnLst>
                              <p:par>
                                <p:cTn id="83" presetID="22" presetClass="entr" presetSubtype="1" fill="hold" nodeType="afterEffect">
                                  <p:stCondLst>
                                    <p:cond delay="0"/>
                                  </p:stCondLst>
                                  <p:childTnLst>
                                    <p:set>
                                      <p:cBhvr>
                                        <p:cTn id="84" dur="1" fill="hold">
                                          <p:stCondLst>
                                            <p:cond delay="0"/>
                                          </p:stCondLst>
                                        </p:cTn>
                                        <p:tgtEl>
                                          <p:spTgt spid="27"/>
                                        </p:tgtEl>
                                        <p:attrNameLst>
                                          <p:attrName>style.visibility</p:attrName>
                                        </p:attrNameLst>
                                      </p:cBhvr>
                                      <p:to>
                                        <p:strVal val="visible"/>
                                      </p:to>
                                    </p:set>
                                    <p:animEffect transition="in" filter="wipe(up)">
                                      <p:cBhvr>
                                        <p:cTn id="85" dur="250"/>
                                        <p:tgtEl>
                                          <p:spTgt spid="27"/>
                                        </p:tgtEl>
                                      </p:cBhvr>
                                    </p:animEffect>
                                  </p:childTnLst>
                                </p:cTn>
                              </p:par>
                            </p:childTnLst>
                          </p:cTn>
                        </p:par>
                        <p:par>
                          <p:cTn id="86" fill="hold">
                            <p:stCondLst>
                              <p:cond delay="9500"/>
                            </p:stCondLst>
                            <p:childTnLst>
                              <p:par>
                                <p:cTn id="87" presetID="22" presetClass="entr" presetSubtype="8" fill="hold" grpId="0" nodeType="after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wipe(left)">
                                      <p:cBhvr>
                                        <p:cTn id="89" dur="500"/>
                                        <p:tgtEl>
                                          <p:spTgt spid="26"/>
                                        </p:tgtEl>
                                      </p:cBhvr>
                                    </p:animEffect>
                                  </p:childTnLst>
                                </p:cTn>
                              </p:par>
                            </p:childTnLst>
                          </p:cTn>
                        </p:par>
                        <p:par>
                          <p:cTn id="90" fill="hold">
                            <p:stCondLst>
                              <p:cond delay="10000"/>
                            </p:stCondLst>
                            <p:childTnLst>
                              <p:par>
                                <p:cTn id="91" presetID="22" presetClass="entr" presetSubtype="8" fill="hold" grpId="0" nodeType="afterEffect">
                                  <p:stCondLst>
                                    <p:cond delay="0"/>
                                  </p:stCondLst>
                                  <p:childTnLst>
                                    <p:set>
                                      <p:cBhvr>
                                        <p:cTn id="92" dur="1" fill="hold">
                                          <p:stCondLst>
                                            <p:cond delay="0"/>
                                          </p:stCondLst>
                                        </p:cTn>
                                        <p:tgtEl>
                                          <p:spTgt spid="29">
                                            <p:txEl>
                                              <p:pRg st="0" end="0"/>
                                            </p:txEl>
                                          </p:spTgt>
                                        </p:tgtEl>
                                        <p:attrNameLst>
                                          <p:attrName>style.visibility</p:attrName>
                                        </p:attrNameLst>
                                      </p:cBhvr>
                                      <p:to>
                                        <p:strVal val="visible"/>
                                      </p:to>
                                    </p:set>
                                    <p:animEffect transition="in" filter="wipe(left)">
                                      <p:cBhvr>
                                        <p:cTn id="93"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18" grpId="0" animBg="1"/>
      <p:bldP spid="22" grpId="0" animBg="1"/>
      <p:bldP spid="26" grpId="0" animBg="1"/>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6" grpId="0">
        <p:tmplLst>
          <p:tmpl>
            <p:tnLst>
              <p:par>
                <p:cTn presetID="2" presetClass="entr" presetSubtype="8" decel="100000" fill="hold" nodeType="afterEffect">
                  <p:stCondLst>
                    <p:cond delay="25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0-#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9" grpId="0" build="p">
        <p:tmplLst>
          <p:tmpl lvl="1">
            <p:tnLst>
              <p:par>
                <p:cTn presetID="22" presetClass="entr" presetSubtype="8"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wipe(left)">
                      <p:cBhvr>
                        <p:cTn dur="500"/>
                        <p:tgtEl>
                          <p:spTgt spid="9"/>
                        </p:tgtEl>
                      </p:cBhvr>
                    </p:animEffect>
                  </p:childTnLst>
                </p:cTn>
              </p:par>
            </p:tnLst>
          </p:tmpl>
        </p:tmplLst>
      </p:bldP>
      <p:bldP spid="16" grpId="0">
        <p:tmplLst>
          <p:tmpl>
            <p:tnLst>
              <p:par>
                <p:cTn presetID="2" presetClass="entr" presetSubtype="8" decel="100000" fill="hold" nodeType="afterEffect">
                  <p:stCondLst>
                    <p:cond delay="25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0-#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17" grpId="0" build="p">
        <p:tmplLst>
          <p:tmpl lvl="1">
            <p:tnLst>
              <p:par>
                <p:cTn presetID="22" presetClass="entr" presetSubtype="8"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500"/>
                        <p:tgtEl>
                          <p:spTgt spid="17"/>
                        </p:tgtEl>
                      </p:cBhvr>
                    </p:animEffect>
                  </p:childTnLst>
                </p:cTn>
              </p:par>
            </p:tnLst>
          </p:tmpl>
        </p:tmplLst>
      </p:bldP>
      <p:bldP spid="20" grpId="0">
        <p:tmplLst>
          <p:tmpl>
            <p:tnLst>
              <p:par>
                <p:cTn presetID="2" presetClass="entr" presetSubtype="8" decel="100000" fill="hold" nodeType="afterEffect">
                  <p:stCondLst>
                    <p:cond delay="25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0-#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build="p">
        <p:tmplLst>
          <p:tmpl lvl="1">
            <p:tnLst>
              <p:par>
                <p:cTn presetID="22" presetClass="entr" presetSubtype="8"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wipe(left)">
                      <p:cBhvr>
                        <p:cTn dur="500"/>
                        <p:tgtEl>
                          <p:spTgt spid="21"/>
                        </p:tgtEl>
                      </p:cBhvr>
                    </p:animEffect>
                  </p:childTnLst>
                </p:cTn>
              </p:par>
            </p:tnLst>
          </p:tmpl>
        </p:tmplLst>
      </p:bldP>
      <p:bldP spid="24" grpId="0">
        <p:tmplLst>
          <p:tmpl>
            <p:tnLst>
              <p:par>
                <p:cTn presetID="2" presetClass="entr" presetSubtype="8" decel="100000" fill="hold" nodeType="afterEffect">
                  <p:stCondLst>
                    <p:cond delay="25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0-#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P spid="25" grpId="0" build="p">
        <p:tmplLst>
          <p:tmpl lvl="1">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P spid="28" grpId="0">
        <p:tmplLst>
          <p:tmpl>
            <p:tnLst>
              <p:par>
                <p:cTn presetID="2" presetClass="entr" presetSubtype="8" decel="100000" fill="hold" nodeType="afterEffect">
                  <p:stCondLst>
                    <p:cond delay="25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0-#ppt_w/2"/>
                          </p:val>
                        </p:tav>
                        <p:tav tm="100000">
                          <p:val>
                            <p:strVal val="#ppt_x"/>
                          </p:val>
                        </p:tav>
                      </p:tavLst>
                    </p:anim>
                    <p:anim calcmode="lin" valueType="num">
                      <p:cBhvr additive="base">
                        <p:cTn dur="500" fill="hold"/>
                        <p:tgtEl>
                          <p:spTgt spid="28"/>
                        </p:tgtEl>
                        <p:attrNameLst>
                          <p:attrName>ppt_y</p:attrName>
                        </p:attrNameLst>
                      </p:cBhvr>
                      <p:tavLst>
                        <p:tav tm="0">
                          <p:val>
                            <p:strVal val="#ppt_y"/>
                          </p:val>
                        </p:tav>
                        <p:tav tm="100000">
                          <p:val>
                            <p:strVal val="#ppt_y"/>
                          </p:val>
                        </p:tav>
                      </p:tavLst>
                    </p:anim>
                  </p:childTnLst>
                </p:cTn>
              </p:par>
            </p:tnLst>
          </p:tmpl>
        </p:tmplLst>
      </p:bldP>
      <p:bldP spid="29" grpId="0" build="p">
        <p:tmplLst>
          <p:tmpl lvl="1">
            <p:tnLst>
              <p:par>
                <p:cTn presetID="22" presetClass="entr" presetSubtype="8"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left)">
                      <p:cBhvr>
                        <p:cTn dur="500"/>
                        <p:tgtEl>
                          <p:spTgt spid="29"/>
                        </p:tgtEl>
                      </p:cBhvr>
                    </p:animEffect>
                  </p:childTnLst>
                </p:cTn>
              </p:par>
            </p:tnLst>
          </p:tmpl>
        </p:tmplLst>
      </p:bldP>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 Features">
    <p:spTree>
      <p:nvGrpSpPr>
        <p:cNvPr id="1" name=""/>
        <p:cNvGrpSpPr/>
        <p:nvPr/>
      </p:nvGrpSpPr>
      <p:grpSpPr>
        <a:xfrm>
          <a:off x="0" y="0"/>
          <a:ext cx="0" cy="0"/>
          <a:chOff x="0" y="0"/>
          <a:chExt cx="0" cy="0"/>
        </a:xfrm>
      </p:grpSpPr>
      <p:sp>
        <p:nvSpPr>
          <p:cNvPr id="27" name="正方形/長方形 26"/>
          <p:cNvSpPr/>
          <p:nvPr userDrawn="1"/>
        </p:nvSpPr>
        <p:spPr>
          <a:xfrm>
            <a:off x="-43542" y="2314575"/>
            <a:ext cx="18396000" cy="5243513"/>
          </a:xfrm>
          <a:prstGeom prst="rect">
            <a:avLst/>
          </a:pr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cxnSp>
        <p:nvCxnSpPr>
          <p:cNvPr id="28" name="直線コネクタ 27"/>
          <p:cNvCxnSpPr/>
          <p:nvPr userDrawn="1"/>
        </p:nvCxnSpPr>
        <p:spPr>
          <a:xfrm>
            <a:off x="0" y="2481942"/>
            <a:ext cx="1829117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 name="円/楕円 5"/>
          <p:cNvSpPr/>
          <p:nvPr userDrawn="1"/>
        </p:nvSpPr>
        <p:spPr>
          <a:xfrm>
            <a:off x="914558" y="2825104"/>
            <a:ext cx="1372976" cy="1372976"/>
          </a:xfrm>
          <a:prstGeom prst="ellipse">
            <a:avLst/>
          </a:prstGeom>
          <a:blipFill dpi="0" rotWithShape="1">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p:cNvSpPr/>
          <p:nvPr userDrawn="1"/>
        </p:nvSpPr>
        <p:spPr>
          <a:xfrm>
            <a:off x="1079046" y="2989592"/>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図プレースホルダー 7"/>
          <p:cNvSpPr>
            <a:spLocks noGrp="1"/>
          </p:cNvSpPr>
          <p:nvPr>
            <p:ph type="pic" sz="quarter" idx="12" hasCustomPrompt="1"/>
          </p:nvPr>
        </p:nvSpPr>
        <p:spPr>
          <a:xfrm>
            <a:off x="1296307" y="3206853"/>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9" name="テキスト プレースホルダー 5"/>
          <p:cNvSpPr>
            <a:spLocks noGrp="1"/>
          </p:cNvSpPr>
          <p:nvPr>
            <p:ph type="body" sz="quarter" idx="14" hasCustomPrompt="1"/>
          </p:nvPr>
        </p:nvSpPr>
        <p:spPr>
          <a:xfrm>
            <a:off x="2271727" y="3825913"/>
            <a:ext cx="6599483" cy="1085230"/>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0" name="テキスト プレースホルダー 5"/>
          <p:cNvSpPr>
            <a:spLocks noGrp="1"/>
          </p:cNvSpPr>
          <p:nvPr>
            <p:ph type="body" sz="quarter" idx="15" hasCustomPrompt="1"/>
          </p:nvPr>
        </p:nvSpPr>
        <p:spPr>
          <a:xfrm>
            <a:off x="2270250" y="3187745"/>
            <a:ext cx="6603461"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11" name="円/楕円 10"/>
          <p:cNvSpPr/>
          <p:nvPr userDrawn="1"/>
        </p:nvSpPr>
        <p:spPr>
          <a:xfrm>
            <a:off x="9208756" y="2825104"/>
            <a:ext cx="1372976" cy="1372976"/>
          </a:xfrm>
          <a:prstGeom prst="ellipse">
            <a:avLst/>
          </a:pr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11"/>
          <p:cNvSpPr/>
          <p:nvPr userDrawn="1"/>
        </p:nvSpPr>
        <p:spPr>
          <a:xfrm>
            <a:off x="9373245" y="2989592"/>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図プレースホルダー 7"/>
          <p:cNvSpPr>
            <a:spLocks noGrp="1"/>
          </p:cNvSpPr>
          <p:nvPr>
            <p:ph type="pic" sz="quarter" idx="23" hasCustomPrompt="1"/>
          </p:nvPr>
        </p:nvSpPr>
        <p:spPr>
          <a:xfrm>
            <a:off x="9590506" y="3206853"/>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14" name="テキスト プレースホルダー 5"/>
          <p:cNvSpPr>
            <a:spLocks noGrp="1"/>
          </p:cNvSpPr>
          <p:nvPr>
            <p:ph type="body" sz="quarter" idx="24" hasCustomPrompt="1"/>
          </p:nvPr>
        </p:nvSpPr>
        <p:spPr>
          <a:xfrm>
            <a:off x="10564755" y="3825913"/>
            <a:ext cx="6599483" cy="1085230"/>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5" name="テキスト プレースホルダー 5"/>
          <p:cNvSpPr>
            <a:spLocks noGrp="1"/>
          </p:cNvSpPr>
          <p:nvPr>
            <p:ph type="body" sz="quarter" idx="25" hasCustomPrompt="1"/>
          </p:nvPr>
        </p:nvSpPr>
        <p:spPr>
          <a:xfrm>
            <a:off x="10563278" y="3187745"/>
            <a:ext cx="6603461"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16" name="円/楕円 15"/>
          <p:cNvSpPr/>
          <p:nvPr userDrawn="1"/>
        </p:nvSpPr>
        <p:spPr>
          <a:xfrm>
            <a:off x="914558" y="4862822"/>
            <a:ext cx="1372976" cy="1372976"/>
          </a:xfrm>
          <a:prstGeom prst="ellipse">
            <a:avLst/>
          </a:prstGeom>
          <a:blipFill dpi="0" rotWithShape="1">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6"/>
          <p:cNvSpPr/>
          <p:nvPr userDrawn="1"/>
        </p:nvSpPr>
        <p:spPr>
          <a:xfrm>
            <a:off x="1079046" y="5027310"/>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図プレースホルダー 7"/>
          <p:cNvSpPr>
            <a:spLocks noGrp="1"/>
          </p:cNvSpPr>
          <p:nvPr>
            <p:ph type="pic" sz="quarter" idx="26" hasCustomPrompt="1"/>
          </p:nvPr>
        </p:nvSpPr>
        <p:spPr>
          <a:xfrm>
            <a:off x="1296307" y="5244571"/>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19" name="テキスト プレースホルダー 5"/>
          <p:cNvSpPr>
            <a:spLocks noGrp="1"/>
          </p:cNvSpPr>
          <p:nvPr>
            <p:ph type="body" sz="quarter" idx="27" hasCustomPrompt="1"/>
          </p:nvPr>
        </p:nvSpPr>
        <p:spPr>
          <a:xfrm>
            <a:off x="2271727" y="5863631"/>
            <a:ext cx="6599483" cy="1085230"/>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0" name="テキスト プレースホルダー 5"/>
          <p:cNvSpPr>
            <a:spLocks noGrp="1"/>
          </p:cNvSpPr>
          <p:nvPr>
            <p:ph type="body" sz="quarter" idx="28" hasCustomPrompt="1"/>
          </p:nvPr>
        </p:nvSpPr>
        <p:spPr>
          <a:xfrm>
            <a:off x="2270250" y="5225463"/>
            <a:ext cx="6603461"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1" name="円/楕円 20"/>
          <p:cNvSpPr/>
          <p:nvPr userDrawn="1"/>
        </p:nvSpPr>
        <p:spPr>
          <a:xfrm>
            <a:off x="9208756" y="4862822"/>
            <a:ext cx="1372976" cy="1372976"/>
          </a:xfrm>
          <a:prstGeom prst="ellipse">
            <a:avLst/>
          </a:pr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21"/>
          <p:cNvSpPr/>
          <p:nvPr userDrawn="1"/>
        </p:nvSpPr>
        <p:spPr>
          <a:xfrm>
            <a:off x="9373245" y="5027310"/>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図プレースホルダー 7"/>
          <p:cNvSpPr>
            <a:spLocks noGrp="1"/>
          </p:cNvSpPr>
          <p:nvPr>
            <p:ph type="pic" sz="quarter" idx="29" hasCustomPrompt="1"/>
          </p:nvPr>
        </p:nvSpPr>
        <p:spPr>
          <a:xfrm>
            <a:off x="9590506" y="5244571"/>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24" name="テキスト プレースホルダー 5"/>
          <p:cNvSpPr>
            <a:spLocks noGrp="1"/>
          </p:cNvSpPr>
          <p:nvPr>
            <p:ph type="body" sz="quarter" idx="30" hasCustomPrompt="1"/>
          </p:nvPr>
        </p:nvSpPr>
        <p:spPr>
          <a:xfrm>
            <a:off x="10564755" y="5863631"/>
            <a:ext cx="6599483" cy="1085230"/>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5" name="テキスト プレースホルダー 5"/>
          <p:cNvSpPr>
            <a:spLocks noGrp="1"/>
          </p:cNvSpPr>
          <p:nvPr>
            <p:ph type="body" sz="quarter" idx="31" hasCustomPrompt="1"/>
          </p:nvPr>
        </p:nvSpPr>
        <p:spPr>
          <a:xfrm>
            <a:off x="10563278" y="5225463"/>
            <a:ext cx="6603461"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6" name="テキスト プレースホルダー 5"/>
          <p:cNvSpPr>
            <a:spLocks noGrp="1"/>
          </p:cNvSpPr>
          <p:nvPr>
            <p:ph type="body" sz="quarter" idx="32" hasCustomPrompt="1"/>
          </p:nvPr>
        </p:nvSpPr>
        <p:spPr>
          <a:xfrm>
            <a:off x="1137443" y="7615241"/>
            <a:ext cx="16016288" cy="1543272"/>
          </a:xfrm>
        </p:spPr>
        <p:txBody>
          <a:bodyPr anchor="ctr">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cxnSp>
        <p:nvCxnSpPr>
          <p:cNvPr id="29" name="直線コネクタ 28"/>
          <p:cNvCxnSpPr/>
          <p:nvPr userDrawn="1"/>
        </p:nvCxnSpPr>
        <p:spPr>
          <a:xfrm>
            <a:off x="0" y="7389222"/>
            <a:ext cx="1829117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484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6" presetClass="entr" presetSubtype="37" fill="hold" grpId="0" nodeType="after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barn(outVertical)">
                                      <p:cBhvr>
                                        <p:cTn id="12" dur="500"/>
                                        <p:tgtEl>
                                          <p:spTgt spid="27"/>
                                        </p:tgtEl>
                                      </p:cBhvr>
                                    </p:animEffect>
                                  </p:childTnLst>
                                </p:cTn>
                              </p:par>
                              <p:par>
                                <p:cTn id="13" presetID="22" presetClass="entr" presetSubtype="8" fill="hold" nodeType="withEffect">
                                  <p:stCondLst>
                                    <p:cond delay="250"/>
                                  </p:stCondLst>
                                  <p:childTnLst>
                                    <p:set>
                                      <p:cBhvr>
                                        <p:cTn id="14" dur="1" fill="hold">
                                          <p:stCondLst>
                                            <p:cond delay="0"/>
                                          </p:stCondLst>
                                        </p:cTn>
                                        <p:tgtEl>
                                          <p:spTgt spid="28"/>
                                        </p:tgtEl>
                                        <p:attrNameLst>
                                          <p:attrName>style.visibility</p:attrName>
                                        </p:attrNameLst>
                                      </p:cBhvr>
                                      <p:to>
                                        <p:strVal val="visible"/>
                                      </p:to>
                                    </p:set>
                                    <p:animEffect transition="in" filter="wipe(left)">
                                      <p:cBhvr>
                                        <p:cTn id="15" dur="1000"/>
                                        <p:tgtEl>
                                          <p:spTgt spid="28"/>
                                        </p:tgtEl>
                                      </p:cBhvr>
                                    </p:animEffect>
                                  </p:childTnLst>
                                </p:cTn>
                              </p:par>
                              <p:par>
                                <p:cTn id="16" presetID="22" presetClass="entr" presetSubtype="2" fill="hold" nodeType="withEffect">
                                  <p:stCondLst>
                                    <p:cond delay="250"/>
                                  </p:stCondLst>
                                  <p:childTnLst>
                                    <p:set>
                                      <p:cBhvr>
                                        <p:cTn id="17" dur="1" fill="hold">
                                          <p:stCondLst>
                                            <p:cond delay="0"/>
                                          </p:stCondLst>
                                        </p:cTn>
                                        <p:tgtEl>
                                          <p:spTgt spid="29"/>
                                        </p:tgtEl>
                                        <p:attrNameLst>
                                          <p:attrName>style.visibility</p:attrName>
                                        </p:attrNameLst>
                                      </p:cBhvr>
                                      <p:to>
                                        <p:strVal val="visible"/>
                                      </p:to>
                                    </p:set>
                                    <p:animEffect transition="in" filter="wipe(right)">
                                      <p:cBhvr>
                                        <p:cTn id="18" dur="1000"/>
                                        <p:tgtEl>
                                          <p:spTgt spid="29"/>
                                        </p:tgtEl>
                                      </p:cBhvr>
                                    </p:animEffect>
                                  </p:childTnLst>
                                </p:cTn>
                              </p:par>
                            </p:childTnLst>
                          </p:cTn>
                        </p:par>
                        <p:par>
                          <p:cTn id="19" fill="hold">
                            <p:stCondLst>
                              <p:cond delay="1750"/>
                            </p:stCondLst>
                            <p:childTnLst>
                              <p:par>
                                <p:cTn id="20" presetID="2" presetClass="entr" presetSubtype="4" decel="10000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par>
                          <p:cTn id="24" fill="hold">
                            <p:stCondLst>
                              <p:cond delay="2250"/>
                            </p:stCondLst>
                            <p:childTnLst>
                              <p:par>
                                <p:cTn id="25" presetID="21" presetClass="entr" presetSubtype="1"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heel(1)">
                                      <p:cBhvr>
                                        <p:cTn id="27" dur="1000"/>
                                        <p:tgtEl>
                                          <p:spTgt spid="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childTnLst>
                                </p:cTn>
                              </p:par>
                            </p:childTnLst>
                          </p:cTn>
                        </p:par>
                        <p:par>
                          <p:cTn id="31" fill="hold">
                            <p:stCondLst>
                              <p:cond delay="3250"/>
                            </p:stCondLst>
                            <p:childTnLst>
                              <p:par>
                                <p:cTn id="32" presetID="2" presetClass="entr" presetSubtype="4" decel="100000" fill="hold" grpId="0" nodeType="afterEffect">
                                  <p:stCondLst>
                                    <p:cond delay="0"/>
                                  </p:stCondLst>
                                  <p:childTnLst>
                                    <p:set>
                                      <p:cBhvr>
                                        <p:cTn id="33" dur="1" fill="hold">
                                          <p:stCondLst>
                                            <p:cond delay="0"/>
                                          </p:stCondLst>
                                        </p:cTn>
                                        <p:tgtEl>
                                          <p:spTgt spid="10">
                                            <p:txEl>
                                              <p:pRg st="0" end="0"/>
                                            </p:txEl>
                                          </p:spTgt>
                                        </p:tgtEl>
                                        <p:attrNameLst>
                                          <p:attrName>style.visibility</p:attrName>
                                        </p:attrNameLst>
                                      </p:cBhvr>
                                      <p:to>
                                        <p:strVal val="visible"/>
                                      </p:to>
                                    </p:set>
                                    <p:anim calcmode="lin" valueType="num">
                                      <p:cBhvr additive="base">
                                        <p:cTn id="34"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par>
                          <p:cTn id="36" fill="hold">
                            <p:stCondLst>
                              <p:cond delay="3750"/>
                            </p:stCondLst>
                            <p:childTnLst>
                              <p:par>
                                <p:cTn id="37" presetID="22" presetClass="entr" presetSubtype="8" fill="hold" grpId="0" nodeType="after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animEffect transition="in" filter="wipe(left)">
                                      <p:cBhvr>
                                        <p:cTn id="39" dur="500"/>
                                        <p:tgtEl>
                                          <p:spTgt spid="9">
                                            <p:txEl>
                                              <p:pRg st="0" end="0"/>
                                            </p:txEl>
                                          </p:spTgt>
                                        </p:tgtEl>
                                      </p:cBhvr>
                                    </p:animEffect>
                                  </p:childTnLst>
                                </p:cTn>
                              </p:par>
                            </p:childTnLst>
                          </p:cTn>
                        </p:par>
                        <p:par>
                          <p:cTn id="40" fill="hold">
                            <p:stCondLst>
                              <p:cond delay="4250"/>
                            </p:stCondLst>
                            <p:childTnLst>
                              <p:par>
                                <p:cTn id="41" presetID="2" presetClass="entr" presetSubtype="4" decel="100000"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par>
                          <p:cTn id="45" fill="hold">
                            <p:stCondLst>
                              <p:cond delay="4750"/>
                            </p:stCondLst>
                            <p:childTnLst>
                              <p:par>
                                <p:cTn id="46" presetID="21" presetClass="entr" presetSubtype="1" fill="hold" grpId="0" nodeType="after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wheel(1)">
                                      <p:cBhvr>
                                        <p:cTn id="48" dur="1000"/>
                                        <p:tgtEl>
                                          <p:spTgt spid="1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childTnLst>
                                </p:cTn>
                              </p:par>
                            </p:childTnLst>
                          </p:cTn>
                        </p:par>
                        <p:par>
                          <p:cTn id="52" fill="hold">
                            <p:stCondLst>
                              <p:cond delay="5750"/>
                            </p:stCondLst>
                            <p:childTnLst>
                              <p:par>
                                <p:cTn id="53" presetID="2" presetClass="entr" presetSubtype="4" decel="100000" fill="hold" grpId="0" nodeType="afterEffect">
                                  <p:stCondLst>
                                    <p:cond delay="0"/>
                                  </p:stCondLst>
                                  <p:childTnLst>
                                    <p:set>
                                      <p:cBhvr>
                                        <p:cTn id="54" dur="1" fill="hold">
                                          <p:stCondLst>
                                            <p:cond delay="0"/>
                                          </p:stCondLst>
                                        </p:cTn>
                                        <p:tgtEl>
                                          <p:spTgt spid="15">
                                            <p:txEl>
                                              <p:pRg st="0" end="0"/>
                                            </p:txEl>
                                          </p:spTgt>
                                        </p:tgtEl>
                                        <p:attrNameLst>
                                          <p:attrName>style.visibility</p:attrName>
                                        </p:attrNameLst>
                                      </p:cBhvr>
                                      <p:to>
                                        <p:strVal val="visible"/>
                                      </p:to>
                                    </p:set>
                                    <p:anim calcmode="lin" valueType="num">
                                      <p:cBhvr additive="base">
                                        <p:cTn id="55"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par>
                          <p:cTn id="57" fill="hold">
                            <p:stCondLst>
                              <p:cond delay="6250"/>
                            </p:stCondLst>
                            <p:childTnLst>
                              <p:par>
                                <p:cTn id="58" presetID="22" presetClass="entr" presetSubtype="8" fill="hold" grpId="0" nodeType="afterEffect">
                                  <p:stCondLst>
                                    <p:cond delay="0"/>
                                  </p:stCondLst>
                                  <p:childTnLst>
                                    <p:set>
                                      <p:cBhvr>
                                        <p:cTn id="59" dur="1" fill="hold">
                                          <p:stCondLst>
                                            <p:cond delay="0"/>
                                          </p:stCondLst>
                                        </p:cTn>
                                        <p:tgtEl>
                                          <p:spTgt spid="14">
                                            <p:txEl>
                                              <p:pRg st="0" end="0"/>
                                            </p:txEl>
                                          </p:spTgt>
                                        </p:tgtEl>
                                        <p:attrNameLst>
                                          <p:attrName>style.visibility</p:attrName>
                                        </p:attrNameLst>
                                      </p:cBhvr>
                                      <p:to>
                                        <p:strVal val="visible"/>
                                      </p:to>
                                    </p:set>
                                    <p:animEffect transition="in" filter="wipe(left)">
                                      <p:cBhvr>
                                        <p:cTn id="60" dur="500"/>
                                        <p:tgtEl>
                                          <p:spTgt spid="14">
                                            <p:txEl>
                                              <p:pRg st="0" end="0"/>
                                            </p:txEl>
                                          </p:spTgt>
                                        </p:tgtEl>
                                      </p:cBhvr>
                                    </p:animEffect>
                                  </p:childTnLst>
                                </p:cTn>
                              </p:par>
                            </p:childTnLst>
                          </p:cTn>
                        </p:par>
                        <p:par>
                          <p:cTn id="61" fill="hold">
                            <p:stCondLst>
                              <p:cond delay="6750"/>
                            </p:stCondLst>
                            <p:childTnLst>
                              <p:par>
                                <p:cTn id="62" presetID="2" presetClass="entr" presetSubtype="4" decel="100000" fill="hold" grpId="0" nodeType="after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additive="base">
                                        <p:cTn id="64" dur="500" fill="hold"/>
                                        <p:tgtEl>
                                          <p:spTgt spid="16"/>
                                        </p:tgtEl>
                                        <p:attrNameLst>
                                          <p:attrName>ppt_x</p:attrName>
                                        </p:attrNameLst>
                                      </p:cBhvr>
                                      <p:tavLst>
                                        <p:tav tm="0">
                                          <p:val>
                                            <p:strVal val="#ppt_x"/>
                                          </p:val>
                                        </p:tav>
                                        <p:tav tm="100000">
                                          <p:val>
                                            <p:strVal val="#ppt_x"/>
                                          </p:val>
                                        </p:tav>
                                      </p:tavLst>
                                    </p:anim>
                                    <p:anim calcmode="lin" valueType="num">
                                      <p:cBhvr additive="base">
                                        <p:cTn id="65" dur="500" fill="hold"/>
                                        <p:tgtEl>
                                          <p:spTgt spid="16"/>
                                        </p:tgtEl>
                                        <p:attrNameLst>
                                          <p:attrName>ppt_y</p:attrName>
                                        </p:attrNameLst>
                                      </p:cBhvr>
                                      <p:tavLst>
                                        <p:tav tm="0">
                                          <p:val>
                                            <p:strVal val="1+#ppt_h/2"/>
                                          </p:val>
                                        </p:tav>
                                        <p:tav tm="100000">
                                          <p:val>
                                            <p:strVal val="#ppt_y"/>
                                          </p:val>
                                        </p:tav>
                                      </p:tavLst>
                                    </p:anim>
                                  </p:childTnLst>
                                </p:cTn>
                              </p:par>
                            </p:childTnLst>
                          </p:cTn>
                        </p:par>
                        <p:par>
                          <p:cTn id="66" fill="hold">
                            <p:stCondLst>
                              <p:cond delay="7250"/>
                            </p:stCondLst>
                            <p:childTnLst>
                              <p:par>
                                <p:cTn id="67" presetID="21" presetClass="entr" presetSubtype="1" fill="hold" grpId="0"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heel(1)">
                                      <p:cBhvr>
                                        <p:cTn id="69" dur="1000"/>
                                        <p:tgtEl>
                                          <p:spTgt spid="1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1000"/>
                                        <p:tgtEl>
                                          <p:spTgt spid="18"/>
                                        </p:tgtEl>
                                      </p:cBhvr>
                                    </p:animEffect>
                                  </p:childTnLst>
                                </p:cTn>
                              </p:par>
                            </p:childTnLst>
                          </p:cTn>
                        </p:par>
                        <p:par>
                          <p:cTn id="73" fill="hold">
                            <p:stCondLst>
                              <p:cond delay="8250"/>
                            </p:stCondLst>
                            <p:childTnLst>
                              <p:par>
                                <p:cTn id="74" presetID="2" presetClass="entr" presetSubtype="4" decel="100000" fill="hold" grpId="0" nodeType="afterEffect">
                                  <p:stCondLst>
                                    <p:cond delay="0"/>
                                  </p:stCondLst>
                                  <p:childTnLst>
                                    <p:set>
                                      <p:cBhvr>
                                        <p:cTn id="75" dur="1" fill="hold">
                                          <p:stCondLst>
                                            <p:cond delay="0"/>
                                          </p:stCondLst>
                                        </p:cTn>
                                        <p:tgtEl>
                                          <p:spTgt spid="20">
                                            <p:txEl>
                                              <p:pRg st="0" end="0"/>
                                            </p:txEl>
                                          </p:spTgt>
                                        </p:tgtEl>
                                        <p:attrNameLst>
                                          <p:attrName>style.visibility</p:attrName>
                                        </p:attrNameLst>
                                      </p:cBhvr>
                                      <p:to>
                                        <p:strVal val="visible"/>
                                      </p:to>
                                    </p:set>
                                    <p:anim calcmode="lin" valueType="num">
                                      <p:cBhvr additive="base">
                                        <p:cTn id="76"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par>
                          <p:cTn id="78" fill="hold">
                            <p:stCondLst>
                              <p:cond delay="8750"/>
                            </p:stCondLst>
                            <p:childTnLst>
                              <p:par>
                                <p:cTn id="79" presetID="22" presetClass="entr" presetSubtype="8" fill="hold" grpId="0" nodeType="afterEffect">
                                  <p:stCondLst>
                                    <p:cond delay="0"/>
                                  </p:stCondLst>
                                  <p:childTnLst>
                                    <p:set>
                                      <p:cBhvr>
                                        <p:cTn id="80" dur="1" fill="hold">
                                          <p:stCondLst>
                                            <p:cond delay="0"/>
                                          </p:stCondLst>
                                        </p:cTn>
                                        <p:tgtEl>
                                          <p:spTgt spid="19">
                                            <p:txEl>
                                              <p:pRg st="0" end="0"/>
                                            </p:txEl>
                                          </p:spTgt>
                                        </p:tgtEl>
                                        <p:attrNameLst>
                                          <p:attrName>style.visibility</p:attrName>
                                        </p:attrNameLst>
                                      </p:cBhvr>
                                      <p:to>
                                        <p:strVal val="visible"/>
                                      </p:to>
                                    </p:set>
                                    <p:animEffect transition="in" filter="wipe(left)">
                                      <p:cBhvr>
                                        <p:cTn id="81" dur="500"/>
                                        <p:tgtEl>
                                          <p:spTgt spid="19">
                                            <p:txEl>
                                              <p:pRg st="0" end="0"/>
                                            </p:txEl>
                                          </p:spTgt>
                                        </p:tgtEl>
                                      </p:cBhvr>
                                    </p:animEffect>
                                  </p:childTnLst>
                                </p:cTn>
                              </p:par>
                            </p:childTnLst>
                          </p:cTn>
                        </p:par>
                        <p:par>
                          <p:cTn id="82" fill="hold">
                            <p:stCondLst>
                              <p:cond delay="9250"/>
                            </p:stCondLst>
                            <p:childTnLst>
                              <p:par>
                                <p:cTn id="83" presetID="2" presetClass="entr" presetSubtype="4" decel="100000" fill="hold" grpId="0" nodeType="afterEffect">
                                  <p:stCondLst>
                                    <p:cond delay="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500" fill="hold"/>
                                        <p:tgtEl>
                                          <p:spTgt spid="21"/>
                                        </p:tgtEl>
                                        <p:attrNameLst>
                                          <p:attrName>ppt_x</p:attrName>
                                        </p:attrNameLst>
                                      </p:cBhvr>
                                      <p:tavLst>
                                        <p:tav tm="0">
                                          <p:val>
                                            <p:strVal val="#ppt_x"/>
                                          </p:val>
                                        </p:tav>
                                        <p:tav tm="100000">
                                          <p:val>
                                            <p:strVal val="#ppt_x"/>
                                          </p:val>
                                        </p:tav>
                                      </p:tavLst>
                                    </p:anim>
                                    <p:anim calcmode="lin" valueType="num">
                                      <p:cBhvr additive="base">
                                        <p:cTn id="86" dur="500" fill="hold"/>
                                        <p:tgtEl>
                                          <p:spTgt spid="21"/>
                                        </p:tgtEl>
                                        <p:attrNameLst>
                                          <p:attrName>ppt_y</p:attrName>
                                        </p:attrNameLst>
                                      </p:cBhvr>
                                      <p:tavLst>
                                        <p:tav tm="0">
                                          <p:val>
                                            <p:strVal val="1+#ppt_h/2"/>
                                          </p:val>
                                        </p:tav>
                                        <p:tav tm="100000">
                                          <p:val>
                                            <p:strVal val="#ppt_y"/>
                                          </p:val>
                                        </p:tav>
                                      </p:tavLst>
                                    </p:anim>
                                  </p:childTnLst>
                                </p:cTn>
                              </p:par>
                            </p:childTnLst>
                          </p:cTn>
                        </p:par>
                        <p:par>
                          <p:cTn id="87" fill="hold">
                            <p:stCondLst>
                              <p:cond delay="9750"/>
                            </p:stCondLst>
                            <p:childTnLst>
                              <p:par>
                                <p:cTn id="88" presetID="21" presetClass="entr" presetSubtype="1" fill="hold" grpId="0" nodeType="after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wheel(1)">
                                      <p:cBhvr>
                                        <p:cTn id="90" dur="1000"/>
                                        <p:tgtEl>
                                          <p:spTgt spid="2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1000"/>
                                        <p:tgtEl>
                                          <p:spTgt spid="23"/>
                                        </p:tgtEl>
                                      </p:cBhvr>
                                    </p:animEffect>
                                  </p:childTnLst>
                                </p:cTn>
                              </p:par>
                            </p:childTnLst>
                          </p:cTn>
                        </p:par>
                        <p:par>
                          <p:cTn id="94" fill="hold">
                            <p:stCondLst>
                              <p:cond delay="10750"/>
                            </p:stCondLst>
                            <p:childTnLst>
                              <p:par>
                                <p:cTn id="95" presetID="2" presetClass="entr" presetSubtype="4" decel="100000" fill="hold" grpId="0" nodeType="afterEffect">
                                  <p:stCondLst>
                                    <p:cond delay="0"/>
                                  </p:stCondLst>
                                  <p:childTnLst>
                                    <p:set>
                                      <p:cBhvr>
                                        <p:cTn id="96" dur="1" fill="hold">
                                          <p:stCondLst>
                                            <p:cond delay="0"/>
                                          </p:stCondLst>
                                        </p:cTn>
                                        <p:tgtEl>
                                          <p:spTgt spid="25">
                                            <p:txEl>
                                              <p:pRg st="0" end="0"/>
                                            </p:txEl>
                                          </p:spTgt>
                                        </p:tgtEl>
                                        <p:attrNameLst>
                                          <p:attrName>style.visibility</p:attrName>
                                        </p:attrNameLst>
                                      </p:cBhvr>
                                      <p:to>
                                        <p:strVal val="visible"/>
                                      </p:to>
                                    </p:set>
                                    <p:anim calcmode="lin" valueType="num">
                                      <p:cBhvr additive="base">
                                        <p:cTn id="97" dur="500" fill="hold"/>
                                        <p:tgtEl>
                                          <p:spTgt spid="25">
                                            <p:txEl>
                                              <p:pRg st="0" end="0"/>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25">
                                            <p:txEl>
                                              <p:pRg st="0" end="0"/>
                                            </p:txEl>
                                          </p:spTgt>
                                        </p:tgtEl>
                                        <p:attrNameLst>
                                          <p:attrName>ppt_y</p:attrName>
                                        </p:attrNameLst>
                                      </p:cBhvr>
                                      <p:tavLst>
                                        <p:tav tm="0">
                                          <p:val>
                                            <p:strVal val="1+#ppt_h/2"/>
                                          </p:val>
                                        </p:tav>
                                        <p:tav tm="100000">
                                          <p:val>
                                            <p:strVal val="#ppt_y"/>
                                          </p:val>
                                        </p:tav>
                                      </p:tavLst>
                                    </p:anim>
                                  </p:childTnLst>
                                </p:cTn>
                              </p:par>
                            </p:childTnLst>
                          </p:cTn>
                        </p:par>
                        <p:par>
                          <p:cTn id="99" fill="hold">
                            <p:stCondLst>
                              <p:cond delay="11250"/>
                            </p:stCondLst>
                            <p:childTnLst>
                              <p:par>
                                <p:cTn id="100" presetID="22" presetClass="entr" presetSubtype="8" fill="hold" grpId="0" nodeType="afterEffect">
                                  <p:stCondLst>
                                    <p:cond delay="0"/>
                                  </p:stCondLst>
                                  <p:childTnLst>
                                    <p:set>
                                      <p:cBhvr>
                                        <p:cTn id="101" dur="1" fill="hold">
                                          <p:stCondLst>
                                            <p:cond delay="0"/>
                                          </p:stCondLst>
                                        </p:cTn>
                                        <p:tgtEl>
                                          <p:spTgt spid="24">
                                            <p:txEl>
                                              <p:pRg st="0" end="0"/>
                                            </p:txEl>
                                          </p:spTgt>
                                        </p:tgtEl>
                                        <p:attrNameLst>
                                          <p:attrName>style.visibility</p:attrName>
                                        </p:attrNameLst>
                                      </p:cBhvr>
                                      <p:to>
                                        <p:strVal val="visible"/>
                                      </p:to>
                                    </p:set>
                                    <p:animEffect transition="in" filter="wipe(left)">
                                      <p:cBhvr>
                                        <p:cTn id="102" dur="500"/>
                                        <p:tgtEl>
                                          <p:spTgt spid="24">
                                            <p:txEl>
                                              <p:pRg st="0" end="0"/>
                                            </p:txEl>
                                          </p:spTgt>
                                        </p:tgtEl>
                                      </p:cBhvr>
                                    </p:animEffect>
                                  </p:childTnLst>
                                </p:cTn>
                              </p:par>
                            </p:childTnLst>
                          </p:cTn>
                        </p:par>
                        <p:par>
                          <p:cTn id="103" fill="hold">
                            <p:stCondLst>
                              <p:cond delay="11750"/>
                            </p:stCondLst>
                            <p:childTnLst>
                              <p:par>
                                <p:cTn id="104" presetID="2" presetClass="entr" presetSubtype="4" decel="100000" fill="hold" grpId="0" nodeType="afterEffect">
                                  <p:stCondLst>
                                    <p:cond delay="250"/>
                                  </p:stCondLst>
                                  <p:childTnLst>
                                    <p:set>
                                      <p:cBhvr>
                                        <p:cTn id="105" dur="1" fill="hold">
                                          <p:stCondLst>
                                            <p:cond delay="0"/>
                                          </p:stCondLst>
                                        </p:cTn>
                                        <p:tgtEl>
                                          <p:spTgt spid="26"/>
                                        </p:tgtEl>
                                        <p:attrNameLst>
                                          <p:attrName>style.visibility</p:attrName>
                                        </p:attrNameLst>
                                      </p:cBhvr>
                                      <p:to>
                                        <p:strVal val="visible"/>
                                      </p:to>
                                    </p:set>
                                    <p:anim calcmode="lin" valueType="num">
                                      <p:cBhvr additive="base">
                                        <p:cTn id="106" dur="500" fill="hold"/>
                                        <p:tgtEl>
                                          <p:spTgt spid="26"/>
                                        </p:tgtEl>
                                        <p:attrNameLst>
                                          <p:attrName>ppt_x</p:attrName>
                                        </p:attrNameLst>
                                      </p:cBhvr>
                                      <p:tavLst>
                                        <p:tav tm="0">
                                          <p:val>
                                            <p:strVal val="#ppt_x"/>
                                          </p:val>
                                        </p:tav>
                                        <p:tav tm="100000">
                                          <p:val>
                                            <p:strVal val="#ppt_x"/>
                                          </p:val>
                                        </p:tav>
                                      </p:tavLst>
                                    </p:anim>
                                    <p:anim calcmode="lin" valueType="num">
                                      <p:cBhvr additive="base">
                                        <p:cTn id="107"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6" grpId="0" animBg="1"/>
      <p:bldP spid="7" grpId="0" animBg="1"/>
      <p:bldP spid="8" grpId="0"/>
      <p:bldP spid="9" grpId="0" build="p">
        <p:tmplLst>
          <p:tmpl lvl="1">
            <p:tnLst>
              <p:par>
                <p:cTn presetID="22" presetClass="entr" presetSubtype="8"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wipe(left)">
                      <p:cBhvr>
                        <p:cTn dur="500"/>
                        <p:tgtEl>
                          <p:spTgt spid="9"/>
                        </p:tgtEl>
                      </p:cBhvr>
                    </p:animEffect>
                  </p:childTnLst>
                </p:cTn>
              </p:par>
            </p:tnLst>
          </p:tmpl>
        </p:tmplLst>
      </p:bldP>
      <p:bldP spid="10" grpId="0" build="p">
        <p:tmplLst>
          <p:tmpl lvl="1">
            <p:tnLst>
              <p:par>
                <p:cTn presetID="2" presetClass="entr" presetSubtype="4" decel="10000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500" fill="hold"/>
                        <p:tgtEl>
                          <p:spTgt spid="10"/>
                        </p:tgtEl>
                        <p:attrNameLst>
                          <p:attrName>ppt_x</p:attrName>
                        </p:attrNameLst>
                      </p:cBhvr>
                      <p:tavLst>
                        <p:tav tm="0">
                          <p:val>
                            <p:strVal val="#ppt_x"/>
                          </p:val>
                        </p:tav>
                        <p:tav tm="100000">
                          <p:val>
                            <p:strVal val="#ppt_x"/>
                          </p:val>
                        </p:tav>
                      </p:tavLst>
                    </p:anim>
                    <p:anim calcmode="lin" valueType="num">
                      <p:cBhvr additive="base">
                        <p:cTn dur="500" fill="hold"/>
                        <p:tgtEl>
                          <p:spTgt spid="10"/>
                        </p:tgtEl>
                        <p:attrNameLst>
                          <p:attrName>ppt_y</p:attrName>
                        </p:attrNameLst>
                      </p:cBhvr>
                      <p:tavLst>
                        <p:tav tm="0">
                          <p:val>
                            <p:strVal val="1+#ppt_h/2"/>
                          </p:val>
                        </p:tav>
                        <p:tav tm="100000">
                          <p:val>
                            <p:strVal val="#ppt_y"/>
                          </p:val>
                        </p:tav>
                      </p:tavLst>
                    </p:anim>
                  </p:childTnLst>
                </p:cTn>
              </p:par>
            </p:tnLst>
          </p:tmpl>
        </p:tmplLst>
      </p:bldP>
      <p:bldP spid="11" grpId="0" animBg="1"/>
      <p:bldP spid="12" grpId="0" animBg="1"/>
      <p:bldP spid="13" grpId="0"/>
      <p:bldP spid="14" grpId="0" build="p">
        <p:tmplLst>
          <p:tmpl lvl="1">
            <p:tnLst>
              <p:par>
                <p:cTn presetID="22" presetClass="entr" presetSubtype="8"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wipe(left)">
                      <p:cBhvr>
                        <p:cTn dur="500"/>
                        <p:tgtEl>
                          <p:spTgt spid="14"/>
                        </p:tgtEl>
                      </p:cBhvr>
                    </p:animEffect>
                  </p:childTnLst>
                </p:cTn>
              </p:par>
            </p:tnLst>
          </p:tmpl>
        </p:tmplLst>
      </p:bldP>
      <p:bldP spid="15" grpId="0" build="p">
        <p:tmplLst>
          <p:tmpl lvl="1">
            <p:tnLst>
              <p:par>
                <p:cTn presetID="2" presetClass="entr" presetSubtype="4" decel="10000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ppt_x"/>
                          </p:val>
                        </p:tav>
                        <p:tav tm="100000">
                          <p:val>
                            <p:strVal val="#ppt_x"/>
                          </p:val>
                        </p:tav>
                      </p:tavLst>
                    </p:anim>
                    <p:anim calcmode="lin" valueType="num">
                      <p:cBhvr additive="base">
                        <p:cTn dur="500" fill="hold"/>
                        <p:tgtEl>
                          <p:spTgt spid="15"/>
                        </p:tgtEl>
                        <p:attrNameLst>
                          <p:attrName>ppt_y</p:attrName>
                        </p:attrNameLst>
                      </p:cBhvr>
                      <p:tavLst>
                        <p:tav tm="0">
                          <p:val>
                            <p:strVal val="1+#ppt_h/2"/>
                          </p:val>
                        </p:tav>
                        <p:tav tm="100000">
                          <p:val>
                            <p:strVal val="#ppt_y"/>
                          </p:val>
                        </p:tav>
                      </p:tavLst>
                    </p:anim>
                  </p:childTnLst>
                </p:cTn>
              </p:par>
            </p:tnLst>
          </p:tmpl>
        </p:tmplLst>
      </p:bldP>
      <p:bldP spid="16" grpId="0" animBg="1"/>
      <p:bldP spid="17" grpId="0" animBg="1"/>
      <p:bldP spid="18" grpId="0"/>
      <p:bldP spid="19" grpId="0" build="p">
        <p:tmplLst>
          <p:tmpl lvl="1">
            <p:tnLst>
              <p:par>
                <p:cTn presetID="22" presetClass="entr" presetSubtype="8"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left)">
                      <p:cBhvr>
                        <p:cTn dur="500"/>
                        <p:tgtEl>
                          <p:spTgt spid="19"/>
                        </p:tgtEl>
                      </p:cBhvr>
                    </p:animEffect>
                  </p:childTnLst>
                </p:cTn>
              </p:par>
            </p:tnLst>
          </p:tmpl>
        </p:tmplLst>
      </p:bldP>
      <p:bldP spid="20" grpId="0" build="p">
        <p:tmplLst>
          <p:tmpl lvl="1">
            <p:tnLst>
              <p:par>
                <p:cTn presetID="2" presetClass="entr" presetSubtype="4" decel="100000"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ppt_x"/>
                          </p:val>
                        </p:tav>
                        <p:tav tm="100000">
                          <p:val>
                            <p:strVal val="#ppt_x"/>
                          </p:val>
                        </p:tav>
                      </p:tavLst>
                    </p:anim>
                    <p:anim calcmode="lin" valueType="num">
                      <p:cBhvr additive="base">
                        <p:cTn dur="500" fill="hold"/>
                        <p:tgtEl>
                          <p:spTgt spid="20"/>
                        </p:tgtEl>
                        <p:attrNameLst>
                          <p:attrName>ppt_y</p:attrName>
                        </p:attrNameLst>
                      </p:cBhvr>
                      <p:tavLst>
                        <p:tav tm="0">
                          <p:val>
                            <p:strVal val="1+#ppt_h/2"/>
                          </p:val>
                        </p:tav>
                        <p:tav tm="100000">
                          <p:val>
                            <p:strVal val="#ppt_y"/>
                          </p:val>
                        </p:tav>
                      </p:tavLst>
                    </p:anim>
                  </p:childTnLst>
                </p:cTn>
              </p:par>
            </p:tnLst>
          </p:tmpl>
        </p:tmplLst>
      </p:bldP>
      <p:bldP spid="21" grpId="0" animBg="1"/>
      <p:bldP spid="22" grpId="0" animBg="1"/>
      <p:bldP spid="23" grpId="0"/>
      <p:bldP spid="24" grpId="0" build="p">
        <p:tmplLst>
          <p:tmpl lvl="1">
            <p:tnLst>
              <p:par>
                <p:cTn presetID="22" presetClass="entr" presetSubtype="8" fill="hold" nodeType="after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wipe(left)">
                      <p:cBhvr>
                        <p:cTn dur="500"/>
                        <p:tgtEl>
                          <p:spTgt spid="24"/>
                        </p:tgtEl>
                      </p:cBhvr>
                    </p:animEffect>
                  </p:childTnLst>
                </p:cTn>
              </p:par>
            </p:tnLst>
          </p:tmpl>
        </p:tmplLst>
      </p:bldP>
      <p:bldP spid="25" grpId="0" build="p">
        <p:tmplLst>
          <p:tmpl lvl="1">
            <p:tnLst>
              <p:par>
                <p:cTn presetID="2" presetClass="entr" presetSubtype="4" decel="100000"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500" fill="hold"/>
                        <p:tgtEl>
                          <p:spTgt spid="25"/>
                        </p:tgtEl>
                        <p:attrNameLst>
                          <p:attrName>ppt_x</p:attrName>
                        </p:attrNameLst>
                      </p:cBhvr>
                      <p:tavLst>
                        <p:tav tm="0">
                          <p:val>
                            <p:strVal val="#ppt_x"/>
                          </p:val>
                        </p:tav>
                        <p:tav tm="100000">
                          <p:val>
                            <p:strVal val="#ppt_x"/>
                          </p:val>
                        </p:tav>
                      </p:tavLst>
                    </p:anim>
                    <p:anim calcmode="lin" valueType="num">
                      <p:cBhvr additive="base">
                        <p:cTn dur="500" fill="hold"/>
                        <p:tgtEl>
                          <p:spTgt spid="25"/>
                        </p:tgtEl>
                        <p:attrNameLst>
                          <p:attrName>ppt_y</p:attrName>
                        </p:attrNameLst>
                      </p:cBhvr>
                      <p:tavLst>
                        <p:tav tm="0">
                          <p:val>
                            <p:strVal val="1+#ppt_h/2"/>
                          </p:val>
                        </p:tav>
                        <p:tav tm="100000">
                          <p:val>
                            <p:strVal val="#ppt_y"/>
                          </p:val>
                        </p:tav>
                      </p:tavLst>
                    </p:anim>
                  </p:childTnLst>
                </p:cTn>
              </p:par>
            </p:tnLst>
          </p:tmpl>
        </p:tmplLst>
      </p:bldP>
      <p:bldP spid="26" grpId="0">
        <p:tmplLst>
          <p:tmpl>
            <p:tnLst>
              <p:par>
                <p:cTn presetID="2" presetClass="entr" presetSubtype="4" decel="100000" fill="hold" nodeType="afterEffect">
                  <p:stCondLst>
                    <p:cond delay="25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1+#ppt_h/2"/>
                          </p:val>
                        </p:tav>
                        <p:tav tm="100000">
                          <p:val>
                            <p:strVal val="#ppt_y"/>
                          </p:val>
                        </p:tav>
                      </p:tavLst>
                    </p:anim>
                  </p:childTnLst>
                </p:cTn>
              </p:par>
            </p:tnLst>
          </p:tmpl>
        </p:tmplLst>
      </p:bldP>
    </p:bldLst>
  </p:timing>
  <p:extLst mod="1">
    <p:ext uri="{DCECCB84-F9BA-43D5-87BE-67443E8EF086}">
      <p15:sldGuideLst xmlns:p15="http://schemas.microsoft.com/office/powerpoint/2012/main">
        <p15:guide id="1" orient="horz" pos="3240" userDrawn="1">
          <p15:clr>
            <a:srgbClr val="FBAE40"/>
          </p15:clr>
        </p15:guide>
        <p15:guide id="2" pos="5761"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st with 4 Items">
    <p:spTree>
      <p:nvGrpSpPr>
        <p:cNvPr id="1" name=""/>
        <p:cNvGrpSpPr/>
        <p:nvPr/>
      </p:nvGrpSpPr>
      <p:grpSpPr>
        <a:xfrm>
          <a:off x="0" y="0"/>
          <a:ext cx="0" cy="0"/>
          <a:chOff x="0" y="0"/>
          <a:chExt cx="0" cy="0"/>
        </a:xfrm>
      </p:grpSpPr>
      <p:sp>
        <p:nvSpPr>
          <p:cNvPr id="10" name="正方形/長方形 9"/>
          <p:cNvSpPr/>
          <p:nvPr userDrawn="1"/>
        </p:nvSpPr>
        <p:spPr>
          <a:xfrm>
            <a:off x="-43542" y="2314575"/>
            <a:ext cx="18396000" cy="5243513"/>
          </a:xfrm>
          <a:prstGeom prst="rect">
            <a:avLst/>
          </a:pr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cxnSp>
        <p:nvCxnSpPr>
          <p:cNvPr id="11" name="直線コネクタ 10"/>
          <p:cNvCxnSpPr/>
          <p:nvPr userDrawn="1"/>
        </p:nvCxnSpPr>
        <p:spPr>
          <a:xfrm>
            <a:off x="0" y="2481942"/>
            <a:ext cx="1829117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userDrawn="1"/>
        </p:nvCxnSpPr>
        <p:spPr>
          <a:xfrm>
            <a:off x="0" y="7389222"/>
            <a:ext cx="1829117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 name="山形 5"/>
          <p:cNvSpPr/>
          <p:nvPr userDrawn="1"/>
        </p:nvSpPr>
        <p:spPr>
          <a:xfrm>
            <a:off x="2070161" y="3297571"/>
            <a:ext cx="380632" cy="380632"/>
          </a:xfrm>
          <a:prstGeom prst="chevron">
            <a:avLst/>
          </a:prstGeom>
          <a:blipFill dpi="0" rotWithShape="0">
            <a:blip r:embed="rId3"/>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 name="テキスト プレースホルダー 5"/>
          <p:cNvSpPr>
            <a:spLocks noGrp="1"/>
          </p:cNvSpPr>
          <p:nvPr>
            <p:ph type="body" sz="quarter" idx="14" hasCustomPrompt="1"/>
          </p:nvPr>
        </p:nvSpPr>
        <p:spPr>
          <a:xfrm>
            <a:off x="2562274" y="3171312"/>
            <a:ext cx="13615572" cy="65510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a:p>
            <a:pPr lvl="0"/>
            <a:endParaRPr kumimoji="1" lang="en-US" altLang="ja-JP" dirty="0"/>
          </a:p>
          <a:p>
            <a:pPr lvl="0"/>
            <a:endParaRPr kumimoji="1" lang="ja-JP" altLang="en-US" dirty="0"/>
          </a:p>
        </p:txBody>
      </p:sp>
      <p:sp>
        <p:nvSpPr>
          <p:cNvPr id="13" name="山形 12"/>
          <p:cNvSpPr/>
          <p:nvPr userDrawn="1"/>
        </p:nvSpPr>
        <p:spPr>
          <a:xfrm>
            <a:off x="2073176" y="4296800"/>
            <a:ext cx="380632" cy="380632"/>
          </a:xfrm>
          <a:prstGeom prst="chevron">
            <a:avLst/>
          </a:prstGeom>
          <a:blipFill dpi="0" rotWithShape="0">
            <a:blip r:embed="rId3"/>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テキスト プレースホルダー 5"/>
          <p:cNvSpPr>
            <a:spLocks noGrp="1"/>
          </p:cNvSpPr>
          <p:nvPr>
            <p:ph type="body" sz="quarter" idx="15" hasCustomPrompt="1"/>
          </p:nvPr>
        </p:nvSpPr>
        <p:spPr>
          <a:xfrm>
            <a:off x="2565289" y="4170541"/>
            <a:ext cx="13615572" cy="65510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a:p>
            <a:pPr lvl="0"/>
            <a:endParaRPr kumimoji="1" lang="en-US" altLang="ja-JP" dirty="0"/>
          </a:p>
          <a:p>
            <a:pPr lvl="0"/>
            <a:endParaRPr kumimoji="1" lang="ja-JP" altLang="en-US" dirty="0"/>
          </a:p>
        </p:txBody>
      </p:sp>
      <p:sp>
        <p:nvSpPr>
          <p:cNvPr id="15" name="山形 14"/>
          <p:cNvSpPr/>
          <p:nvPr userDrawn="1"/>
        </p:nvSpPr>
        <p:spPr>
          <a:xfrm>
            <a:off x="2070161" y="5296029"/>
            <a:ext cx="380632" cy="380632"/>
          </a:xfrm>
          <a:prstGeom prst="chevron">
            <a:avLst/>
          </a:prstGeom>
          <a:blipFill dpi="0" rotWithShape="0">
            <a:blip r:embed="rId3"/>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テキスト プレースホルダー 5"/>
          <p:cNvSpPr>
            <a:spLocks noGrp="1"/>
          </p:cNvSpPr>
          <p:nvPr>
            <p:ph type="body" sz="quarter" idx="16" hasCustomPrompt="1"/>
          </p:nvPr>
        </p:nvSpPr>
        <p:spPr>
          <a:xfrm>
            <a:off x="2562274" y="5169770"/>
            <a:ext cx="13615572" cy="65510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a:p>
            <a:pPr lvl="0"/>
            <a:endParaRPr kumimoji="1" lang="en-US" altLang="ja-JP" dirty="0"/>
          </a:p>
          <a:p>
            <a:pPr lvl="0"/>
            <a:endParaRPr kumimoji="1" lang="ja-JP" altLang="en-US" dirty="0"/>
          </a:p>
        </p:txBody>
      </p:sp>
      <p:sp>
        <p:nvSpPr>
          <p:cNvPr id="17" name="山形 16"/>
          <p:cNvSpPr/>
          <p:nvPr userDrawn="1"/>
        </p:nvSpPr>
        <p:spPr>
          <a:xfrm>
            <a:off x="2070161" y="6295257"/>
            <a:ext cx="380632" cy="380632"/>
          </a:xfrm>
          <a:prstGeom prst="chevron">
            <a:avLst/>
          </a:prstGeom>
          <a:blipFill dpi="0" rotWithShape="0">
            <a:blip r:embed="rId3"/>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テキスト プレースホルダー 5"/>
          <p:cNvSpPr>
            <a:spLocks noGrp="1"/>
          </p:cNvSpPr>
          <p:nvPr>
            <p:ph type="body" sz="quarter" idx="17" hasCustomPrompt="1"/>
          </p:nvPr>
        </p:nvSpPr>
        <p:spPr>
          <a:xfrm>
            <a:off x="2562274" y="6168998"/>
            <a:ext cx="13615572" cy="65510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a:p>
            <a:pPr lvl="0"/>
            <a:endParaRPr kumimoji="1" lang="en-US" altLang="ja-JP" dirty="0"/>
          </a:p>
          <a:p>
            <a:pPr lvl="0"/>
            <a:endParaRPr kumimoji="1" lang="ja-JP" altLang="en-US" dirty="0"/>
          </a:p>
        </p:txBody>
      </p:sp>
      <p:sp>
        <p:nvSpPr>
          <p:cNvPr id="19" name="テキスト プレースホルダー 5"/>
          <p:cNvSpPr>
            <a:spLocks noGrp="1"/>
          </p:cNvSpPr>
          <p:nvPr>
            <p:ph type="body" sz="quarter" idx="32" hasCustomPrompt="1"/>
          </p:nvPr>
        </p:nvSpPr>
        <p:spPr>
          <a:xfrm>
            <a:off x="1137443" y="7615241"/>
            <a:ext cx="16016288" cy="1543272"/>
          </a:xfrm>
        </p:spPr>
        <p:txBody>
          <a:bodyPr anchor="ctr">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376053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6" presetClass="entr" presetSubtype="37"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outVertical)">
                                      <p:cBhvr>
                                        <p:cTn id="12" dur="500"/>
                                        <p:tgtEl>
                                          <p:spTgt spid="10"/>
                                        </p:tgtEl>
                                      </p:cBhvr>
                                    </p:animEffect>
                                  </p:childTnLst>
                                </p:cTn>
                              </p:par>
                              <p:par>
                                <p:cTn id="13" presetID="22" presetClass="entr" presetSubtype="8" fill="hold" nodeType="withEffect">
                                  <p:stCondLst>
                                    <p:cond delay="25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1000"/>
                                        <p:tgtEl>
                                          <p:spTgt spid="11"/>
                                        </p:tgtEl>
                                      </p:cBhvr>
                                    </p:animEffect>
                                  </p:childTnLst>
                                </p:cTn>
                              </p:par>
                              <p:par>
                                <p:cTn id="16" presetID="22" presetClass="entr" presetSubtype="2" fill="hold" nodeType="withEffect">
                                  <p:stCondLst>
                                    <p:cond delay="25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1000"/>
                                        <p:tgtEl>
                                          <p:spTgt spid="12"/>
                                        </p:tgtEl>
                                      </p:cBhvr>
                                    </p:animEffect>
                                  </p:childTnLst>
                                </p:cTn>
                              </p:par>
                            </p:childTnLst>
                          </p:cTn>
                        </p:par>
                        <p:par>
                          <p:cTn id="19" fill="hold">
                            <p:stCondLst>
                              <p:cond delay="1750"/>
                            </p:stCondLst>
                            <p:childTnLst>
                              <p:par>
                                <p:cTn id="20" presetID="2" presetClass="entr" presetSubtype="2" decel="10000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1+#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par>
                                <p:cTn id="24" presetID="22" presetClass="entr" presetSubtype="2" fill="hold" grpId="0" nodeType="withEffect">
                                  <p:stCondLst>
                                    <p:cond delay="25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wipe(right)">
                                      <p:cBhvr>
                                        <p:cTn id="26" dur="500"/>
                                        <p:tgtEl>
                                          <p:spTgt spid="7">
                                            <p:txEl>
                                              <p:pRg st="0" end="0"/>
                                            </p:txEl>
                                          </p:spTgt>
                                        </p:tgtEl>
                                      </p:cBhvr>
                                    </p:animEffect>
                                  </p:childTnLst>
                                </p:cTn>
                              </p:par>
                            </p:childTnLst>
                          </p:cTn>
                        </p:par>
                        <p:par>
                          <p:cTn id="27" fill="hold">
                            <p:stCondLst>
                              <p:cond delay="2500"/>
                            </p:stCondLst>
                            <p:childTnLst>
                              <p:par>
                                <p:cTn id="28" presetID="2" presetClass="entr" presetSubtype="2" decel="10000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1+#ppt_w/2"/>
                                          </p:val>
                                        </p:tav>
                                        <p:tav tm="100000">
                                          <p:val>
                                            <p:strVal val="#ppt_x"/>
                                          </p:val>
                                        </p:tav>
                                      </p:tavLst>
                                    </p:anim>
                                    <p:anim calcmode="lin" valueType="num">
                                      <p:cBhvr additive="base">
                                        <p:cTn id="31" dur="500" fill="hold"/>
                                        <p:tgtEl>
                                          <p:spTgt spid="13"/>
                                        </p:tgtEl>
                                        <p:attrNameLst>
                                          <p:attrName>ppt_y</p:attrName>
                                        </p:attrNameLst>
                                      </p:cBhvr>
                                      <p:tavLst>
                                        <p:tav tm="0">
                                          <p:val>
                                            <p:strVal val="#ppt_y"/>
                                          </p:val>
                                        </p:tav>
                                        <p:tav tm="100000">
                                          <p:val>
                                            <p:strVal val="#ppt_y"/>
                                          </p:val>
                                        </p:tav>
                                      </p:tavLst>
                                    </p:anim>
                                  </p:childTnLst>
                                </p:cTn>
                              </p:par>
                              <p:par>
                                <p:cTn id="32" presetID="22" presetClass="entr" presetSubtype="2" fill="hold" grpId="0" nodeType="withEffect">
                                  <p:stCondLst>
                                    <p:cond delay="250"/>
                                  </p:stCondLst>
                                  <p:childTnLst>
                                    <p:set>
                                      <p:cBhvr>
                                        <p:cTn id="33" dur="1" fill="hold">
                                          <p:stCondLst>
                                            <p:cond delay="0"/>
                                          </p:stCondLst>
                                        </p:cTn>
                                        <p:tgtEl>
                                          <p:spTgt spid="14">
                                            <p:txEl>
                                              <p:pRg st="0" end="0"/>
                                            </p:txEl>
                                          </p:spTgt>
                                        </p:tgtEl>
                                        <p:attrNameLst>
                                          <p:attrName>style.visibility</p:attrName>
                                        </p:attrNameLst>
                                      </p:cBhvr>
                                      <p:to>
                                        <p:strVal val="visible"/>
                                      </p:to>
                                    </p:set>
                                    <p:animEffect transition="in" filter="wipe(right)">
                                      <p:cBhvr>
                                        <p:cTn id="34" dur="500"/>
                                        <p:tgtEl>
                                          <p:spTgt spid="14">
                                            <p:txEl>
                                              <p:pRg st="0" end="0"/>
                                            </p:txEl>
                                          </p:spTgt>
                                        </p:tgtEl>
                                      </p:cBhvr>
                                    </p:animEffect>
                                  </p:childTnLst>
                                </p:cTn>
                              </p:par>
                            </p:childTnLst>
                          </p:cTn>
                        </p:par>
                        <p:par>
                          <p:cTn id="35" fill="hold">
                            <p:stCondLst>
                              <p:cond delay="3250"/>
                            </p:stCondLst>
                            <p:childTnLst>
                              <p:par>
                                <p:cTn id="36" presetID="2" presetClass="entr" presetSubtype="2" decel="10000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500" fill="hold"/>
                                        <p:tgtEl>
                                          <p:spTgt spid="15"/>
                                        </p:tgtEl>
                                        <p:attrNameLst>
                                          <p:attrName>ppt_x</p:attrName>
                                        </p:attrNameLst>
                                      </p:cBhvr>
                                      <p:tavLst>
                                        <p:tav tm="0">
                                          <p:val>
                                            <p:strVal val="1+#ppt_w/2"/>
                                          </p:val>
                                        </p:tav>
                                        <p:tav tm="100000">
                                          <p:val>
                                            <p:strVal val="#ppt_x"/>
                                          </p:val>
                                        </p:tav>
                                      </p:tavLst>
                                    </p:anim>
                                    <p:anim calcmode="lin" valueType="num">
                                      <p:cBhvr additive="base">
                                        <p:cTn id="39" dur="500" fill="hold"/>
                                        <p:tgtEl>
                                          <p:spTgt spid="15"/>
                                        </p:tgtEl>
                                        <p:attrNameLst>
                                          <p:attrName>ppt_y</p:attrName>
                                        </p:attrNameLst>
                                      </p:cBhvr>
                                      <p:tavLst>
                                        <p:tav tm="0">
                                          <p:val>
                                            <p:strVal val="#ppt_y"/>
                                          </p:val>
                                        </p:tav>
                                        <p:tav tm="100000">
                                          <p:val>
                                            <p:strVal val="#ppt_y"/>
                                          </p:val>
                                        </p:tav>
                                      </p:tavLst>
                                    </p:anim>
                                  </p:childTnLst>
                                </p:cTn>
                              </p:par>
                              <p:par>
                                <p:cTn id="40" presetID="22" presetClass="entr" presetSubtype="2" fill="hold" grpId="0" nodeType="withEffect">
                                  <p:stCondLst>
                                    <p:cond delay="250"/>
                                  </p:stCondLst>
                                  <p:childTnLst>
                                    <p:set>
                                      <p:cBhvr>
                                        <p:cTn id="41" dur="1" fill="hold">
                                          <p:stCondLst>
                                            <p:cond delay="0"/>
                                          </p:stCondLst>
                                        </p:cTn>
                                        <p:tgtEl>
                                          <p:spTgt spid="16">
                                            <p:txEl>
                                              <p:pRg st="0" end="0"/>
                                            </p:txEl>
                                          </p:spTgt>
                                        </p:tgtEl>
                                        <p:attrNameLst>
                                          <p:attrName>style.visibility</p:attrName>
                                        </p:attrNameLst>
                                      </p:cBhvr>
                                      <p:to>
                                        <p:strVal val="visible"/>
                                      </p:to>
                                    </p:set>
                                    <p:animEffect transition="in" filter="wipe(right)">
                                      <p:cBhvr>
                                        <p:cTn id="42" dur="500"/>
                                        <p:tgtEl>
                                          <p:spTgt spid="16">
                                            <p:txEl>
                                              <p:pRg st="0" end="0"/>
                                            </p:txEl>
                                          </p:spTgt>
                                        </p:tgtEl>
                                      </p:cBhvr>
                                    </p:animEffect>
                                  </p:childTnLst>
                                </p:cTn>
                              </p:par>
                            </p:childTnLst>
                          </p:cTn>
                        </p:par>
                        <p:par>
                          <p:cTn id="43" fill="hold">
                            <p:stCondLst>
                              <p:cond delay="4000"/>
                            </p:stCondLst>
                            <p:childTnLst>
                              <p:par>
                                <p:cTn id="44" presetID="2" presetClass="entr" presetSubtype="2" decel="100000"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1+#ppt_w/2"/>
                                          </p:val>
                                        </p:tav>
                                        <p:tav tm="100000">
                                          <p:val>
                                            <p:strVal val="#ppt_x"/>
                                          </p:val>
                                        </p:tav>
                                      </p:tavLst>
                                    </p:anim>
                                    <p:anim calcmode="lin" valueType="num">
                                      <p:cBhvr additive="base">
                                        <p:cTn id="47" dur="500" fill="hold"/>
                                        <p:tgtEl>
                                          <p:spTgt spid="17"/>
                                        </p:tgtEl>
                                        <p:attrNameLst>
                                          <p:attrName>ppt_y</p:attrName>
                                        </p:attrNameLst>
                                      </p:cBhvr>
                                      <p:tavLst>
                                        <p:tav tm="0">
                                          <p:val>
                                            <p:strVal val="#ppt_y"/>
                                          </p:val>
                                        </p:tav>
                                        <p:tav tm="100000">
                                          <p:val>
                                            <p:strVal val="#ppt_y"/>
                                          </p:val>
                                        </p:tav>
                                      </p:tavLst>
                                    </p:anim>
                                  </p:childTnLst>
                                </p:cTn>
                              </p:par>
                              <p:par>
                                <p:cTn id="48" presetID="22" presetClass="entr" presetSubtype="2" fill="hold" grpId="0" nodeType="withEffect">
                                  <p:stCondLst>
                                    <p:cond delay="250"/>
                                  </p:stCondLst>
                                  <p:childTnLst>
                                    <p:set>
                                      <p:cBhvr>
                                        <p:cTn id="49" dur="1" fill="hold">
                                          <p:stCondLst>
                                            <p:cond delay="0"/>
                                          </p:stCondLst>
                                        </p:cTn>
                                        <p:tgtEl>
                                          <p:spTgt spid="18">
                                            <p:txEl>
                                              <p:pRg st="0" end="0"/>
                                            </p:txEl>
                                          </p:spTgt>
                                        </p:tgtEl>
                                        <p:attrNameLst>
                                          <p:attrName>style.visibility</p:attrName>
                                        </p:attrNameLst>
                                      </p:cBhvr>
                                      <p:to>
                                        <p:strVal val="visible"/>
                                      </p:to>
                                    </p:set>
                                    <p:animEffect transition="in" filter="wipe(right)">
                                      <p:cBhvr>
                                        <p:cTn id="50" dur="500"/>
                                        <p:tgtEl>
                                          <p:spTgt spid="18">
                                            <p:txEl>
                                              <p:pRg st="0" end="0"/>
                                            </p:txEl>
                                          </p:spTgt>
                                        </p:tgtEl>
                                      </p:cBhvr>
                                    </p:animEffect>
                                  </p:childTnLst>
                                </p:cTn>
                              </p:par>
                            </p:childTnLst>
                          </p:cTn>
                        </p:par>
                        <p:par>
                          <p:cTn id="51" fill="hold">
                            <p:stCondLst>
                              <p:cond delay="4750"/>
                            </p:stCondLst>
                            <p:childTnLst>
                              <p:par>
                                <p:cTn id="52" presetID="2" presetClass="entr" presetSubtype="4" decel="100000" fill="hold" grpId="0" nodeType="afterEffect">
                                  <p:stCondLst>
                                    <p:cond delay="25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500" fill="hold"/>
                                        <p:tgtEl>
                                          <p:spTgt spid="19"/>
                                        </p:tgtEl>
                                        <p:attrNameLst>
                                          <p:attrName>ppt_x</p:attrName>
                                        </p:attrNameLst>
                                      </p:cBhvr>
                                      <p:tavLst>
                                        <p:tav tm="0">
                                          <p:val>
                                            <p:strVal val="#ppt_x"/>
                                          </p:val>
                                        </p:tav>
                                        <p:tav tm="100000">
                                          <p:val>
                                            <p:strVal val="#ppt_x"/>
                                          </p:val>
                                        </p:tav>
                                      </p:tavLst>
                                    </p:anim>
                                    <p:anim calcmode="lin" valueType="num">
                                      <p:cBhvr additive="base">
                                        <p:cTn id="55"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6" grpId="0" animBg="1"/>
      <p:bldP spid="7" grpId="0" build="p">
        <p:tmplLst>
          <p:tmpl lvl="1">
            <p:tnLst>
              <p:par>
                <p:cTn presetID="22" presetClass="entr" presetSubtype="2"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Effect transition="in" filter="wipe(right)">
                      <p:cBhvr>
                        <p:cTn dur="500"/>
                        <p:tgtEl>
                          <p:spTgt spid="7"/>
                        </p:tgtEl>
                      </p:cBhvr>
                    </p:animEffect>
                  </p:childTnLst>
                </p:cTn>
              </p:par>
            </p:tnLst>
          </p:tmpl>
        </p:tmplLst>
      </p:bldP>
      <p:bldP spid="13" grpId="0" animBg="1"/>
      <p:bldP spid="14" grpId="0" build="p">
        <p:tmplLst>
          <p:tmpl lvl="1">
            <p:tnLst>
              <p:par>
                <p:cTn presetID="22" presetClass="entr" presetSubtype="2" fill="hold" nodeType="withEffect">
                  <p:stCondLst>
                    <p:cond delay="250"/>
                  </p:stCondLst>
                  <p:childTnLst>
                    <p:set>
                      <p:cBhvr>
                        <p:cTn dur="1" fill="hold">
                          <p:stCondLst>
                            <p:cond delay="0"/>
                          </p:stCondLst>
                        </p:cTn>
                        <p:tgtEl>
                          <p:spTgt spid="14"/>
                        </p:tgtEl>
                        <p:attrNameLst>
                          <p:attrName>style.visibility</p:attrName>
                        </p:attrNameLst>
                      </p:cBhvr>
                      <p:to>
                        <p:strVal val="visible"/>
                      </p:to>
                    </p:set>
                    <p:animEffect transition="in" filter="wipe(right)">
                      <p:cBhvr>
                        <p:cTn dur="500"/>
                        <p:tgtEl>
                          <p:spTgt spid="14"/>
                        </p:tgtEl>
                      </p:cBhvr>
                    </p:animEffect>
                  </p:childTnLst>
                </p:cTn>
              </p:par>
            </p:tnLst>
          </p:tmpl>
        </p:tmplLst>
      </p:bldP>
      <p:bldP spid="15" grpId="0" animBg="1"/>
      <p:bldP spid="16" grpId="0" build="p">
        <p:tmplLst>
          <p:tmpl lvl="1">
            <p:tnLst>
              <p:par>
                <p:cTn presetID="22" presetClass="entr" presetSubtype="2" fill="hold" nodeType="withEffect">
                  <p:stCondLst>
                    <p:cond delay="250"/>
                  </p:stCondLst>
                  <p:childTnLst>
                    <p:set>
                      <p:cBhvr>
                        <p:cTn dur="1" fill="hold">
                          <p:stCondLst>
                            <p:cond delay="0"/>
                          </p:stCondLst>
                        </p:cTn>
                        <p:tgtEl>
                          <p:spTgt spid="16"/>
                        </p:tgtEl>
                        <p:attrNameLst>
                          <p:attrName>style.visibility</p:attrName>
                        </p:attrNameLst>
                      </p:cBhvr>
                      <p:to>
                        <p:strVal val="visible"/>
                      </p:to>
                    </p:set>
                    <p:animEffect transition="in" filter="wipe(right)">
                      <p:cBhvr>
                        <p:cTn dur="500"/>
                        <p:tgtEl>
                          <p:spTgt spid="16"/>
                        </p:tgtEl>
                      </p:cBhvr>
                    </p:animEffect>
                  </p:childTnLst>
                </p:cTn>
              </p:par>
            </p:tnLst>
          </p:tmpl>
        </p:tmplLst>
      </p:bldP>
      <p:bldP spid="17" grpId="0" animBg="1"/>
      <p:bldP spid="18" grpId="0" build="p">
        <p:tmplLst>
          <p:tmpl lvl="1">
            <p:tnLst>
              <p:par>
                <p:cTn presetID="22" presetClass="entr" presetSubtype="2" fill="hold" nodeType="withEffect">
                  <p:stCondLst>
                    <p:cond delay="250"/>
                  </p:stCondLst>
                  <p:childTnLst>
                    <p:set>
                      <p:cBhvr>
                        <p:cTn dur="1" fill="hold">
                          <p:stCondLst>
                            <p:cond delay="0"/>
                          </p:stCondLst>
                        </p:cTn>
                        <p:tgtEl>
                          <p:spTgt spid="18"/>
                        </p:tgtEl>
                        <p:attrNameLst>
                          <p:attrName>style.visibility</p:attrName>
                        </p:attrNameLst>
                      </p:cBhvr>
                      <p:to>
                        <p:strVal val="visible"/>
                      </p:to>
                    </p:set>
                    <p:animEffect transition="in" filter="wipe(right)">
                      <p:cBhvr>
                        <p:cTn dur="500"/>
                        <p:tgtEl>
                          <p:spTgt spid="18"/>
                        </p:tgtEl>
                      </p:cBhvr>
                    </p:animEffect>
                  </p:childTnLst>
                </p:cTn>
              </p:par>
            </p:tnLst>
          </p:tmpl>
        </p:tmplLst>
      </p:bldP>
      <p:bldP spid="19" grpId="0">
        <p:tmplLst>
          <p:tmpl>
            <p:tnLst>
              <p:par>
                <p:cTn presetID="2" presetClass="entr" presetSubtype="4" decel="100000" fill="hold" nodeType="afterEffect">
                  <p:stCondLst>
                    <p:cond delay="25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ppt_x"/>
                          </p:val>
                        </p:tav>
                        <p:tav tm="100000">
                          <p:val>
                            <p:strVal val="#ppt_x"/>
                          </p:val>
                        </p:tav>
                      </p:tavLst>
                    </p:anim>
                    <p:anim calcmode="lin" valueType="num">
                      <p:cBhvr additive="base">
                        <p:cTn dur="500" fill="hold"/>
                        <p:tgtEl>
                          <p:spTgt spid="19"/>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ist with 8 Items">
    <p:spTree>
      <p:nvGrpSpPr>
        <p:cNvPr id="1" name=""/>
        <p:cNvGrpSpPr/>
        <p:nvPr/>
      </p:nvGrpSpPr>
      <p:grpSpPr>
        <a:xfrm>
          <a:off x="0" y="0"/>
          <a:ext cx="0" cy="0"/>
          <a:chOff x="0" y="0"/>
          <a:chExt cx="0" cy="0"/>
        </a:xfrm>
      </p:grpSpPr>
      <p:sp>
        <p:nvSpPr>
          <p:cNvPr id="10" name="正方形/長方形 9"/>
          <p:cNvSpPr/>
          <p:nvPr userDrawn="1"/>
        </p:nvSpPr>
        <p:spPr>
          <a:xfrm>
            <a:off x="-43542" y="2314575"/>
            <a:ext cx="18396000" cy="5243513"/>
          </a:xfrm>
          <a:prstGeom prst="rect">
            <a:avLst/>
          </a:pr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cxnSp>
        <p:nvCxnSpPr>
          <p:cNvPr id="11" name="直線コネクタ 10"/>
          <p:cNvCxnSpPr/>
          <p:nvPr userDrawn="1"/>
        </p:nvCxnSpPr>
        <p:spPr>
          <a:xfrm>
            <a:off x="0" y="2481942"/>
            <a:ext cx="1829117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2" name="直線コネクタ 11"/>
          <p:cNvCxnSpPr/>
          <p:nvPr userDrawn="1"/>
        </p:nvCxnSpPr>
        <p:spPr>
          <a:xfrm>
            <a:off x="0" y="7389222"/>
            <a:ext cx="18291175"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 name="山形 5"/>
          <p:cNvSpPr/>
          <p:nvPr userDrawn="1"/>
        </p:nvSpPr>
        <p:spPr>
          <a:xfrm>
            <a:off x="1824869" y="3297571"/>
            <a:ext cx="380632" cy="380632"/>
          </a:xfrm>
          <a:prstGeom prst="chevron">
            <a:avLst/>
          </a:prstGeom>
          <a:blipFill dpi="0" rotWithShape="0">
            <a:blip r:embed="rId3"/>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 name="テキスト プレースホルダー 5"/>
          <p:cNvSpPr>
            <a:spLocks noGrp="1"/>
          </p:cNvSpPr>
          <p:nvPr>
            <p:ph type="body" sz="quarter" idx="14" hasCustomPrompt="1"/>
          </p:nvPr>
        </p:nvSpPr>
        <p:spPr>
          <a:xfrm>
            <a:off x="2316982" y="3109189"/>
            <a:ext cx="6656752" cy="655100"/>
          </a:xfrm>
          <a:prstGeom prst="rect">
            <a:avLst/>
          </a:prstGeom>
        </p:spPr>
        <p:txBody>
          <a:bodyPr anchor="t">
            <a:noAutofit/>
          </a:bodyPr>
          <a:lstStyle>
            <a:lvl1pPr marL="0" indent="0" algn="l">
              <a:lnSpc>
                <a:spcPct val="120000"/>
              </a:lnSpc>
              <a:spcBef>
                <a:spcPts val="0"/>
              </a:spcBef>
              <a:buFontTx/>
              <a:buNone/>
              <a:defRPr sz="3200" baseline="0">
                <a:solidFill>
                  <a:schemeClr val="tx2"/>
                </a:solidFill>
                <a:latin typeface="+mj-lt"/>
              </a:defRPr>
            </a:lvl1pPr>
          </a:lstStyle>
          <a:p>
            <a:pPr lvl="0"/>
            <a:r>
              <a:rPr kumimoji="1" lang="en-US" altLang="ja-JP" dirty="0"/>
              <a:t>Text Here</a:t>
            </a:r>
          </a:p>
          <a:p>
            <a:pPr lvl="0"/>
            <a:endParaRPr kumimoji="1" lang="en-US" altLang="ja-JP" dirty="0"/>
          </a:p>
          <a:p>
            <a:pPr lvl="0"/>
            <a:endParaRPr kumimoji="1" lang="ja-JP" altLang="en-US" dirty="0"/>
          </a:p>
        </p:txBody>
      </p:sp>
      <p:sp>
        <p:nvSpPr>
          <p:cNvPr id="13" name="山形 12"/>
          <p:cNvSpPr/>
          <p:nvPr userDrawn="1"/>
        </p:nvSpPr>
        <p:spPr>
          <a:xfrm>
            <a:off x="1827884" y="4296800"/>
            <a:ext cx="380632" cy="380632"/>
          </a:xfrm>
          <a:prstGeom prst="chevron">
            <a:avLst/>
          </a:prstGeom>
          <a:blipFill dpi="0" rotWithShape="0">
            <a:blip r:embed="rId3"/>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テキスト プレースホルダー 5"/>
          <p:cNvSpPr>
            <a:spLocks noGrp="1"/>
          </p:cNvSpPr>
          <p:nvPr>
            <p:ph type="body" sz="quarter" idx="15" hasCustomPrompt="1"/>
          </p:nvPr>
        </p:nvSpPr>
        <p:spPr>
          <a:xfrm>
            <a:off x="2319997" y="4108418"/>
            <a:ext cx="6656752" cy="655100"/>
          </a:xfrm>
          <a:prstGeom prst="rect">
            <a:avLst/>
          </a:prstGeom>
        </p:spPr>
        <p:txBody>
          <a:bodyPr anchor="t">
            <a:noAutofit/>
          </a:bodyPr>
          <a:lstStyle>
            <a:lvl1pPr marL="0" indent="0" algn="l">
              <a:lnSpc>
                <a:spcPct val="120000"/>
              </a:lnSpc>
              <a:spcBef>
                <a:spcPts val="0"/>
              </a:spcBef>
              <a:buFontTx/>
              <a:buNone/>
              <a:defRPr sz="3200" baseline="0">
                <a:solidFill>
                  <a:schemeClr val="tx2"/>
                </a:solidFill>
                <a:latin typeface="+mj-lt"/>
              </a:defRPr>
            </a:lvl1pPr>
          </a:lstStyle>
          <a:p>
            <a:pPr lvl="0"/>
            <a:r>
              <a:rPr kumimoji="1" lang="en-US" altLang="ja-JP" dirty="0"/>
              <a:t>Text Here</a:t>
            </a:r>
          </a:p>
          <a:p>
            <a:pPr lvl="0"/>
            <a:endParaRPr kumimoji="1" lang="en-US" altLang="ja-JP" dirty="0"/>
          </a:p>
          <a:p>
            <a:pPr lvl="0"/>
            <a:endParaRPr kumimoji="1" lang="ja-JP" altLang="en-US" dirty="0"/>
          </a:p>
        </p:txBody>
      </p:sp>
      <p:sp>
        <p:nvSpPr>
          <p:cNvPr id="15" name="山形 14"/>
          <p:cNvSpPr/>
          <p:nvPr userDrawn="1"/>
        </p:nvSpPr>
        <p:spPr>
          <a:xfrm>
            <a:off x="1824869" y="5296029"/>
            <a:ext cx="380632" cy="380632"/>
          </a:xfrm>
          <a:prstGeom prst="chevron">
            <a:avLst/>
          </a:prstGeom>
          <a:blipFill dpi="0" rotWithShape="0">
            <a:blip r:embed="rId3"/>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テキスト プレースホルダー 5"/>
          <p:cNvSpPr>
            <a:spLocks noGrp="1"/>
          </p:cNvSpPr>
          <p:nvPr>
            <p:ph type="body" sz="quarter" idx="16" hasCustomPrompt="1"/>
          </p:nvPr>
        </p:nvSpPr>
        <p:spPr>
          <a:xfrm>
            <a:off x="2316982" y="5107647"/>
            <a:ext cx="6656752" cy="655100"/>
          </a:xfrm>
          <a:prstGeom prst="rect">
            <a:avLst/>
          </a:prstGeom>
        </p:spPr>
        <p:txBody>
          <a:bodyPr anchor="t">
            <a:noAutofit/>
          </a:bodyPr>
          <a:lstStyle>
            <a:lvl1pPr marL="0" indent="0" algn="l">
              <a:lnSpc>
                <a:spcPct val="120000"/>
              </a:lnSpc>
              <a:spcBef>
                <a:spcPts val="0"/>
              </a:spcBef>
              <a:buFontTx/>
              <a:buNone/>
              <a:defRPr sz="3200" baseline="0">
                <a:solidFill>
                  <a:schemeClr val="tx2"/>
                </a:solidFill>
                <a:latin typeface="+mj-lt"/>
              </a:defRPr>
            </a:lvl1pPr>
          </a:lstStyle>
          <a:p>
            <a:pPr lvl="0"/>
            <a:r>
              <a:rPr kumimoji="1" lang="en-US" altLang="ja-JP" dirty="0"/>
              <a:t>Text Here</a:t>
            </a:r>
          </a:p>
          <a:p>
            <a:pPr lvl="0"/>
            <a:endParaRPr kumimoji="1" lang="en-US" altLang="ja-JP" dirty="0"/>
          </a:p>
          <a:p>
            <a:pPr lvl="0"/>
            <a:endParaRPr kumimoji="1" lang="ja-JP" altLang="en-US" dirty="0"/>
          </a:p>
        </p:txBody>
      </p:sp>
      <p:sp>
        <p:nvSpPr>
          <p:cNvPr id="17" name="山形 16"/>
          <p:cNvSpPr/>
          <p:nvPr userDrawn="1"/>
        </p:nvSpPr>
        <p:spPr>
          <a:xfrm>
            <a:off x="1824869" y="6295257"/>
            <a:ext cx="380632" cy="380632"/>
          </a:xfrm>
          <a:prstGeom prst="chevron">
            <a:avLst/>
          </a:prstGeom>
          <a:blipFill dpi="0" rotWithShape="0">
            <a:blip r:embed="rId3"/>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テキスト プレースホルダー 5"/>
          <p:cNvSpPr>
            <a:spLocks noGrp="1"/>
          </p:cNvSpPr>
          <p:nvPr>
            <p:ph type="body" sz="quarter" idx="17" hasCustomPrompt="1"/>
          </p:nvPr>
        </p:nvSpPr>
        <p:spPr>
          <a:xfrm>
            <a:off x="2316982" y="6106875"/>
            <a:ext cx="6656752" cy="655100"/>
          </a:xfrm>
          <a:prstGeom prst="rect">
            <a:avLst/>
          </a:prstGeom>
        </p:spPr>
        <p:txBody>
          <a:bodyPr anchor="t">
            <a:noAutofit/>
          </a:bodyPr>
          <a:lstStyle>
            <a:lvl1pPr marL="0" indent="0" algn="l">
              <a:lnSpc>
                <a:spcPct val="120000"/>
              </a:lnSpc>
              <a:spcBef>
                <a:spcPts val="0"/>
              </a:spcBef>
              <a:buFontTx/>
              <a:buNone/>
              <a:defRPr sz="3200" baseline="0">
                <a:solidFill>
                  <a:schemeClr val="tx2"/>
                </a:solidFill>
                <a:latin typeface="+mj-lt"/>
              </a:defRPr>
            </a:lvl1pPr>
          </a:lstStyle>
          <a:p>
            <a:pPr lvl="0"/>
            <a:r>
              <a:rPr kumimoji="1" lang="en-US" altLang="ja-JP" dirty="0"/>
              <a:t>Text Here</a:t>
            </a:r>
          </a:p>
          <a:p>
            <a:pPr lvl="0"/>
            <a:endParaRPr kumimoji="1" lang="en-US" altLang="ja-JP" dirty="0"/>
          </a:p>
          <a:p>
            <a:pPr lvl="0"/>
            <a:endParaRPr kumimoji="1" lang="ja-JP" altLang="en-US" dirty="0"/>
          </a:p>
        </p:txBody>
      </p:sp>
      <p:sp>
        <p:nvSpPr>
          <p:cNvPr id="19" name="テキスト プレースホルダー 5"/>
          <p:cNvSpPr>
            <a:spLocks noGrp="1"/>
          </p:cNvSpPr>
          <p:nvPr>
            <p:ph type="body" sz="quarter" idx="32" hasCustomPrompt="1"/>
          </p:nvPr>
        </p:nvSpPr>
        <p:spPr>
          <a:xfrm>
            <a:off x="1137443" y="7615241"/>
            <a:ext cx="16016288" cy="1543272"/>
          </a:xfrm>
        </p:spPr>
        <p:txBody>
          <a:bodyPr anchor="ctr">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20" name="山形 19"/>
          <p:cNvSpPr/>
          <p:nvPr userDrawn="1"/>
        </p:nvSpPr>
        <p:spPr>
          <a:xfrm>
            <a:off x="9284209" y="3297571"/>
            <a:ext cx="380632" cy="380632"/>
          </a:xfrm>
          <a:prstGeom prst="chevron">
            <a:avLst/>
          </a:prstGeom>
          <a:blipFill dpi="0" rotWithShape="0">
            <a:blip r:embed="rId3"/>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1" name="テキスト プレースホルダー 5"/>
          <p:cNvSpPr>
            <a:spLocks noGrp="1"/>
          </p:cNvSpPr>
          <p:nvPr>
            <p:ph type="body" sz="quarter" idx="33" hasCustomPrompt="1"/>
          </p:nvPr>
        </p:nvSpPr>
        <p:spPr>
          <a:xfrm>
            <a:off x="9776322" y="3109189"/>
            <a:ext cx="6656752" cy="655100"/>
          </a:xfrm>
          <a:prstGeom prst="rect">
            <a:avLst/>
          </a:prstGeom>
        </p:spPr>
        <p:txBody>
          <a:bodyPr anchor="t">
            <a:noAutofit/>
          </a:bodyPr>
          <a:lstStyle>
            <a:lvl1pPr marL="0" indent="0" algn="l">
              <a:lnSpc>
                <a:spcPct val="120000"/>
              </a:lnSpc>
              <a:spcBef>
                <a:spcPts val="0"/>
              </a:spcBef>
              <a:buFontTx/>
              <a:buNone/>
              <a:defRPr sz="3200" baseline="0">
                <a:solidFill>
                  <a:schemeClr val="tx2"/>
                </a:solidFill>
                <a:latin typeface="+mj-lt"/>
              </a:defRPr>
            </a:lvl1pPr>
          </a:lstStyle>
          <a:p>
            <a:pPr lvl="0"/>
            <a:r>
              <a:rPr kumimoji="1" lang="en-US" altLang="ja-JP" dirty="0"/>
              <a:t>Text Here</a:t>
            </a:r>
          </a:p>
          <a:p>
            <a:pPr lvl="0"/>
            <a:endParaRPr kumimoji="1" lang="en-US" altLang="ja-JP" dirty="0"/>
          </a:p>
          <a:p>
            <a:pPr lvl="0"/>
            <a:endParaRPr kumimoji="1" lang="ja-JP" altLang="en-US" dirty="0"/>
          </a:p>
        </p:txBody>
      </p:sp>
      <p:sp>
        <p:nvSpPr>
          <p:cNvPr id="22" name="山形 21"/>
          <p:cNvSpPr/>
          <p:nvPr userDrawn="1"/>
        </p:nvSpPr>
        <p:spPr>
          <a:xfrm>
            <a:off x="9287224" y="4296800"/>
            <a:ext cx="380632" cy="380632"/>
          </a:xfrm>
          <a:prstGeom prst="chevron">
            <a:avLst/>
          </a:prstGeom>
          <a:blipFill dpi="0" rotWithShape="0">
            <a:blip r:embed="rId3"/>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3" name="テキスト プレースホルダー 5"/>
          <p:cNvSpPr>
            <a:spLocks noGrp="1"/>
          </p:cNvSpPr>
          <p:nvPr>
            <p:ph type="body" sz="quarter" idx="34" hasCustomPrompt="1"/>
          </p:nvPr>
        </p:nvSpPr>
        <p:spPr>
          <a:xfrm>
            <a:off x="9779337" y="4108418"/>
            <a:ext cx="6656752" cy="655100"/>
          </a:xfrm>
          <a:prstGeom prst="rect">
            <a:avLst/>
          </a:prstGeom>
        </p:spPr>
        <p:txBody>
          <a:bodyPr anchor="t">
            <a:noAutofit/>
          </a:bodyPr>
          <a:lstStyle>
            <a:lvl1pPr marL="0" indent="0" algn="l">
              <a:lnSpc>
                <a:spcPct val="120000"/>
              </a:lnSpc>
              <a:spcBef>
                <a:spcPts val="0"/>
              </a:spcBef>
              <a:buFontTx/>
              <a:buNone/>
              <a:defRPr sz="3200" baseline="0">
                <a:solidFill>
                  <a:schemeClr val="tx2"/>
                </a:solidFill>
                <a:latin typeface="+mj-lt"/>
              </a:defRPr>
            </a:lvl1pPr>
          </a:lstStyle>
          <a:p>
            <a:pPr lvl="0"/>
            <a:r>
              <a:rPr kumimoji="1" lang="en-US" altLang="ja-JP" dirty="0"/>
              <a:t>Text Here</a:t>
            </a:r>
          </a:p>
          <a:p>
            <a:pPr lvl="0"/>
            <a:endParaRPr kumimoji="1" lang="en-US" altLang="ja-JP" dirty="0"/>
          </a:p>
          <a:p>
            <a:pPr lvl="0"/>
            <a:endParaRPr kumimoji="1" lang="ja-JP" altLang="en-US" dirty="0"/>
          </a:p>
        </p:txBody>
      </p:sp>
      <p:sp>
        <p:nvSpPr>
          <p:cNvPr id="24" name="山形 23"/>
          <p:cNvSpPr/>
          <p:nvPr userDrawn="1"/>
        </p:nvSpPr>
        <p:spPr>
          <a:xfrm>
            <a:off x="9284209" y="5296029"/>
            <a:ext cx="380632" cy="380632"/>
          </a:xfrm>
          <a:prstGeom prst="chevron">
            <a:avLst/>
          </a:prstGeom>
          <a:blipFill dpi="0" rotWithShape="0">
            <a:blip r:embed="rId3"/>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5" name="テキスト プレースホルダー 5"/>
          <p:cNvSpPr>
            <a:spLocks noGrp="1"/>
          </p:cNvSpPr>
          <p:nvPr>
            <p:ph type="body" sz="quarter" idx="35" hasCustomPrompt="1"/>
          </p:nvPr>
        </p:nvSpPr>
        <p:spPr>
          <a:xfrm>
            <a:off x="9776322" y="5107647"/>
            <a:ext cx="6656752" cy="655100"/>
          </a:xfrm>
          <a:prstGeom prst="rect">
            <a:avLst/>
          </a:prstGeom>
        </p:spPr>
        <p:txBody>
          <a:bodyPr anchor="t">
            <a:noAutofit/>
          </a:bodyPr>
          <a:lstStyle>
            <a:lvl1pPr marL="0" indent="0" algn="l">
              <a:lnSpc>
                <a:spcPct val="120000"/>
              </a:lnSpc>
              <a:spcBef>
                <a:spcPts val="0"/>
              </a:spcBef>
              <a:buFontTx/>
              <a:buNone/>
              <a:defRPr sz="3200" baseline="0">
                <a:solidFill>
                  <a:schemeClr val="tx2"/>
                </a:solidFill>
                <a:latin typeface="+mj-lt"/>
              </a:defRPr>
            </a:lvl1pPr>
          </a:lstStyle>
          <a:p>
            <a:pPr lvl="0"/>
            <a:r>
              <a:rPr kumimoji="1" lang="en-US" altLang="ja-JP" dirty="0"/>
              <a:t>Text Here</a:t>
            </a:r>
          </a:p>
          <a:p>
            <a:pPr lvl="0"/>
            <a:endParaRPr kumimoji="1" lang="en-US" altLang="ja-JP" dirty="0"/>
          </a:p>
          <a:p>
            <a:pPr lvl="0"/>
            <a:endParaRPr kumimoji="1" lang="ja-JP" altLang="en-US" dirty="0"/>
          </a:p>
        </p:txBody>
      </p:sp>
      <p:sp>
        <p:nvSpPr>
          <p:cNvPr id="26" name="山形 25"/>
          <p:cNvSpPr/>
          <p:nvPr userDrawn="1"/>
        </p:nvSpPr>
        <p:spPr>
          <a:xfrm>
            <a:off x="9284209" y="6295257"/>
            <a:ext cx="380632" cy="380632"/>
          </a:xfrm>
          <a:prstGeom prst="chevron">
            <a:avLst/>
          </a:prstGeom>
          <a:blipFill dpi="0" rotWithShape="0">
            <a:blip r:embed="rId3"/>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7" name="テキスト プレースホルダー 5"/>
          <p:cNvSpPr>
            <a:spLocks noGrp="1"/>
          </p:cNvSpPr>
          <p:nvPr>
            <p:ph type="body" sz="quarter" idx="36" hasCustomPrompt="1"/>
          </p:nvPr>
        </p:nvSpPr>
        <p:spPr>
          <a:xfrm>
            <a:off x="9776322" y="6106875"/>
            <a:ext cx="6656752" cy="655100"/>
          </a:xfrm>
          <a:prstGeom prst="rect">
            <a:avLst/>
          </a:prstGeom>
        </p:spPr>
        <p:txBody>
          <a:bodyPr anchor="t">
            <a:noAutofit/>
          </a:bodyPr>
          <a:lstStyle>
            <a:lvl1pPr marL="0" indent="0" algn="l">
              <a:lnSpc>
                <a:spcPct val="120000"/>
              </a:lnSpc>
              <a:spcBef>
                <a:spcPts val="0"/>
              </a:spcBef>
              <a:buFontTx/>
              <a:buNone/>
              <a:defRPr sz="3200" baseline="0">
                <a:solidFill>
                  <a:schemeClr val="tx2"/>
                </a:solidFill>
                <a:latin typeface="+mj-lt"/>
              </a:defRPr>
            </a:lvl1pPr>
          </a:lstStyle>
          <a:p>
            <a:pPr lvl="0"/>
            <a:r>
              <a:rPr kumimoji="1" lang="en-US" altLang="ja-JP" dirty="0"/>
              <a:t>Text Here</a:t>
            </a:r>
          </a:p>
          <a:p>
            <a:pPr lvl="0"/>
            <a:endParaRPr kumimoji="1" lang="en-US" altLang="ja-JP" dirty="0"/>
          </a:p>
          <a:p>
            <a:pPr lvl="0"/>
            <a:endParaRPr kumimoji="1" lang="ja-JP" altLang="en-US" dirty="0"/>
          </a:p>
        </p:txBody>
      </p:sp>
    </p:spTree>
    <p:extLst>
      <p:ext uri="{BB962C8B-B14F-4D97-AF65-F5344CB8AC3E}">
        <p14:creationId xmlns:p14="http://schemas.microsoft.com/office/powerpoint/2010/main" val="2519409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6" presetClass="entr" presetSubtype="37"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outVertical)">
                                      <p:cBhvr>
                                        <p:cTn id="12" dur="500"/>
                                        <p:tgtEl>
                                          <p:spTgt spid="10"/>
                                        </p:tgtEl>
                                      </p:cBhvr>
                                    </p:animEffect>
                                  </p:childTnLst>
                                </p:cTn>
                              </p:par>
                              <p:par>
                                <p:cTn id="13" presetID="22" presetClass="entr" presetSubtype="8" fill="hold" nodeType="withEffect">
                                  <p:stCondLst>
                                    <p:cond delay="25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1000"/>
                                        <p:tgtEl>
                                          <p:spTgt spid="11"/>
                                        </p:tgtEl>
                                      </p:cBhvr>
                                    </p:animEffect>
                                  </p:childTnLst>
                                </p:cTn>
                              </p:par>
                              <p:par>
                                <p:cTn id="16" presetID="22" presetClass="entr" presetSubtype="2" fill="hold" nodeType="withEffect">
                                  <p:stCondLst>
                                    <p:cond delay="25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1000"/>
                                        <p:tgtEl>
                                          <p:spTgt spid="12"/>
                                        </p:tgtEl>
                                      </p:cBhvr>
                                    </p:animEffect>
                                  </p:childTnLst>
                                </p:cTn>
                              </p:par>
                            </p:childTnLst>
                          </p:cTn>
                        </p:par>
                        <p:par>
                          <p:cTn id="19" fill="hold">
                            <p:stCondLst>
                              <p:cond delay="1750"/>
                            </p:stCondLst>
                            <p:childTnLst>
                              <p:par>
                                <p:cTn id="20" presetID="2" presetClass="entr" presetSubtype="2" decel="10000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1+#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par>
                                <p:cTn id="24" presetID="22" presetClass="entr" presetSubtype="2" fill="hold" grpId="0" nodeType="withEffect">
                                  <p:stCondLst>
                                    <p:cond delay="25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wipe(right)">
                                      <p:cBhvr>
                                        <p:cTn id="26" dur="500"/>
                                        <p:tgtEl>
                                          <p:spTgt spid="7">
                                            <p:txEl>
                                              <p:pRg st="0" end="0"/>
                                            </p:txEl>
                                          </p:spTgt>
                                        </p:tgtEl>
                                      </p:cBhvr>
                                    </p:animEffect>
                                  </p:childTnLst>
                                </p:cTn>
                              </p:par>
                            </p:childTnLst>
                          </p:cTn>
                        </p:par>
                        <p:par>
                          <p:cTn id="27" fill="hold">
                            <p:stCondLst>
                              <p:cond delay="2500"/>
                            </p:stCondLst>
                            <p:childTnLst>
                              <p:par>
                                <p:cTn id="28" presetID="2" presetClass="entr" presetSubtype="2" decel="10000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1+#ppt_w/2"/>
                                          </p:val>
                                        </p:tav>
                                        <p:tav tm="100000">
                                          <p:val>
                                            <p:strVal val="#ppt_x"/>
                                          </p:val>
                                        </p:tav>
                                      </p:tavLst>
                                    </p:anim>
                                    <p:anim calcmode="lin" valueType="num">
                                      <p:cBhvr additive="base">
                                        <p:cTn id="31" dur="500" fill="hold"/>
                                        <p:tgtEl>
                                          <p:spTgt spid="13"/>
                                        </p:tgtEl>
                                        <p:attrNameLst>
                                          <p:attrName>ppt_y</p:attrName>
                                        </p:attrNameLst>
                                      </p:cBhvr>
                                      <p:tavLst>
                                        <p:tav tm="0">
                                          <p:val>
                                            <p:strVal val="#ppt_y"/>
                                          </p:val>
                                        </p:tav>
                                        <p:tav tm="100000">
                                          <p:val>
                                            <p:strVal val="#ppt_y"/>
                                          </p:val>
                                        </p:tav>
                                      </p:tavLst>
                                    </p:anim>
                                  </p:childTnLst>
                                </p:cTn>
                              </p:par>
                              <p:par>
                                <p:cTn id="32" presetID="22" presetClass="entr" presetSubtype="2" fill="hold" grpId="0" nodeType="withEffect">
                                  <p:stCondLst>
                                    <p:cond delay="250"/>
                                  </p:stCondLst>
                                  <p:childTnLst>
                                    <p:set>
                                      <p:cBhvr>
                                        <p:cTn id="33" dur="1" fill="hold">
                                          <p:stCondLst>
                                            <p:cond delay="0"/>
                                          </p:stCondLst>
                                        </p:cTn>
                                        <p:tgtEl>
                                          <p:spTgt spid="14">
                                            <p:txEl>
                                              <p:pRg st="0" end="0"/>
                                            </p:txEl>
                                          </p:spTgt>
                                        </p:tgtEl>
                                        <p:attrNameLst>
                                          <p:attrName>style.visibility</p:attrName>
                                        </p:attrNameLst>
                                      </p:cBhvr>
                                      <p:to>
                                        <p:strVal val="visible"/>
                                      </p:to>
                                    </p:set>
                                    <p:animEffect transition="in" filter="wipe(right)">
                                      <p:cBhvr>
                                        <p:cTn id="34" dur="500"/>
                                        <p:tgtEl>
                                          <p:spTgt spid="14">
                                            <p:txEl>
                                              <p:pRg st="0" end="0"/>
                                            </p:txEl>
                                          </p:spTgt>
                                        </p:tgtEl>
                                      </p:cBhvr>
                                    </p:animEffect>
                                  </p:childTnLst>
                                </p:cTn>
                              </p:par>
                            </p:childTnLst>
                          </p:cTn>
                        </p:par>
                        <p:par>
                          <p:cTn id="35" fill="hold">
                            <p:stCondLst>
                              <p:cond delay="3250"/>
                            </p:stCondLst>
                            <p:childTnLst>
                              <p:par>
                                <p:cTn id="36" presetID="2" presetClass="entr" presetSubtype="2" decel="100000" fill="hold" grpId="0" nodeType="after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additive="base">
                                        <p:cTn id="38" dur="500" fill="hold"/>
                                        <p:tgtEl>
                                          <p:spTgt spid="15"/>
                                        </p:tgtEl>
                                        <p:attrNameLst>
                                          <p:attrName>ppt_x</p:attrName>
                                        </p:attrNameLst>
                                      </p:cBhvr>
                                      <p:tavLst>
                                        <p:tav tm="0">
                                          <p:val>
                                            <p:strVal val="1+#ppt_w/2"/>
                                          </p:val>
                                        </p:tav>
                                        <p:tav tm="100000">
                                          <p:val>
                                            <p:strVal val="#ppt_x"/>
                                          </p:val>
                                        </p:tav>
                                      </p:tavLst>
                                    </p:anim>
                                    <p:anim calcmode="lin" valueType="num">
                                      <p:cBhvr additive="base">
                                        <p:cTn id="39" dur="500" fill="hold"/>
                                        <p:tgtEl>
                                          <p:spTgt spid="15"/>
                                        </p:tgtEl>
                                        <p:attrNameLst>
                                          <p:attrName>ppt_y</p:attrName>
                                        </p:attrNameLst>
                                      </p:cBhvr>
                                      <p:tavLst>
                                        <p:tav tm="0">
                                          <p:val>
                                            <p:strVal val="#ppt_y"/>
                                          </p:val>
                                        </p:tav>
                                        <p:tav tm="100000">
                                          <p:val>
                                            <p:strVal val="#ppt_y"/>
                                          </p:val>
                                        </p:tav>
                                      </p:tavLst>
                                    </p:anim>
                                  </p:childTnLst>
                                </p:cTn>
                              </p:par>
                              <p:par>
                                <p:cTn id="40" presetID="22" presetClass="entr" presetSubtype="2" fill="hold" grpId="0" nodeType="withEffect">
                                  <p:stCondLst>
                                    <p:cond delay="250"/>
                                  </p:stCondLst>
                                  <p:childTnLst>
                                    <p:set>
                                      <p:cBhvr>
                                        <p:cTn id="41" dur="1" fill="hold">
                                          <p:stCondLst>
                                            <p:cond delay="0"/>
                                          </p:stCondLst>
                                        </p:cTn>
                                        <p:tgtEl>
                                          <p:spTgt spid="16">
                                            <p:txEl>
                                              <p:pRg st="0" end="0"/>
                                            </p:txEl>
                                          </p:spTgt>
                                        </p:tgtEl>
                                        <p:attrNameLst>
                                          <p:attrName>style.visibility</p:attrName>
                                        </p:attrNameLst>
                                      </p:cBhvr>
                                      <p:to>
                                        <p:strVal val="visible"/>
                                      </p:to>
                                    </p:set>
                                    <p:animEffect transition="in" filter="wipe(right)">
                                      <p:cBhvr>
                                        <p:cTn id="42" dur="500"/>
                                        <p:tgtEl>
                                          <p:spTgt spid="16">
                                            <p:txEl>
                                              <p:pRg st="0" end="0"/>
                                            </p:txEl>
                                          </p:spTgt>
                                        </p:tgtEl>
                                      </p:cBhvr>
                                    </p:animEffect>
                                  </p:childTnLst>
                                </p:cTn>
                              </p:par>
                            </p:childTnLst>
                          </p:cTn>
                        </p:par>
                        <p:par>
                          <p:cTn id="43" fill="hold">
                            <p:stCondLst>
                              <p:cond delay="4000"/>
                            </p:stCondLst>
                            <p:childTnLst>
                              <p:par>
                                <p:cTn id="44" presetID="2" presetClass="entr" presetSubtype="2" decel="100000"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1+#ppt_w/2"/>
                                          </p:val>
                                        </p:tav>
                                        <p:tav tm="100000">
                                          <p:val>
                                            <p:strVal val="#ppt_x"/>
                                          </p:val>
                                        </p:tav>
                                      </p:tavLst>
                                    </p:anim>
                                    <p:anim calcmode="lin" valueType="num">
                                      <p:cBhvr additive="base">
                                        <p:cTn id="47" dur="500" fill="hold"/>
                                        <p:tgtEl>
                                          <p:spTgt spid="17"/>
                                        </p:tgtEl>
                                        <p:attrNameLst>
                                          <p:attrName>ppt_y</p:attrName>
                                        </p:attrNameLst>
                                      </p:cBhvr>
                                      <p:tavLst>
                                        <p:tav tm="0">
                                          <p:val>
                                            <p:strVal val="#ppt_y"/>
                                          </p:val>
                                        </p:tav>
                                        <p:tav tm="100000">
                                          <p:val>
                                            <p:strVal val="#ppt_y"/>
                                          </p:val>
                                        </p:tav>
                                      </p:tavLst>
                                    </p:anim>
                                  </p:childTnLst>
                                </p:cTn>
                              </p:par>
                              <p:par>
                                <p:cTn id="48" presetID="22" presetClass="entr" presetSubtype="2" fill="hold" grpId="0" nodeType="withEffect">
                                  <p:stCondLst>
                                    <p:cond delay="250"/>
                                  </p:stCondLst>
                                  <p:childTnLst>
                                    <p:set>
                                      <p:cBhvr>
                                        <p:cTn id="49" dur="1" fill="hold">
                                          <p:stCondLst>
                                            <p:cond delay="0"/>
                                          </p:stCondLst>
                                        </p:cTn>
                                        <p:tgtEl>
                                          <p:spTgt spid="18">
                                            <p:txEl>
                                              <p:pRg st="0" end="0"/>
                                            </p:txEl>
                                          </p:spTgt>
                                        </p:tgtEl>
                                        <p:attrNameLst>
                                          <p:attrName>style.visibility</p:attrName>
                                        </p:attrNameLst>
                                      </p:cBhvr>
                                      <p:to>
                                        <p:strVal val="visible"/>
                                      </p:to>
                                    </p:set>
                                    <p:animEffect transition="in" filter="wipe(right)">
                                      <p:cBhvr>
                                        <p:cTn id="50" dur="500"/>
                                        <p:tgtEl>
                                          <p:spTgt spid="18">
                                            <p:txEl>
                                              <p:pRg st="0" end="0"/>
                                            </p:txEl>
                                          </p:spTgt>
                                        </p:tgtEl>
                                      </p:cBhvr>
                                    </p:animEffect>
                                  </p:childTnLst>
                                </p:cTn>
                              </p:par>
                            </p:childTnLst>
                          </p:cTn>
                        </p:par>
                        <p:par>
                          <p:cTn id="51" fill="hold">
                            <p:stCondLst>
                              <p:cond delay="5500"/>
                            </p:stCondLst>
                            <p:childTnLst>
                              <p:par>
                                <p:cTn id="52" presetID="2" presetClass="entr" presetSubtype="2" decel="100000" fill="hold" grpId="0" nodeType="afterEffect">
                                  <p:stCondLst>
                                    <p:cond delay="0"/>
                                  </p:stCondLst>
                                  <p:childTnLst>
                                    <p:set>
                                      <p:cBhvr>
                                        <p:cTn id="53" dur="1" fill="hold">
                                          <p:stCondLst>
                                            <p:cond delay="0"/>
                                          </p:stCondLst>
                                        </p:cTn>
                                        <p:tgtEl>
                                          <p:spTgt spid="20"/>
                                        </p:tgtEl>
                                        <p:attrNameLst>
                                          <p:attrName>style.visibility</p:attrName>
                                        </p:attrNameLst>
                                      </p:cBhvr>
                                      <p:to>
                                        <p:strVal val="visible"/>
                                      </p:to>
                                    </p:set>
                                    <p:anim calcmode="lin" valueType="num">
                                      <p:cBhvr additive="base">
                                        <p:cTn id="54" dur="500" fill="hold"/>
                                        <p:tgtEl>
                                          <p:spTgt spid="20"/>
                                        </p:tgtEl>
                                        <p:attrNameLst>
                                          <p:attrName>ppt_x</p:attrName>
                                        </p:attrNameLst>
                                      </p:cBhvr>
                                      <p:tavLst>
                                        <p:tav tm="0">
                                          <p:val>
                                            <p:strVal val="1+#ppt_w/2"/>
                                          </p:val>
                                        </p:tav>
                                        <p:tav tm="100000">
                                          <p:val>
                                            <p:strVal val="#ppt_x"/>
                                          </p:val>
                                        </p:tav>
                                      </p:tavLst>
                                    </p:anim>
                                    <p:anim calcmode="lin" valueType="num">
                                      <p:cBhvr additive="base">
                                        <p:cTn id="55" dur="500" fill="hold"/>
                                        <p:tgtEl>
                                          <p:spTgt spid="20"/>
                                        </p:tgtEl>
                                        <p:attrNameLst>
                                          <p:attrName>ppt_y</p:attrName>
                                        </p:attrNameLst>
                                      </p:cBhvr>
                                      <p:tavLst>
                                        <p:tav tm="0">
                                          <p:val>
                                            <p:strVal val="#ppt_y"/>
                                          </p:val>
                                        </p:tav>
                                        <p:tav tm="100000">
                                          <p:val>
                                            <p:strVal val="#ppt_y"/>
                                          </p:val>
                                        </p:tav>
                                      </p:tavLst>
                                    </p:anim>
                                  </p:childTnLst>
                                </p:cTn>
                              </p:par>
                              <p:par>
                                <p:cTn id="56" presetID="22" presetClass="entr" presetSubtype="2" fill="hold" grpId="0" nodeType="withEffect">
                                  <p:stCondLst>
                                    <p:cond delay="250"/>
                                  </p:stCondLst>
                                  <p:childTnLst>
                                    <p:set>
                                      <p:cBhvr>
                                        <p:cTn id="57" dur="1" fill="hold">
                                          <p:stCondLst>
                                            <p:cond delay="0"/>
                                          </p:stCondLst>
                                        </p:cTn>
                                        <p:tgtEl>
                                          <p:spTgt spid="21">
                                            <p:txEl>
                                              <p:pRg st="0" end="0"/>
                                            </p:txEl>
                                          </p:spTgt>
                                        </p:tgtEl>
                                        <p:attrNameLst>
                                          <p:attrName>style.visibility</p:attrName>
                                        </p:attrNameLst>
                                      </p:cBhvr>
                                      <p:to>
                                        <p:strVal val="visible"/>
                                      </p:to>
                                    </p:set>
                                    <p:animEffect transition="in" filter="wipe(right)">
                                      <p:cBhvr>
                                        <p:cTn id="58" dur="500"/>
                                        <p:tgtEl>
                                          <p:spTgt spid="21">
                                            <p:txEl>
                                              <p:pRg st="0" end="0"/>
                                            </p:txEl>
                                          </p:spTgt>
                                        </p:tgtEl>
                                      </p:cBhvr>
                                    </p:animEffect>
                                  </p:childTnLst>
                                </p:cTn>
                              </p:par>
                            </p:childTnLst>
                          </p:cTn>
                        </p:par>
                        <p:par>
                          <p:cTn id="59" fill="hold">
                            <p:stCondLst>
                              <p:cond delay="6250"/>
                            </p:stCondLst>
                            <p:childTnLst>
                              <p:par>
                                <p:cTn id="60" presetID="2" presetClass="entr" presetSubtype="2" decel="100000" fill="hold" grpId="0" nodeType="afterEffect">
                                  <p:stCondLst>
                                    <p:cond delay="0"/>
                                  </p:stCondLst>
                                  <p:childTnLst>
                                    <p:set>
                                      <p:cBhvr>
                                        <p:cTn id="61" dur="1" fill="hold">
                                          <p:stCondLst>
                                            <p:cond delay="0"/>
                                          </p:stCondLst>
                                        </p:cTn>
                                        <p:tgtEl>
                                          <p:spTgt spid="22"/>
                                        </p:tgtEl>
                                        <p:attrNameLst>
                                          <p:attrName>style.visibility</p:attrName>
                                        </p:attrNameLst>
                                      </p:cBhvr>
                                      <p:to>
                                        <p:strVal val="visible"/>
                                      </p:to>
                                    </p:set>
                                    <p:anim calcmode="lin" valueType="num">
                                      <p:cBhvr additive="base">
                                        <p:cTn id="62" dur="500" fill="hold"/>
                                        <p:tgtEl>
                                          <p:spTgt spid="22"/>
                                        </p:tgtEl>
                                        <p:attrNameLst>
                                          <p:attrName>ppt_x</p:attrName>
                                        </p:attrNameLst>
                                      </p:cBhvr>
                                      <p:tavLst>
                                        <p:tav tm="0">
                                          <p:val>
                                            <p:strVal val="1+#ppt_w/2"/>
                                          </p:val>
                                        </p:tav>
                                        <p:tav tm="100000">
                                          <p:val>
                                            <p:strVal val="#ppt_x"/>
                                          </p:val>
                                        </p:tav>
                                      </p:tavLst>
                                    </p:anim>
                                    <p:anim calcmode="lin" valueType="num">
                                      <p:cBhvr additive="base">
                                        <p:cTn id="63" dur="500" fill="hold"/>
                                        <p:tgtEl>
                                          <p:spTgt spid="22"/>
                                        </p:tgtEl>
                                        <p:attrNameLst>
                                          <p:attrName>ppt_y</p:attrName>
                                        </p:attrNameLst>
                                      </p:cBhvr>
                                      <p:tavLst>
                                        <p:tav tm="0">
                                          <p:val>
                                            <p:strVal val="#ppt_y"/>
                                          </p:val>
                                        </p:tav>
                                        <p:tav tm="100000">
                                          <p:val>
                                            <p:strVal val="#ppt_y"/>
                                          </p:val>
                                        </p:tav>
                                      </p:tavLst>
                                    </p:anim>
                                  </p:childTnLst>
                                </p:cTn>
                              </p:par>
                              <p:par>
                                <p:cTn id="64" presetID="22" presetClass="entr" presetSubtype="2" fill="hold" grpId="0" nodeType="withEffect">
                                  <p:stCondLst>
                                    <p:cond delay="250"/>
                                  </p:stCondLst>
                                  <p:childTnLst>
                                    <p:set>
                                      <p:cBhvr>
                                        <p:cTn id="65" dur="1" fill="hold">
                                          <p:stCondLst>
                                            <p:cond delay="0"/>
                                          </p:stCondLst>
                                        </p:cTn>
                                        <p:tgtEl>
                                          <p:spTgt spid="23">
                                            <p:txEl>
                                              <p:pRg st="0" end="0"/>
                                            </p:txEl>
                                          </p:spTgt>
                                        </p:tgtEl>
                                        <p:attrNameLst>
                                          <p:attrName>style.visibility</p:attrName>
                                        </p:attrNameLst>
                                      </p:cBhvr>
                                      <p:to>
                                        <p:strVal val="visible"/>
                                      </p:to>
                                    </p:set>
                                    <p:animEffect transition="in" filter="wipe(right)">
                                      <p:cBhvr>
                                        <p:cTn id="66" dur="500"/>
                                        <p:tgtEl>
                                          <p:spTgt spid="23">
                                            <p:txEl>
                                              <p:pRg st="0" end="0"/>
                                            </p:txEl>
                                          </p:spTgt>
                                        </p:tgtEl>
                                      </p:cBhvr>
                                    </p:animEffect>
                                  </p:childTnLst>
                                </p:cTn>
                              </p:par>
                            </p:childTnLst>
                          </p:cTn>
                        </p:par>
                        <p:par>
                          <p:cTn id="67" fill="hold">
                            <p:stCondLst>
                              <p:cond delay="7000"/>
                            </p:stCondLst>
                            <p:childTnLst>
                              <p:par>
                                <p:cTn id="68" presetID="2" presetClass="entr" presetSubtype="2" decel="100000" fill="hold" grpId="0" nodeType="afterEffect">
                                  <p:stCondLst>
                                    <p:cond delay="0"/>
                                  </p:stCondLst>
                                  <p:childTnLst>
                                    <p:set>
                                      <p:cBhvr>
                                        <p:cTn id="69" dur="1" fill="hold">
                                          <p:stCondLst>
                                            <p:cond delay="0"/>
                                          </p:stCondLst>
                                        </p:cTn>
                                        <p:tgtEl>
                                          <p:spTgt spid="24"/>
                                        </p:tgtEl>
                                        <p:attrNameLst>
                                          <p:attrName>style.visibility</p:attrName>
                                        </p:attrNameLst>
                                      </p:cBhvr>
                                      <p:to>
                                        <p:strVal val="visible"/>
                                      </p:to>
                                    </p:set>
                                    <p:anim calcmode="lin" valueType="num">
                                      <p:cBhvr additive="base">
                                        <p:cTn id="70" dur="500" fill="hold"/>
                                        <p:tgtEl>
                                          <p:spTgt spid="24"/>
                                        </p:tgtEl>
                                        <p:attrNameLst>
                                          <p:attrName>ppt_x</p:attrName>
                                        </p:attrNameLst>
                                      </p:cBhvr>
                                      <p:tavLst>
                                        <p:tav tm="0">
                                          <p:val>
                                            <p:strVal val="1+#ppt_w/2"/>
                                          </p:val>
                                        </p:tav>
                                        <p:tav tm="100000">
                                          <p:val>
                                            <p:strVal val="#ppt_x"/>
                                          </p:val>
                                        </p:tav>
                                      </p:tavLst>
                                    </p:anim>
                                    <p:anim calcmode="lin" valueType="num">
                                      <p:cBhvr additive="base">
                                        <p:cTn id="71" dur="500" fill="hold"/>
                                        <p:tgtEl>
                                          <p:spTgt spid="24"/>
                                        </p:tgtEl>
                                        <p:attrNameLst>
                                          <p:attrName>ppt_y</p:attrName>
                                        </p:attrNameLst>
                                      </p:cBhvr>
                                      <p:tavLst>
                                        <p:tav tm="0">
                                          <p:val>
                                            <p:strVal val="#ppt_y"/>
                                          </p:val>
                                        </p:tav>
                                        <p:tav tm="100000">
                                          <p:val>
                                            <p:strVal val="#ppt_y"/>
                                          </p:val>
                                        </p:tav>
                                      </p:tavLst>
                                    </p:anim>
                                  </p:childTnLst>
                                </p:cTn>
                              </p:par>
                              <p:par>
                                <p:cTn id="72" presetID="22" presetClass="entr" presetSubtype="2" fill="hold" grpId="0" nodeType="withEffect">
                                  <p:stCondLst>
                                    <p:cond delay="250"/>
                                  </p:stCondLst>
                                  <p:childTnLst>
                                    <p:set>
                                      <p:cBhvr>
                                        <p:cTn id="73" dur="1" fill="hold">
                                          <p:stCondLst>
                                            <p:cond delay="0"/>
                                          </p:stCondLst>
                                        </p:cTn>
                                        <p:tgtEl>
                                          <p:spTgt spid="25">
                                            <p:txEl>
                                              <p:pRg st="0" end="0"/>
                                            </p:txEl>
                                          </p:spTgt>
                                        </p:tgtEl>
                                        <p:attrNameLst>
                                          <p:attrName>style.visibility</p:attrName>
                                        </p:attrNameLst>
                                      </p:cBhvr>
                                      <p:to>
                                        <p:strVal val="visible"/>
                                      </p:to>
                                    </p:set>
                                    <p:animEffect transition="in" filter="wipe(right)">
                                      <p:cBhvr>
                                        <p:cTn id="74" dur="500"/>
                                        <p:tgtEl>
                                          <p:spTgt spid="25">
                                            <p:txEl>
                                              <p:pRg st="0" end="0"/>
                                            </p:txEl>
                                          </p:spTgt>
                                        </p:tgtEl>
                                      </p:cBhvr>
                                    </p:animEffect>
                                  </p:childTnLst>
                                </p:cTn>
                              </p:par>
                            </p:childTnLst>
                          </p:cTn>
                        </p:par>
                        <p:par>
                          <p:cTn id="75" fill="hold">
                            <p:stCondLst>
                              <p:cond delay="7750"/>
                            </p:stCondLst>
                            <p:childTnLst>
                              <p:par>
                                <p:cTn id="76" presetID="2" presetClass="entr" presetSubtype="2" decel="100000" fill="hold" grpId="0" nodeType="afterEffect">
                                  <p:stCondLst>
                                    <p:cond delay="0"/>
                                  </p:stCondLst>
                                  <p:childTnLst>
                                    <p:set>
                                      <p:cBhvr>
                                        <p:cTn id="77" dur="1" fill="hold">
                                          <p:stCondLst>
                                            <p:cond delay="0"/>
                                          </p:stCondLst>
                                        </p:cTn>
                                        <p:tgtEl>
                                          <p:spTgt spid="26"/>
                                        </p:tgtEl>
                                        <p:attrNameLst>
                                          <p:attrName>style.visibility</p:attrName>
                                        </p:attrNameLst>
                                      </p:cBhvr>
                                      <p:to>
                                        <p:strVal val="visible"/>
                                      </p:to>
                                    </p:set>
                                    <p:anim calcmode="lin" valueType="num">
                                      <p:cBhvr additive="base">
                                        <p:cTn id="78" dur="500" fill="hold"/>
                                        <p:tgtEl>
                                          <p:spTgt spid="26"/>
                                        </p:tgtEl>
                                        <p:attrNameLst>
                                          <p:attrName>ppt_x</p:attrName>
                                        </p:attrNameLst>
                                      </p:cBhvr>
                                      <p:tavLst>
                                        <p:tav tm="0">
                                          <p:val>
                                            <p:strVal val="1+#ppt_w/2"/>
                                          </p:val>
                                        </p:tav>
                                        <p:tav tm="100000">
                                          <p:val>
                                            <p:strVal val="#ppt_x"/>
                                          </p:val>
                                        </p:tav>
                                      </p:tavLst>
                                    </p:anim>
                                    <p:anim calcmode="lin" valueType="num">
                                      <p:cBhvr additive="base">
                                        <p:cTn id="79" dur="500" fill="hold"/>
                                        <p:tgtEl>
                                          <p:spTgt spid="26"/>
                                        </p:tgtEl>
                                        <p:attrNameLst>
                                          <p:attrName>ppt_y</p:attrName>
                                        </p:attrNameLst>
                                      </p:cBhvr>
                                      <p:tavLst>
                                        <p:tav tm="0">
                                          <p:val>
                                            <p:strVal val="#ppt_y"/>
                                          </p:val>
                                        </p:tav>
                                        <p:tav tm="100000">
                                          <p:val>
                                            <p:strVal val="#ppt_y"/>
                                          </p:val>
                                        </p:tav>
                                      </p:tavLst>
                                    </p:anim>
                                  </p:childTnLst>
                                </p:cTn>
                              </p:par>
                              <p:par>
                                <p:cTn id="80" presetID="22" presetClass="entr" presetSubtype="2" fill="hold" grpId="0" nodeType="withEffect">
                                  <p:stCondLst>
                                    <p:cond delay="250"/>
                                  </p:stCondLst>
                                  <p:childTnLst>
                                    <p:set>
                                      <p:cBhvr>
                                        <p:cTn id="81" dur="1" fill="hold">
                                          <p:stCondLst>
                                            <p:cond delay="0"/>
                                          </p:stCondLst>
                                        </p:cTn>
                                        <p:tgtEl>
                                          <p:spTgt spid="27">
                                            <p:txEl>
                                              <p:pRg st="0" end="0"/>
                                            </p:txEl>
                                          </p:spTgt>
                                        </p:tgtEl>
                                        <p:attrNameLst>
                                          <p:attrName>style.visibility</p:attrName>
                                        </p:attrNameLst>
                                      </p:cBhvr>
                                      <p:to>
                                        <p:strVal val="visible"/>
                                      </p:to>
                                    </p:set>
                                    <p:animEffect transition="in" filter="wipe(right)">
                                      <p:cBhvr>
                                        <p:cTn id="82" dur="500"/>
                                        <p:tgtEl>
                                          <p:spTgt spid="27">
                                            <p:txEl>
                                              <p:pRg st="0" end="0"/>
                                            </p:txEl>
                                          </p:spTgt>
                                        </p:tgtEl>
                                      </p:cBhvr>
                                    </p:animEffect>
                                  </p:childTnLst>
                                </p:cTn>
                              </p:par>
                            </p:childTnLst>
                          </p:cTn>
                        </p:par>
                        <p:par>
                          <p:cTn id="83" fill="hold">
                            <p:stCondLst>
                              <p:cond delay="8500"/>
                            </p:stCondLst>
                            <p:childTnLst>
                              <p:par>
                                <p:cTn id="84" presetID="2" presetClass="entr" presetSubtype="4" decel="100000" fill="hold" grpId="0" nodeType="afterEffect">
                                  <p:stCondLst>
                                    <p:cond delay="250"/>
                                  </p:stCondLst>
                                  <p:childTnLst>
                                    <p:set>
                                      <p:cBhvr>
                                        <p:cTn id="85" dur="1" fill="hold">
                                          <p:stCondLst>
                                            <p:cond delay="0"/>
                                          </p:stCondLst>
                                        </p:cTn>
                                        <p:tgtEl>
                                          <p:spTgt spid="19"/>
                                        </p:tgtEl>
                                        <p:attrNameLst>
                                          <p:attrName>style.visibility</p:attrName>
                                        </p:attrNameLst>
                                      </p:cBhvr>
                                      <p:to>
                                        <p:strVal val="visible"/>
                                      </p:to>
                                    </p:set>
                                    <p:anim calcmode="lin" valueType="num">
                                      <p:cBhvr additive="base">
                                        <p:cTn id="86" dur="500" fill="hold"/>
                                        <p:tgtEl>
                                          <p:spTgt spid="19"/>
                                        </p:tgtEl>
                                        <p:attrNameLst>
                                          <p:attrName>ppt_x</p:attrName>
                                        </p:attrNameLst>
                                      </p:cBhvr>
                                      <p:tavLst>
                                        <p:tav tm="0">
                                          <p:val>
                                            <p:strVal val="#ppt_x"/>
                                          </p:val>
                                        </p:tav>
                                        <p:tav tm="100000">
                                          <p:val>
                                            <p:strVal val="#ppt_x"/>
                                          </p:val>
                                        </p:tav>
                                      </p:tavLst>
                                    </p:anim>
                                    <p:anim calcmode="lin" valueType="num">
                                      <p:cBhvr additive="base">
                                        <p:cTn id="8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6" grpId="0" animBg="1"/>
      <p:bldP spid="7" grpId="0" build="p">
        <p:tmplLst>
          <p:tmpl lvl="1">
            <p:tnLst>
              <p:par>
                <p:cTn presetID="22" presetClass="entr" presetSubtype="2" fill="hold" nodeType="withEffect">
                  <p:stCondLst>
                    <p:cond delay="250"/>
                  </p:stCondLst>
                  <p:childTnLst>
                    <p:set>
                      <p:cBhvr>
                        <p:cTn dur="1" fill="hold">
                          <p:stCondLst>
                            <p:cond delay="0"/>
                          </p:stCondLst>
                        </p:cTn>
                        <p:tgtEl>
                          <p:spTgt spid="7"/>
                        </p:tgtEl>
                        <p:attrNameLst>
                          <p:attrName>style.visibility</p:attrName>
                        </p:attrNameLst>
                      </p:cBhvr>
                      <p:to>
                        <p:strVal val="visible"/>
                      </p:to>
                    </p:set>
                    <p:animEffect transition="in" filter="wipe(right)">
                      <p:cBhvr>
                        <p:cTn dur="500"/>
                        <p:tgtEl>
                          <p:spTgt spid="7"/>
                        </p:tgtEl>
                      </p:cBhvr>
                    </p:animEffect>
                  </p:childTnLst>
                </p:cTn>
              </p:par>
            </p:tnLst>
          </p:tmpl>
        </p:tmplLst>
      </p:bldP>
      <p:bldP spid="13" grpId="0" animBg="1"/>
      <p:bldP spid="14" grpId="0" build="p">
        <p:tmplLst>
          <p:tmpl lvl="1">
            <p:tnLst>
              <p:par>
                <p:cTn presetID="22" presetClass="entr" presetSubtype="2" fill="hold" nodeType="withEffect">
                  <p:stCondLst>
                    <p:cond delay="250"/>
                  </p:stCondLst>
                  <p:childTnLst>
                    <p:set>
                      <p:cBhvr>
                        <p:cTn dur="1" fill="hold">
                          <p:stCondLst>
                            <p:cond delay="0"/>
                          </p:stCondLst>
                        </p:cTn>
                        <p:tgtEl>
                          <p:spTgt spid="14"/>
                        </p:tgtEl>
                        <p:attrNameLst>
                          <p:attrName>style.visibility</p:attrName>
                        </p:attrNameLst>
                      </p:cBhvr>
                      <p:to>
                        <p:strVal val="visible"/>
                      </p:to>
                    </p:set>
                    <p:animEffect transition="in" filter="wipe(right)">
                      <p:cBhvr>
                        <p:cTn dur="500"/>
                        <p:tgtEl>
                          <p:spTgt spid="14"/>
                        </p:tgtEl>
                      </p:cBhvr>
                    </p:animEffect>
                  </p:childTnLst>
                </p:cTn>
              </p:par>
            </p:tnLst>
          </p:tmpl>
        </p:tmplLst>
      </p:bldP>
      <p:bldP spid="15" grpId="0" animBg="1"/>
      <p:bldP spid="16" grpId="0" build="p">
        <p:tmplLst>
          <p:tmpl lvl="1">
            <p:tnLst>
              <p:par>
                <p:cTn presetID="22" presetClass="entr" presetSubtype="2" fill="hold" nodeType="withEffect">
                  <p:stCondLst>
                    <p:cond delay="250"/>
                  </p:stCondLst>
                  <p:childTnLst>
                    <p:set>
                      <p:cBhvr>
                        <p:cTn dur="1" fill="hold">
                          <p:stCondLst>
                            <p:cond delay="0"/>
                          </p:stCondLst>
                        </p:cTn>
                        <p:tgtEl>
                          <p:spTgt spid="16"/>
                        </p:tgtEl>
                        <p:attrNameLst>
                          <p:attrName>style.visibility</p:attrName>
                        </p:attrNameLst>
                      </p:cBhvr>
                      <p:to>
                        <p:strVal val="visible"/>
                      </p:to>
                    </p:set>
                    <p:animEffect transition="in" filter="wipe(right)">
                      <p:cBhvr>
                        <p:cTn dur="500"/>
                        <p:tgtEl>
                          <p:spTgt spid="16"/>
                        </p:tgtEl>
                      </p:cBhvr>
                    </p:animEffect>
                  </p:childTnLst>
                </p:cTn>
              </p:par>
            </p:tnLst>
          </p:tmpl>
        </p:tmplLst>
      </p:bldP>
      <p:bldP spid="17" grpId="0" animBg="1"/>
      <p:bldP spid="18" grpId="0" build="p">
        <p:tmplLst>
          <p:tmpl lvl="1">
            <p:tnLst>
              <p:par>
                <p:cTn presetID="22" presetClass="entr" presetSubtype="2" fill="hold" nodeType="withEffect">
                  <p:stCondLst>
                    <p:cond delay="250"/>
                  </p:stCondLst>
                  <p:childTnLst>
                    <p:set>
                      <p:cBhvr>
                        <p:cTn dur="1" fill="hold">
                          <p:stCondLst>
                            <p:cond delay="0"/>
                          </p:stCondLst>
                        </p:cTn>
                        <p:tgtEl>
                          <p:spTgt spid="18"/>
                        </p:tgtEl>
                        <p:attrNameLst>
                          <p:attrName>style.visibility</p:attrName>
                        </p:attrNameLst>
                      </p:cBhvr>
                      <p:to>
                        <p:strVal val="visible"/>
                      </p:to>
                    </p:set>
                    <p:animEffect transition="in" filter="wipe(right)">
                      <p:cBhvr>
                        <p:cTn dur="500"/>
                        <p:tgtEl>
                          <p:spTgt spid="18"/>
                        </p:tgtEl>
                      </p:cBhvr>
                    </p:animEffect>
                  </p:childTnLst>
                </p:cTn>
              </p:par>
            </p:tnLst>
          </p:tmpl>
        </p:tmplLst>
      </p:bldP>
      <p:bldP spid="19" grpId="0">
        <p:tmplLst>
          <p:tmpl>
            <p:tnLst>
              <p:par>
                <p:cTn presetID="2" presetClass="entr" presetSubtype="4" decel="100000" fill="hold" nodeType="afterEffect">
                  <p:stCondLst>
                    <p:cond delay="25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ppt_x"/>
                          </p:val>
                        </p:tav>
                        <p:tav tm="100000">
                          <p:val>
                            <p:strVal val="#ppt_x"/>
                          </p:val>
                        </p:tav>
                      </p:tavLst>
                    </p:anim>
                    <p:anim calcmode="lin" valueType="num">
                      <p:cBhvr additive="base">
                        <p:cTn dur="500" fill="hold"/>
                        <p:tgtEl>
                          <p:spTgt spid="19"/>
                        </p:tgtEl>
                        <p:attrNameLst>
                          <p:attrName>ppt_y</p:attrName>
                        </p:attrNameLst>
                      </p:cBhvr>
                      <p:tavLst>
                        <p:tav tm="0">
                          <p:val>
                            <p:strVal val="1+#ppt_h/2"/>
                          </p:val>
                        </p:tav>
                        <p:tav tm="100000">
                          <p:val>
                            <p:strVal val="#ppt_y"/>
                          </p:val>
                        </p:tav>
                      </p:tavLst>
                    </p:anim>
                  </p:childTnLst>
                </p:cTn>
              </p:par>
            </p:tnLst>
          </p:tmpl>
        </p:tmplLst>
      </p:bldP>
      <p:bldP spid="20" grpId="0" animBg="1"/>
      <p:bldP spid="21" grpId="0" build="p">
        <p:tmplLst>
          <p:tmpl lvl="1">
            <p:tnLst>
              <p:par>
                <p:cTn presetID="22" presetClass="entr" presetSubtype="2" fill="hold" nodeType="withEffect">
                  <p:stCondLst>
                    <p:cond delay="250"/>
                  </p:stCondLst>
                  <p:childTnLst>
                    <p:set>
                      <p:cBhvr>
                        <p:cTn dur="1" fill="hold">
                          <p:stCondLst>
                            <p:cond delay="0"/>
                          </p:stCondLst>
                        </p:cTn>
                        <p:tgtEl>
                          <p:spTgt spid="21"/>
                        </p:tgtEl>
                        <p:attrNameLst>
                          <p:attrName>style.visibility</p:attrName>
                        </p:attrNameLst>
                      </p:cBhvr>
                      <p:to>
                        <p:strVal val="visible"/>
                      </p:to>
                    </p:set>
                    <p:animEffect transition="in" filter="wipe(right)">
                      <p:cBhvr>
                        <p:cTn dur="500"/>
                        <p:tgtEl>
                          <p:spTgt spid="21"/>
                        </p:tgtEl>
                      </p:cBhvr>
                    </p:animEffect>
                  </p:childTnLst>
                </p:cTn>
              </p:par>
            </p:tnLst>
          </p:tmpl>
        </p:tmplLst>
      </p:bldP>
      <p:bldP spid="22" grpId="0" animBg="1"/>
      <p:bldP spid="23" grpId="0" build="p">
        <p:tmplLst>
          <p:tmpl lvl="1">
            <p:tnLst>
              <p:par>
                <p:cTn presetID="22" presetClass="entr" presetSubtype="2" fill="hold" nodeType="withEffect">
                  <p:stCondLst>
                    <p:cond delay="250"/>
                  </p:stCondLst>
                  <p:childTnLst>
                    <p:set>
                      <p:cBhvr>
                        <p:cTn dur="1" fill="hold">
                          <p:stCondLst>
                            <p:cond delay="0"/>
                          </p:stCondLst>
                        </p:cTn>
                        <p:tgtEl>
                          <p:spTgt spid="23"/>
                        </p:tgtEl>
                        <p:attrNameLst>
                          <p:attrName>style.visibility</p:attrName>
                        </p:attrNameLst>
                      </p:cBhvr>
                      <p:to>
                        <p:strVal val="visible"/>
                      </p:to>
                    </p:set>
                    <p:animEffect transition="in" filter="wipe(right)">
                      <p:cBhvr>
                        <p:cTn dur="500"/>
                        <p:tgtEl>
                          <p:spTgt spid="23"/>
                        </p:tgtEl>
                      </p:cBhvr>
                    </p:animEffect>
                  </p:childTnLst>
                </p:cTn>
              </p:par>
            </p:tnLst>
          </p:tmpl>
        </p:tmplLst>
      </p:bldP>
      <p:bldP spid="24" grpId="0" animBg="1"/>
      <p:bldP spid="25" grpId="0" build="p">
        <p:tmplLst>
          <p:tmpl lvl="1">
            <p:tnLst>
              <p:par>
                <p:cTn presetID="22" presetClass="entr" presetSubtype="2" fill="hold" nodeType="withEffect">
                  <p:stCondLst>
                    <p:cond delay="250"/>
                  </p:stCondLst>
                  <p:childTnLst>
                    <p:set>
                      <p:cBhvr>
                        <p:cTn dur="1" fill="hold">
                          <p:stCondLst>
                            <p:cond delay="0"/>
                          </p:stCondLst>
                        </p:cTn>
                        <p:tgtEl>
                          <p:spTgt spid="25"/>
                        </p:tgtEl>
                        <p:attrNameLst>
                          <p:attrName>style.visibility</p:attrName>
                        </p:attrNameLst>
                      </p:cBhvr>
                      <p:to>
                        <p:strVal val="visible"/>
                      </p:to>
                    </p:set>
                    <p:animEffect transition="in" filter="wipe(right)">
                      <p:cBhvr>
                        <p:cTn dur="500"/>
                        <p:tgtEl>
                          <p:spTgt spid="25"/>
                        </p:tgtEl>
                      </p:cBhvr>
                    </p:animEffect>
                  </p:childTnLst>
                </p:cTn>
              </p:par>
            </p:tnLst>
          </p:tmpl>
        </p:tmplLst>
      </p:bldP>
      <p:bldP spid="26" grpId="0" animBg="1"/>
      <p:bldP spid="27" grpId="0" build="p">
        <p:tmplLst>
          <p:tmpl lvl="1">
            <p:tnLst>
              <p:par>
                <p:cTn presetID="22" presetClass="entr" presetSubtype="2" fill="hold" nodeType="withEffect">
                  <p:stCondLst>
                    <p:cond delay="250"/>
                  </p:stCondLst>
                  <p:childTnLst>
                    <p:set>
                      <p:cBhvr>
                        <p:cTn dur="1" fill="hold">
                          <p:stCondLst>
                            <p:cond delay="0"/>
                          </p:stCondLst>
                        </p:cTn>
                        <p:tgtEl>
                          <p:spTgt spid="27"/>
                        </p:tgtEl>
                        <p:attrNameLst>
                          <p:attrName>style.visibility</p:attrName>
                        </p:attrNameLst>
                      </p:cBhvr>
                      <p:to>
                        <p:strVal val="visible"/>
                      </p:to>
                    </p:set>
                    <p:animEffect transition="in" filter="wipe(right)">
                      <p:cBhvr>
                        <p:cTn dur="500"/>
                        <p:tgtEl>
                          <p:spTgt spid="27"/>
                        </p:tgtEl>
                      </p:cBhvr>
                    </p:animEffect>
                  </p:childTnLst>
                </p:cTn>
              </p:par>
            </p:tnLst>
          </p:tmpl>
        </p:tmplLst>
      </p:bldP>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Steps">
    <p:spTree>
      <p:nvGrpSpPr>
        <p:cNvPr id="1" name=""/>
        <p:cNvGrpSpPr/>
        <p:nvPr/>
      </p:nvGrpSpPr>
      <p:grpSpPr>
        <a:xfrm>
          <a:off x="0" y="0"/>
          <a:ext cx="0" cy="0"/>
          <a:chOff x="0" y="0"/>
          <a:chExt cx="0" cy="0"/>
        </a:xfrm>
      </p:grpSpPr>
      <p:sp>
        <p:nvSpPr>
          <p:cNvPr id="13" name="正方形/長方形 12"/>
          <p:cNvSpPr/>
          <p:nvPr userDrawn="1"/>
        </p:nvSpPr>
        <p:spPr>
          <a:xfrm>
            <a:off x="12012459" y="4418306"/>
            <a:ext cx="6336000" cy="350728"/>
          </a:xfrm>
          <a:prstGeom prst="rect">
            <a:avLst/>
          </a:prstGeom>
          <a:blipFill dpi="0" rotWithShape="1">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 name="正方形/長方形 5"/>
          <p:cNvSpPr/>
          <p:nvPr userDrawn="1"/>
        </p:nvSpPr>
        <p:spPr>
          <a:xfrm>
            <a:off x="-37578" y="8555276"/>
            <a:ext cx="6488482" cy="350728"/>
          </a:xfrm>
          <a:custGeom>
            <a:avLst/>
            <a:gdLst/>
            <a:ahLst/>
            <a:cxnLst/>
            <a:rect l="l" t="t" r="r" b="b"/>
            <a:pathLst>
              <a:path w="6488482" h="350728">
                <a:moveTo>
                  <a:pt x="0" y="0"/>
                </a:moveTo>
                <a:lnTo>
                  <a:pt x="6219698" y="0"/>
                </a:lnTo>
                <a:lnTo>
                  <a:pt x="6488482" y="268784"/>
                </a:lnTo>
                <a:lnTo>
                  <a:pt x="6488482" y="350728"/>
                </a:lnTo>
                <a:lnTo>
                  <a:pt x="0" y="350728"/>
                </a:lnTo>
                <a:close/>
              </a:path>
            </a:pathLst>
          </a:custGeom>
          <a:blipFill dpi="0" rotWithShape="1">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p:cNvSpPr/>
          <p:nvPr userDrawn="1"/>
        </p:nvSpPr>
        <p:spPr>
          <a:xfrm>
            <a:off x="6125227" y="6492483"/>
            <a:ext cx="6237961" cy="350728"/>
          </a:xfrm>
          <a:custGeom>
            <a:avLst/>
            <a:gdLst/>
            <a:ahLst/>
            <a:cxnLst/>
            <a:rect l="l" t="t" r="r" b="b"/>
            <a:pathLst>
              <a:path w="6237961" h="350728">
                <a:moveTo>
                  <a:pt x="0" y="0"/>
                </a:moveTo>
                <a:lnTo>
                  <a:pt x="5981621" y="0"/>
                </a:lnTo>
                <a:lnTo>
                  <a:pt x="6237961" y="256340"/>
                </a:lnTo>
                <a:lnTo>
                  <a:pt x="6237961" y="350728"/>
                </a:lnTo>
                <a:lnTo>
                  <a:pt x="0" y="350728"/>
                </a:lnTo>
                <a:close/>
              </a:path>
            </a:pathLst>
          </a:custGeom>
          <a:blipFill dpi="0" rotWithShape="1">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rot="5400000">
            <a:off x="5022378" y="7518263"/>
            <a:ext cx="2506323" cy="350728"/>
          </a:xfrm>
          <a:custGeom>
            <a:avLst/>
            <a:gdLst/>
            <a:ahLst/>
            <a:cxnLst/>
            <a:rect l="l" t="t" r="r" b="b"/>
            <a:pathLst>
              <a:path w="2506323" h="350728">
                <a:moveTo>
                  <a:pt x="0" y="350728"/>
                </a:moveTo>
                <a:lnTo>
                  <a:pt x="350728" y="0"/>
                </a:lnTo>
                <a:lnTo>
                  <a:pt x="2506323" y="0"/>
                </a:lnTo>
                <a:lnTo>
                  <a:pt x="2155595" y="350728"/>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8"/>
          <p:cNvSpPr/>
          <p:nvPr userDrawn="1"/>
        </p:nvSpPr>
        <p:spPr>
          <a:xfrm rot="5400000">
            <a:off x="10934662" y="5439737"/>
            <a:ext cx="2506323" cy="350728"/>
          </a:xfrm>
          <a:custGeom>
            <a:avLst/>
            <a:gdLst/>
            <a:ahLst/>
            <a:cxnLst/>
            <a:rect l="l" t="t" r="r" b="b"/>
            <a:pathLst>
              <a:path w="2506323" h="350728">
                <a:moveTo>
                  <a:pt x="0" y="350728"/>
                </a:moveTo>
                <a:lnTo>
                  <a:pt x="350728" y="0"/>
                </a:lnTo>
                <a:lnTo>
                  <a:pt x="2506323" y="0"/>
                </a:lnTo>
                <a:lnTo>
                  <a:pt x="2155595" y="350728"/>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プレースホルダー 5"/>
          <p:cNvSpPr>
            <a:spLocks noGrp="1"/>
          </p:cNvSpPr>
          <p:nvPr>
            <p:ph type="body" sz="quarter" idx="16" hasCustomPrompt="1"/>
          </p:nvPr>
        </p:nvSpPr>
        <p:spPr>
          <a:xfrm>
            <a:off x="759840" y="6317208"/>
            <a:ext cx="968752" cy="1699807"/>
          </a:xfrm>
          <a:prstGeom prst="rect">
            <a:avLst/>
          </a:prstGeom>
        </p:spPr>
        <p:txBody>
          <a:bodyPr wrap="none" lIns="36000" tIns="36000" rIns="36000" bIns="36000" anchor="ctr">
            <a:noAutofit/>
          </a:bodyPr>
          <a:lstStyle>
            <a:lvl1pPr algn="ctr">
              <a:lnSpc>
                <a:spcPct val="100000"/>
              </a:lnSpc>
              <a:spcBef>
                <a:spcPts val="0"/>
              </a:spcBef>
              <a:defRPr sz="12000" i="0" baseline="0">
                <a:blipFill dpi="0" rotWithShape="1">
                  <a:blip r:embed="rId2"/>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0</a:t>
            </a:r>
            <a:endParaRPr kumimoji="1" lang="ja-JP" altLang="en-US" dirty="0"/>
          </a:p>
        </p:txBody>
      </p:sp>
      <p:sp>
        <p:nvSpPr>
          <p:cNvPr id="15" name="テキスト プレースホルダー 5"/>
          <p:cNvSpPr>
            <a:spLocks noGrp="1"/>
          </p:cNvSpPr>
          <p:nvPr>
            <p:ph type="body" sz="quarter" idx="20" hasCustomPrompt="1"/>
          </p:nvPr>
        </p:nvSpPr>
        <p:spPr>
          <a:xfrm>
            <a:off x="1653436" y="6417416"/>
            <a:ext cx="4221271"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16" name="テキスト プレースホルダー 5"/>
          <p:cNvSpPr>
            <a:spLocks noGrp="1"/>
          </p:cNvSpPr>
          <p:nvPr>
            <p:ph type="body" sz="quarter" idx="21" hasCustomPrompt="1"/>
          </p:nvPr>
        </p:nvSpPr>
        <p:spPr>
          <a:xfrm>
            <a:off x="1653436" y="6961160"/>
            <a:ext cx="4221271" cy="1367429"/>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7" name="テキスト プレースホルダー 5"/>
          <p:cNvSpPr>
            <a:spLocks noGrp="1"/>
          </p:cNvSpPr>
          <p:nvPr>
            <p:ph type="body" sz="quarter" idx="22" hasCustomPrompt="1"/>
          </p:nvPr>
        </p:nvSpPr>
        <p:spPr>
          <a:xfrm>
            <a:off x="6423693" y="4298172"/>
            <a:ext cx="968752" cy="1699807"/>
          </a:xfrm>
          <a:prstGeom prst="rect">
            <a:avLst/>
          </a:prstGeom>
        </p:spPr>
        <p:txBody>
          <a:bodyPr wrap="none" lIns="36000" tIns="36000" rIns="36000" bIns="36000" anchor="ctr">
            <a:noAutofit/>
          </a:bodyPr>
          <a:lstStyle>
            <a:lvl1pPr algn="ctr">
              <a:lnSpc>
                <a:spcPct val="100000"/>
              </a:lnSpc>
              <a:spcBef>
                <a:spcPts val="0"/>
              </a:spcBef>
              <a:defRPr sz="12000" i="0" baseline="0">
                <a:blipFill dpi="0" rotWithShape="1">
                  <a:blip r:embed="rId2"/>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0</a:t>
            </a:r>
            <a:endParaRPr kumimoji="1" lang="ja-JP" altLang="en-US" dirty="0"/>
          </a:p>
        </p:txBody>
      </p:sp>
      <p:sp>
        <p:nvSpPr>
          <p:cNvPr id="18" name="テキスト プレースホルダー 5"/>
          <p:cNvSpPr>
            <a:spLocks noGrp="1"/>
          </p:cNvSpPr>
          <p:nvPr>
            <p:ph type="body" sz="quarter" idx="23" hasCustomPrompt="1"/>
          </p:nvPr>
        </p:nvSpPr>
        <p:spPr>
          <a:xfrm>
            <a:off x="7317289" y="4398380"/>
            <a:ext cx="4221271"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19" name="テキスト プレースホルダー 5"/>
          <p:cNvSpPr>
            <a:spLocks noGrp="1"/>
          </p:cNvSpPr>
          <p:nvPr>
            <p:ph type="body" sz="quarter" idx="24" hasCustomPrompt="1"/>
          </p:nvPr>
        </p:nvSpPr>
        <p:spPr>
          <a:xfrm>
            <a:off x="7317289" y="4942124"/>
            <a:ext cx="4221271" cy="1367429"/>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0" name="テキスト プレースホルダー 5"/>
          <p:cNvSpPr>
            <a:spLocks noGrp="1"/>
          </p:cNvSpPr>
          <p:nvPr>
            <p:ph type="body" sz="quarter" idx="25" hasCustomPrompt="1"/>
          </p:nvPr>
        </p:nvSpPr>
        <p:spPr>
          <a:xfrm>
            <a:off x="12314013" y="2230603"/>
            <a:ext cx="968752" cy="1699807"/>
          </a:xfrm>
          <a:prstGeom prst="rect">
            <a:avLst/>
          </a:prstGeom>
        </p:spPr>
        <p:txBody>
          <a:bodyPr wrap="none" lIns="36000" tIns="36000" rIns="36000" bIns="36000" anchor="ctr">
            <a:noAutofit/>
          </a:bodyPr>
          <a:lstStyle>
            <a:lvl1pPr algn="ctr">
              <a:lnSpc>
                <a:spcPct val="100000"/>
              </a:lnSpc>
              <a:spcBef>
                <a:spcPts val="0"/>
              </a:spcBef>
              <a:defRPr sz="12000" i="0" baseline="0">
                <a:blipFill dpi="0" rotWithShape="1">
                  <a:blip r:embed="rId2"/>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0</a:t>
            </a:r>
            <a:endParaRPr kumimoji="1" lang="ja-JP" altLang="en-US" dirty="0"/>
          </a:p>
        </p:txBody>
      </p:sp>
      <p:sp>
        <p:nvSpPr>
          <p:cNvPr id="21" name="テキスト プレースホルダー 5"/>
          <p:cNvSpPr>
            <a:spLocks noGrp="1"/>
          </p:cNvSpPr>
          <p:nvPr>
            <p:ph type="body" sz="quarter" idx="26" hasCustomPrompt="1"/>
          </p:nvPr>
        </p:nvSpPr>
        <p:spPr>
          <a:xfrm>
            <a:off x="13207609" y="2330811"/>
            <a:ext cx="4221271"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2" name="テキスト プレースホルダー 5"/>
          <p:cNvSpPr>
            <a:spLocks noGrp="1"/>
          </p:cNvSpPr>
          <p:nvPr>
            <p:ph type="body" sz="quarter" idx="27" hasCustomPrompt="1"/>
          </p:nvPr>
        </p:nvSpPr>
        <p:spPr>
          <a:xfrm>
            <a:off x="13207609" y="2874555"/>
            <a:ext cx="4221271" cy="1367429"/>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5" name="直角三角形 24"/>
          <p:cNvSpPr/>
          <p:nvPr userDrawn="1"/>
        </p:nvSpPr>
        <p:spPr>
          <a:xfrm rot="5400000">
            <a:off x="6659409" y="7065109"/>
            <a:ext cx="729472" cy="729472"/>
          </a:xfrm>
          <a:prstGeom prst="rtTriangle">
            <a:avLst/>
          </a:pr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6" name="直角三角形 25"/>
          <p:cNvSpPr/>
          <p:nvPr userDrawn="1"/>
        </p:nvSpPr>
        <p:spPr>
          <a:xfrm rot="5400000">
            <a:off x="12579738" y="5005969"/>
            <a:ext cx="729472" cy="729472"/>
          </a:xfrm>
          <a:prstGeom prst="rtTriangle">
            <a:avLst/>
          </a:pr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Tree>
    <p:extLst>
      <p:ext uri="{BB962C8B-B14F-4D97-AF65-F5344CB8AC3E}">
        <p14:creationId xmlns:p14="http://schemas.microsoft.com/office/powerpoint/2010/main" val="425547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1000"/>
                            </p:stCondLst>
                            <p:childTnLst>
                              <p:par>
                                <p:cTn id="14" presetID="2" presetClass="entr" presetSubtype="4" decel="10000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 calcmode="lin" valueType="num">
                                      <p:cBhvr additive="base">
                                        <p:cTn id="16"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2" decel="100000" fill="hold" grpId="0" nodeType="after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anim calcmode="lin" valueType="num">
                                      <p:cBhvr additive="base">
                                        <p:cTn id="21" dur="50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5">
                                            <p:txEl>
                                              <p:pRg st="0" end="0"/>
                                            </p:txEl>
                                          </p:spTgt>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6">
                                            <p:txEl>
                                              <p:pRg st="0" end="0"/>
                                            </p:txEl>
                                          </p:spTgt>
                                        </p:tgtEl>
                                        <p:attrNameLst>
                                          <p:attrName>style.visibility</p:attrName>
                                        </p:attrNameLst>
                                      </p:cBhvr>
                                      <p:to>
                                        <p:strVal val="visible"/>
                                      </p:to>
                                    </p:set>
                                    <p:animEffect transition="in" filter="wipe(left)">
                                      <p:cBhvr>
                                        <p:cTn id="26" dur="500"/>
                                        <p:tgtEl>
                                          <p:spTgt spid="16">
                                            <p:txEl>
                                              <p:pRg st="0" end="0"/>
                                            </p:txEl>
                                          </p:spTgt>
                                        </p:tgtEl>
                                      </p:cBhvr>
                                    </p:animEffect>
                                  </p:childTnLst>
                                </p:cTn>
                              </p:par>
                            </p:childTnLst>
                          </p:cTn>
                        </p:par>
                        <p:par>
                          <p:cTn id="27" fill="hold">
                            <p:stCondLst>
                              <p:cond delay="2500"/>
                            </p:stCondLst>
                            <p:childTnLst>
                              <p:par>
                                <p:cTn id="28" presetID="22" presetClass="entr" presetSubtype="4"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500"/>
                                        <p:tgtEl>
                                          <p:spTgt spid="8"/>
                                        </p:tgtEl>
                                      </p:cBhvr>
                                    </p:animEffect>
                                  </p:childTnLst>
                                </p:cTn>
                              </p:par>
                              <p:par>
                                <p:cTn id="35" presetID="2" presetClass="entr" presetSubtype="4" decel="10000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ppt_x"/>
                                          </p:val>
                                        </p:tav>
                                        <p:tav tm="100000">
                                          <p:val>
                                            <p:strVal val="#ppt_x"/>
                                          </p:val>
                                        </p:tav>
                                      </p:tavLst>
                                    </p:anim>
                                    <p:anim calcmode="lin" valueType="num">
                                      <p:cBhvr additive="base">
                                        <p:cTn id="38" dur="500" fill="hold"/>
                                        <p:tgtEl>
                                          <p:spTgt spid="25"/>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decel="100000" fill="hold" grpId="0" nodeType="afterEffect">
                                  <p:stCondLst>
                                    <p:cond delay="0"/>
                                  </p:stCondLst>
                                  <p:childTnLst>
                                    <p:set>
                                      <p:cBhvr>
                                        <p:cTn id="41" dur="1" fill="hold">
                                          <p:stCondLst>
                                            <p:cond delay="0"/>
                                          </p:stCondLst>
                                        </p:cTn>
                                        <p:tgtEl>
                                          <p:spTgt spid="17">
                                            <p:txEl>
                                              <p:pRg st="0" end="0"/>
                                            </p:txEl>
                                          </p:spTgt>
                                        </p:tgtEl>
                                        <p:attrNameLst>
                                          <p:attrName>style.visibility</p:attrName>
                                        </p:attrNameLst>
                                      </p:cBhvr>
                                      <p:to>
                                        <p:strVal val="visible"/>
                                      </p:to>
                                    </p:set>
                                    <p:anim calcmode="lin" valueType="num">
                                      <p:cBhvr additive="base">
                                        <p:cTn id="42" dur="500" fill="hold"/>
                                        <p:tgtEl>
                                          <p:spTgt spid="17">
                                            <p:txEl>
                                              <p:pRg st="0" end="0"/>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2" presetClass="entr" presetSubtype="2" decel="100000" fill="hold" grpId="0" nodeType="afterEffect">
                                  <p:stCondLst>
                                    <p:cond delay="0"/>
                                  </p:stCondLst>
                                  <p:childTnLst>
                                    <p:set>
                                      <p:cBhvr>
                                        <p:cTn id="46" dur="1" fill="hold">
                                          <p:stCondLst>
                                            <p:cond delay="0"/>
                                          </p:stCondLst>
                                        </p:cTn>
                                        <p:tgtEl>
                                          <p:spTgt spid="18">
                                            <p:txEl>
                                              <p:pRg st="0" end="0"/>
                                            </p:txEl>
                                          </p:spTgt>
                                        </p:tgtEl>
                                        <p:attrNameLst>
                                          <p:attrName>style.visibility</p:attrName>
                                        </p:attrNameLst>
                                      </p:cBhvr>
                                      <p:to>
                                        <p:strVal val="visible"/>
                                      </p:to>
                                    </p:set>
                                    <p:anim calcmode="lin" valueType="num">
                                      <p:cBhvr additive="base">
                                        <p:cTn id="47"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par>
                          <p:cTn id="49" fill="hold">
                            <p:stCondLst>
                              <p:cond delay="4500"/>
                            </p:stCondLst>
                            <p:childTnLst>
                              <p:par>
                                <p:cTn id="50" presetID="22" presetClass="entr" presetSubtype="8" fill="hold" grpId="0" nodeType="afterEffect">
                                  <p:stCondLst>
                                    <p:cond delay="0"/>
                                  </p:stCondLst>
                                  <p:childTnLst>
                                    <p:set>
                                      <p:cBhvr>
                                        <p:cTn id="51" dur="1" fill="hold">
                                          <p:stCondLst>
                                            <p:cond delay="0"/>
                                          </p:stCondLst>
                                        </p:cTn>
                                        <p:tgtEl>
                                          <p:spTgt spid="19">
                                            <p:txEl>
                                              <p:pRg st="0" end="0"/>
                                            </p:txEl>
                                          </p:spTgt>
                                        </p:tgtEl>
                                        <p:attrNameLst>
                                          <p:attrName>style.visibility</p:attrName>
                                        </p:attrNameLst>
                                      </p:cBhvr>
                                      <p:to>
                                        <p:strVal val="visible"/>
                                      </p:to>
                                    </p:set>
                                    <p:animEffect transition="in" filter="wipe(left)">
                                      <p:cBhvr>
                                        <p:cTn id="52" dur="500"/>
                                        <p:tgtEl>
                                          <p:spTgt spid="19">
                                            <p:txEl>
                                              <p:pRg st="0" end="0"/>
                                            </p:txEl>
                                          </p:spTgt>
                                        </p:tgtEl>
                                      </p:cBhvr>
                                    </p:animEffect>
                                  </p:childTnLst>
                                </p:cTn>
                              </p:par>
                            </p:childTnLst>
                          </p:cTn>
                        </p:par>
                        <p:par>
                          <p:cTn id="53" fill="hold">
                            <p:stCondLst>
                              <p:cond delay="5000"/>
                            </p:stCondLst>
                            <p:childTnLst>
                              <p:par>
                                <p:cTn id="54" presetID="22" presetClass="entr" presetSubtype="4" fill="hold" grpId="0"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wipe(down)">
                                      <p:cBhvr>
                                        <p:cTn id="56" dur="500"/>
                                        <p:tgtEl>
                                          <p:spTgt spid="12"/>
                                        </p:tgtEl>
                                      </p:cBhvr>
                                    </p:animEffect>
                                  </p:childTnLst>
                                </p:cTn>
                              </p:par>
                            </p:childTnLst>
                          </p:cTn>
                        </p:par>
                        <p:par>
                          <p:cTn id="57" fill="hold">
                            <p:stCondLst>
                              <p:cond delay="5500"/>
                            </p:stCondLst>
                            <p:childTnLst>
                              <p:par>
                                <p:cTn id="58" presetID="22" presetClass="entr" presetSubtype="8" fill="hold" grpId="0" nodeType="after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wipe(left)">
                                      <p:cBhvr>
                                        <p:cTn id="60" dur="500"/>
                                        <p:tgtEl>
                                          <p:spTgt spid="13"/>
                                        </p:tgtEl>
                                      </p:cBhvr>
                                    </p:animEffect>
                                  </p:childTnLst>
                                </p:cTn>
                              </p:par>
                              <p:par>
                                <p:cTn id="61" presetID="2" presetClass="entr" presetSubtype="4" decel="10000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 calcmode="lin" valueType="num">
                                      <p:cBhvr additive="base">
                                        <p:cTn id="63" dur="500" fill="hold"/>
                                        <p:tgtEl>
                                          <p:spTgt spid="26"/>
                                        </p:tgtEl>
                                        <p:attrNameLst>
                                          <p:attrName>ppt_x</p:attrName>
                                        </p:attrNameLst>
                                      </p:cBhvr>
                                      <p:tavLst>
                                        <p:tav tm="0">
                                          <p:val>
                                            <p:strVal val="#ppt_x"/>
                                          </p:val>
                                        </p:tav>
                                        <p:tav tm="100000">
                                          <p:val>
                                            <p:strVal val="#ppt_x"/>
                                          </p:val>
                                        </p:tav>
                                      </p:tavLst>
                                    </p:anim>
                                    <p:anim calcmode="lin" valueType="num">
                                      <p:cBhvr additive="base">
                                        <p:cTn id="64" dur="500" fill="hold"/>
                                        <p:tgtEl>
                                          <p:spTgt spid="26"/>
                                        </p:tgtEl>
                                        <p:attrNameLst>
                                          <p:attrName>ppt_y</p:attrName>
                                        </p:attrNameLst>
                                      </p:cBhvr>
                                      <p:tavLst>
                                        <p:tav tm="0">
                                          <p:val>
                                            <p:strVal val="1+#ppt_h/2"/>
                                          </p:val>
                                        </p:tav>
                                        <p:tav tm="100000">
                                          <p:val>
                                            <p:strVal val="#ppt_y"/>
                                          </p:val>
                                        </p:tav>
                                      </p:tavLst>
                                    </p:anim>
                                  </p:childTnLst>
                                </p:cTn>
                              </p:par>
                            </p:childTnLst>
                          </p:cTn>
                        </p:par>
                        <p:par>
                          <p:cTn id="65" fill="hold">
                            <p:stCondLst>
                              <p:cond delay="6000"/>
                            </p:stCondLst>
                            <p:childTnLst>
                              <p:par>
                                <p:cTn id="66" presetID="2" presetClass="entr" presetSubtype="4" decel="100000" fill="hold" grpId="0" nodeType="afterEffect">
                                  <p:stCondLst>
                                    <p:cond delay="0"/>
                                  </p:stCondLst>
                                  <p:childTnLst>
                                    <p:set>
                                      <p:cBhvr>
                                        <p:cTn id="67" dur="1" fill="hold">
                                          <p:stCondLst>
                                            <p:cond delay="0"/>
                                          </p:stCondLst>
                                        </p:cTn>
                                        <p:tgtEl>
                                          <p:spTgt spid="20">
                                            <p:txEl>
                                              <p:pRg st="0" end="0"/>
                                            </p:txEl>
                                          </p:spTgt>
                                        </p:tgtEl>
                                        <p:attrNameLst>
                                          <p:attrName>style.visibility</p:attrName>
                                        </p:attrNameLst>
                                      </p:cBhvr>
                                      <p:to>
                                        <p:strVal val="visible"/>
                                      </p:to>
                                    </p:set>
                                    <p:anim calcmode="lin" valueType="num">
                                      <p:cBhvr additive="base">
                                        <p:cTn id="68"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69"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par>
                          <p:cTn id="70" fill="hold">
                            <p:stCondLst>
                              <p:cond delay="6500"/>
                            </p:stCondLst>
                            <p:childTnLst>
                              <p:par>
                                <p:cTn id="71" presetID="2" presetClass="entr" presetSubtype="2" decel="100000" fill="hold" grpId="0" nodeType="afterEffect">
                                  <p:stCondLst>
                                    <p:cond delay="0"/>
                                  </p:stCondLst>
                                  <p:childTnLst>
                                    <p:set>
                                      <p:cBhvr>
                                        <p:cTn id="72" dur="1" fill="hold">
                                          <p:stCondLst>
                                            <p:cond delay="0"/>
                                          </p:stCondLst>
                                        </p:cTn>
                                        <p:tgtEl>
                                          <p:spTgt spid="21">
                                            <p:txEl>
                                              <p:pRg st="0" end="0"/>
                                            </p:txEl>
                                          </p:spTgt>
                                        </p:tgtEl>
                                        <p:attrNameLst>
                                          <p:attrName>style.visibility</p:attrName>
                                        </p:attrNameLst>
                                      </p:cBhvr>
                                      <p:to>
                                        <p:strVal val="visible"/>
                                      </p:to>
                                    </p:set>
                                    <p:anim calcmode="lin" valueType="num">
                                      <p:cBhvr additive="base">
                                        <p:cTn id="73" dur="500" fill="hold"/>
                                        <p:tgtEl>
                                          <p:spTgt spid="21">
                                            <p:txEl>
                                              <p:pRg st="0" end="0"/>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par>
                          <p:cTn id="75" fill="hold">
                            <p:stCondLst>
                              <p:cond delay="7000"/>
                            </p:stCondLst>
                            <p:childTnLst>
                              <p:par>
                                <p:cTn id="76" presetID="22" presetClass="entr" presetSubtype="8" fill="hold" grpId="0" nodeType="afterEffect">
                                  <p:stCondLst>
                                    <p:cond delay="0"/>
                                  </p:stCondLst>
                                  <p:childTnLst>
                                    <p:set>
                                      <p:cBhvr>
                                        <p:cTn id="77" dur="1" fill="hold">
                                          <p:stCondLst>
                                            <p:cond delay="0"/>
                                          </p:stCondLst>
                                        </p:cTn>
                                        <p:tgtEl>
                                          <p:spTgt spid="22">
                                            <p:txEl>
                                              <p:pRg st="0" end="0"/>
                                            </p:txEl>
                                          </p:spTgt>
                                        </p:tgtEl>
                                        <p:attrNameLst>
                                          <p:attrName>style.visibility</p:attrName>
                                        </p:attrNameLst>
                                      </p:cBhvr>
                                      <p:to>
                                        <p:strVal val="visible"/>
                                      </p:to>
                                    </p:set>
                                    <p:animEffect transition="in" filter="wipe(left)">
                                      <p:cBhvr>
                                        <p:cTn id="78"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6" grpId="0" animBg="1"/>
      <p:bldP spid="8" grpId="0" animBg="1"/>
      <p:bldP spid="9" grpId="0" animBg="1"/>
      <p:bldP spid="12" grpId="0" animBg="1"/>
      <p:bldP spid="14" grpId="0" build="p">
        <p:tmplLst>
          <p:tmpl lvl="1">
            <p:tnLst>
              <p:par>
                <p:cTn presetID="2" presetClass="entr" presetSubtype="4" decel="10000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ppt_x"/>
                          </p:val>
                        </p:tav>
                        <p:tav tm="100000">
                          <p:val>
                            <p:strVal val="#ppt_x"/>
                          </p:val>
                        </p:tav>
                      </p:tavLst>
                    </p:anim>
                    <p:anim calcmode="lin" valueType="num">
                      <p:cBhvr additive="base">
                        <p:cTn dur="500" fill="hold"/>
                        <p:tgtEl>
                          <p:spTgt spid="14"/>
                        </p:tgtEl>
                        <p:attrNameLst>
                          <p:attrName>ppt_y</p:attrName>
                        </p:attrNameLst>
                      </p:cBhvr>
                      <p:tavLst>
                        <p:tav tm="0">
                          <p:val>
                            <p:strVal val="1+#ppt_h/2"/>
                          </p:val>
                        </p:tav>
                        <p:tav tm="100000">
                          <p:val>
                            <p:strVal val="#ppt_y"/>
                          </p:val>
                        </p:tav>
                      </p:tavLst>
                    </p:anim>
                  </p:childTnLst>
                </p:cTn>
              </p:par>
            </p:tnLst>
          </p:tmpl>
        </p:tmplLst>
      </p:bldP>
      <p:bldP spid="15" grpId="0" build="p">
        <p:tmplLst>
          <p:tmpl lvl="1">
            <p:tnLst>
              <p:par>
                <p:cTn presetID="2" presetClass="entr" presetSubtype="2" decel="10000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1+#ppt_w/2"/>
                          </p:val>
                        </p:tav>
                        <p:tav tm="100000">
                          <p:val>
                            <p:strVal val="#ppt_x"/>
                          </p:val>
                        </p:tav>
                      </p:tavLst>
                    </p:anim>
                    <p:anim calcmode="lin" valueType="num">
                      <p:cBhvr additive="base">
                        <p:cTn dur="500" fill="hold"/>
                        <p:tgtEl>
                          <p:spTgt spid="15"/>
                        </p:tgtEl>
                        <p:attrNameLst>
                          <p:attrName>ppt_y</p:attrName>
                        </p:attrNameLst>
                      </p:cBhvr>
                      <p:tavLst>
                        <p:tav tm="0">
                          <p:val>
                            <p:strVal val="#ppt_y"/>
                          </p:val>
                        </p:tav>
                        <p:tav tm="100000">
                          <p:val>
                            <p:strVal val="#ppt_y"/>
                          </p:val>
                        </p:tav>
                      </p:tavLst>
                    </p:anim>
                  </p:childTnLst>
                </p:cTn>
              </p:par>
            </p:tnLst>
          </p:tmpl>
        </p:tmplLst>
      </p:bldP>
      <p:bldP spid="16" grpId="0" build="p">
        <p:tmplLst>
          <p:tmpl lvl="1">
            <p:tnLst>
              <p:par>
                <p:cTn presetID="22" presetClass="entr" presetSubtype="8"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wipe(left)">
                      <p:cBhvr>
                        <p:cTn dur="500"/>
                        <p:tgtEl>
                          <p:spTgt spid="16"/>
                        </p:tgtEl>
                      </p:cBhvr>
                    </p:animEffect>
                  </p:childTnLst>
                </p:cTn>
              </p:par>
            </p:tnLst>
          </p:tmpl>
        </p:tmplLst>
      </p:bldP>
      <p:bldP spid="17" grpId="0" build="p">
        <p:tmplLst>
          <p:tmpl lvl="1">
            <p:tnLst>
              <p:par>
                <p:cTn presetID="2" presetClass="entr" presetSubtype="4" decel="100000"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ppt_x"/>
                          </p:val>
                        </p:tav>
                        <p:tav tm="100000">
                          <p:val>
                            <p:strVal val="#ppt_x"/>
                          </p:val>
                        </p:tav>
                      </p:tavLst>
                    </p:anim>
                    <p:anim calcmode="lin" valueType="num">
                      <p:cBhvr additive="base">
                        <p:cTn dur="500" fill="hold"/>
                        <p:tgtEl>
                          <p:spTgt spid="17"/>
                        </p:tgtEl>
                        <p:attrNameLst>
                          <p:attrName>ppt_y</p:attrName>
                        </p:attrNameLst>
                      </p:cBhvr>
                      <p:tavLst>
                        <p:tav tm="0">
                          <p:val>
                            <p:strVal val="1+#ppt_h/2"/>
                          </p:val>
                        </p:tav>
                        <p:tav tm="100000">
                          <p:val>
                            <p:strVal val="#ppt_y"/>
                          </p:val>
                        </p:tav>
                      </p:tavLst>
                    </p:anim>
                  </p:childTnLst>
                </p:cTn>
              </p:par>
            </p:tnLst>
          </p:tmpl>
        </p:tmplLst>
      </p:bldP>
      <p:bldP spid="18" grpId="0" build="p">
        <p:tmplLst>
          <p:tmpl lvl="1">
            <p:tnLst>
              <p:par>
                <p:cTn presetID="2" presetClass="entr" presetSubtype="2" decel="10000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19" grpId="0" build="p">
        <p:tmplLst>
          <p:tmpl lvl="1">
            <p:tnLst>
              <p:par>
                <p:cTn presetID="22" presetClass="entr" presetSubtype="8" fill="hold" nodeType="after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wipe(left)">
                      <p:cBhvr>
                        <p:cTn dur="500"/>
                        <p:tgtEl>
                          <p:spTgt spid="19"/>
                        </p:tgtEl>
                      </p:cBhvr>
                    </p:animEffect>
                  </p:childTnLst>
                </p:cTn>
              </p:par>
            </p:tnLst>
          </p:tmpl>
        </p:tmplLst>
      </p:bldP>
      <p:bldP spid="20" grpId="0" build="p">
        <p:tmplLst>
          <p:tmpl lvl="1">
            <p:tnLst>
              <p:par>
                <p:cTn presetID="2" presetClass="entr" presetSubtype="4" decel="100000"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ppt_x"/>
                          </p:val>
                        </p:tav>
                        <p:tav tm="100000">
                          <p:val>
                            <p:strVal val="#ppt_x"/>
                          </p:val>
                        </p:tav>
                      </p:tavLst>
                    </p:anim>
                    <p:anim calcmode="lin" valueType="num">
                      <p:cBhvr additive="base">
                        <p:cTn dur="500" fill="hold"/>
                        <p:tgtEl>
                          <p:spTgt spid="20"/>
                        </p:tgtEl>
                        <p:attrNameLst>
                          <p:attrName>ppt_y</p:attrName>
                        </p:attrNameLst>
                      </p:cBhvr>
                      <p:tavLst>
                        <p:tav tm="0">
                          <p:val>
                            <p:strVal val="1+#ppt_h/2"/>
                          </p:val>
                        </p:tav>
                        <p:tav tm="100000">
                          <p:val>
                            <p:strVal val="#ppt_y"/>
                          </p:val>
                        </p:tav>
                      </p:tavLst>
                    </p:anim>
                  </p:childTnLst>
                </p:cTn>
              </p:par>
            </p:tnLst>
          </p:tmpl>
        </p:tmplLst>
      </p:bldP>
      <p:bldP spid="21" grpId="0" build="p">
        <p:tmplLst>
          <p:tmpl lvl="1">
            <p:tnLst>
              <p:par>
                <p:cTn presetID="2" presetClass="entr" presetSubtype="2" decel="100000"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1+#ppt_w/2"/>
                          </p:val>
                        </p:tav>
                        <p:tav tm="100000">
                          <p:val>
                            <p:strVal val="#ppt_x"/>
                          </p:val>
                        </p:tav>
                      </p:tavLst>
                    </p:anim>
                    <p:anim calcmode="lin" valueType="num">
                      <p:cBhvr additive="base">
                        <p:cTn dur="500" fill="hold"/>
                        <p:tgtEl>
                          <p:spTgt spid="21"/>
                        </p:tgtEl>
                        <p:attrNameLst>
                          <p:attrName>ppt_y</p:attrName>
                        </p:attrNameLst>
                      </p:cBhvr>
                      <p:tavLst>
                        <p:tav tm="0">
                          <p:val>
                            <p:strVal val="#ppt_y"/>
                          </p:val>
                        </p:tav>
                        <p:tav tm="100000">
                          <p:val>
                            <p:strVal val="#ppt_y"/>
                          </p:val>
                        </p:tav>
                      </p:tavLst>
                    </p:anim>
                  </p:childTnLst>
                </p:cTn>
              </p:par>
            </p:tnLst>
          </p:tmpl>
        </p:tmplLst>
      </p:bldP>
      <p:bldP spid="22" grpId="0" build="p">
        <p:tmplLst>
          <p:tmpl lvl="1">
            <p:tnLst>
              <p:par>
                <p:cTn presetID="22" presetClass="entr" presetSubtype="8"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500"/>
                        <p:tgtEl>
                          <p:spTgt spid="22"/>
                        </p:tgtEl>
                      </p:cBhvr>
                    </p:animEffect>
                  </p:childTnLst>
                </p:cTn>
              </p:par>
            </p:tnLst>
          </p:tmpl>
        </p:tmplLst>
      </p:bldP>
      <p:bldP spid="25" grpId="0" animBg="1"/>
      <p:bldP spid="26" grpId="0"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mple Timeline">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 name="二等辺三角形 5"/>
          <p:cNvSpPr/>
          <p:nvPr userDrawn="1"/>
        </p:nvSpPr>
        <p:spPr>
          <a:xfrm rot="10800000">
            <a:off x="2689082" y="4338269"/>
            <a:ext cx="729399" cy="628792"/>
          </a:xfrm>
          <a:prstGeom prst="triangl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7" name="正方形/長方形 6"/>
          <p:cNvSpPr/>
          <p:nvPr userDrawn="1"/>
        </p:nvSpPr>
        <p:spPr>
          <a:xfrm>
            <a:off x="-29028" y="5363859"/>
            <a:ext cx="18291175" cy="130629"/>
          </a:xfrm>
          <a:prstGeom prst="rect">
            <a:avLst/>
          </a:prstGeom>
          <a:blipFill dpi="0" rotWithShape="0">
            <a:blip r:embed="rId2"/>
            <a:srcRect/>
            <a:tile tx="0" ty="0" sx="100000" sy="100000" flip="none" algn="tl"/>
          </a:blipFill>
          <a:ln>
            <a:noFill/>
          </a:ln>
          <a:effectLst>
            <a:outerShdw blurRad="50800" dist="381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円/楕円 7"/>
          <p:cNvSpPr/>
          <p:nvPr userDrawn="1"/>
        </p:nvSpPr>
        <p:spPr>
          <a:xfrm>
            <a:off x="2689082" y="5053070"/>
            <a:ext cx="770846" cy="770846"/>
          </a:xfrm>
          <a:prstGeom prst="ellipse">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9" name="円/楕円 8"/>
          <p:cNvSpPr/>
          <p:nvPr userDrawn="1"/>
        </p:nvSpPr>
        <p:spPr>
          <a:xfrm>
            <a:off x="6701233" y="5053070"/>
            <a:ext cx="770846" cy="770846"/>
          </a:xfrm>
          <a:prstGeom prst="ellipse">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0" name="円/楕円 9"/>
          <p:cNvSpPr/>
          <p:nvPr userDrawn="1"/>
        </p:nvSpPr>
        <p:spPr>
          <a:xfrm>
            <a:off x="10713384" y="5053070"/>
            <a:ext cx="770846" cy="770846"/>
          </a:xfrm>
          <a:prstGeom prst="ellipse">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1" name="円/楕円 10"/>
          <p:cNvSpPr/>
          <p:nvPr userDrawn="1"/>
        </p:nvSpPr>
        <p:spPr>
          <a:xfrm>
            <a:off x="14725535" y="5053070"/>
            <a:ext cx="770846" cy="770846"/>
          </a:xfrm>
          <a:prstGeom prst="ellipse">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2" name="正方形/長方形 11"/>
          <p:cNvSpPr/>
          <p:nvPr userDrawn="1"/>
        </p:nvSpPr>
        <p:spPr>
          <a:xfrm>
            <a:off x="1129590" y="3379039"/>
            <a:ext cx="3889829" cy="1320800"/>
          </a:xfrm>
          <a:prstGeom prst="rect">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13" name="正方形/長方形 12"/>
          <p:cNvSpPr/>
          <p:nvPr userDrawn="1"/>
        </p:nvSpPr>
        <p:spPr>
          <a:xfrm>
            <a:off x="1318276" y="3556839"/>
            <a:ext cx="3512457" cy="965200"/>
          </a:xfrm>
          <a:prstGeom prst="rect">
            <a:avLst/>
          </a:prstGeom>
          <a:noFill/>
          <a:ln w="28575">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14" name="テキスト プレースホルダー 5"/>
          <p:cNvSpPr>
            <a:spLocks noGrp="1"/>
          </p:cNvSpPr>
          <p:nvPr>
            <p:ph type="body" sz="quarter" idx="17" hasCustomPrompt="1"/>
          </p:nvPr>
        </p:nvSpPr>
        <p:spPr>
          <a:xfrm>
            <a:off x="1258959" y="3701684"/>
            <a:ext cx="3644348" cy="647693"/>
          </a:xfrm>
        </p:spPr>
        <p:txBody>
          <a:bodyPr anchor="ctr">
            <a:noAutofit/>
          </a:bodyPr>
          <a:lstStyle>
            <a:lvl1pPr algn="ctr">
              <a:defRPr sz="40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TEXT</a:t>
            </a:r>
            <a:endParaRPr kumimoji="1" lang="ja-JP" altLang="en-US" dirty="0"/>
          </a:p>
        </p:txBody>
      </p:sp>
      <p:sp>
        <p:nvSpPr>
          <p:cNvPr id="15" name="二等辺三角形 14"/>
          <p:cNvSpPr/>
          <p:nvPr userDrawn="1"/>
        </p:nvSpPr>
        <p:spPr>
          <a:xfrm rot="10800000">
            <a:off x="6702283" y="4338269"/>
            <a:ext cx="729399" cy="628792"/>
          </a:xfrm>
          <a:prstGeom prst="triangl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16" name="正方形/長方形 15"/>
          <p:cNvSpPr/>
          <p:nvPr userDrawn="1"/>
        </p:nvSpPr>
        <p:spPr>
          <a:xfrm>
            <a:off x="5142791" y="3379039"/>
            <a:ext cx="3889829" cy="1320800"/>
          </a:xfrm>
          <a:prstGeom prst="rect">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17" name="正方形/長方形 16"/>
          <p:cNvSpPr/>
          <p:nvPr userDrawn="1"/>
        </p:nvSpPr>
        <p:spPr>
          <a:xfrm>
            <a:off x="5331477" y="3556839"/>
            <a:ext cx="3512457" cy="965200"/>
          </a:xfrm>
          <a:prstGeom prst="rect">
            <a:avLst/>
          </a:prstGeom>
          <a:noFill/>
          <a:ln w="28575">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18" name="テキスト プレースホルダー 5"/>
          <p:cNvSpPr>
            <a:spLocks noGrp="1"/>
          </p:cNvSpPr>
          <p:nvPr>
            <p:ph type="body" sz="quarter" idx="18" hasCustomPrompt="1"/>
          </p:nvPr>
        </p:nvSpPr>
        <p:spPr>
          <a:xfrm>
            <a:off x="5272160" y="3701684"/>
            <a:ext cx="3644348" cy="647693"/>
          </a:xfrm>
        </p:spPr>
        <p:txBody>
          <a:bodyPr anchor="ctr">
            <a:noAutofit/>
          </a:bodyPr>
          <a:lstStyle>
            <a:lvl1pPr algn="ctr">
              <a:defRPr sz="40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TEXT</a:t>
            </a:r>
            <a:endParaRPr kumimoji="1" lang="ja-JP" altLang="en-US" dirty="0"/>
          </a:p>
        </p:txBody>
      </p:sp>
      <p:sp>
        <p:nvSpPr>
          <p:cNvPr id="19" name="二等辺三角形 18"/>
          <p:cNvSpPr/>
          <p:nvPr userDrawn="1"/>
        </p:nvSpPr>
        <p:spPr>
          <a:xfrm rot="10800000">
            <a:off x="10719594" y="4329962"/>
            <a:ext cx="729399" cy="628792"/>
          </a:xfrm>
          <a:prstGeom prst="triangl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20" name="正方形/長方形 19"/>
          <p:cNvSpPr/>
          <p:nvPr userDrawn="1"/>
        </p:nvSpPr>
        <p:spPr>
          <a:xfrm>
            <a:off x="9160102" y="3370732"/>
            <a:ext cx="3889829" cy="1320800"/>
          </a:xfrm>
          <a:prstGeom prst="rect">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21" name="正方形/長方形 20"/>
          <p:cNvSpPr/>
          <p:nvPr userDrawn="1"/>
        </p:nvSpPr>
        <p:spPr>
          <a:xfrm>
            <a:off x="9348788" y="3548532"/>
            <a:ext cx="3512457" cy="965200"/>
          </a:xfrm>
          <a:prstGeom prst="rect">
            <a:avLst/>
          </a:prstGeom>
          <a:noFill/>
          <a:ln w="28575">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22" name="テキスト プレースホルダー 5"/>
          <p:cNvSpPr>
            <a:spLocks noGrp="1"/>
          </p:cNvSpPr>
          <p:nvPr>
            <p:ph type="body" sz="quarter" idx="19" hasCustomPrompt="1"/>
          </p:nvPr>
        </p:nvSpPr>
        <p:spPr>
          <a:xfrm>
            <a:off x="9289471" y="3693377"/>
            <a:ext cx="3644348" cy="647693"/>
          </a:xfrm>
        </p:spPr>
        <p:txBody>
          <a:bodyPr anchor="ctr">
            <a:noAutofit/>
          </a:bodyPr>
          <a:lstStyle>
            <a:lvl1pPr algn="ctr">
              <a:defRPr sz="40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TEXT</a:t>
            </a:r>
            <a:endParaRPr kumimoji="1" lang="ja-JP" altLang="en-US" dirty="0"/>
          </a:p>
        </p:txBody>
      </p:sp>
      <p:sp>
        <p:nvSpPr>
          <p:cNvPr id="23" name="二等辺三角形 22"/>
          <p:cNvSpPr/>
          <p:nvPr userDrawn="1"/>
        </p:nvSpPr>
        <p:spPr>
          <a:xfrm rot="10800000">
            <a:off x="14725535" y="4340844"/>
            <a:ext cx="729399" cy="628792"/>
          </a:xfrm>
          <a:prstGeom prst="triangl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24" name="正方形/長方形 23"/>
          <p:cNvSpPr/>
          <p:nvPr userDrawn="1"/>
        </p:nvSpPr>
        <p:spPr>
          <a:xfrm>
            <a:off x="13166043" y="3381614"/>
            <a:ext cx="3889829" cy="1320800"/>
          </a:xfrm>
          <a:prstGeom prst="rect">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25" name="正方形/長方形 24"/>
          <p:cNvSpPr/>
          <p:nvPr userDrawn="1"/>
        </p:nvSpPr>
        <p:spPr>
          <a:xfrm>
            <a:off x="13354729" y="3559414"/>
            <a:ext cx="3512457" cy="965200"/>
          </a:xfrm>
          <a:prstGeom prst="rect">
            <a:avLst/>
          </a:prstGeom>
          <a:noFill/>
          <a:ln w="28575">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26" name="テキスト プレースホルダー 5"/>
          <p:cNvSpPr>
            <a:spLocks noGrp="1"/>
          </p:cNvSpPr>
          <p:nvPr>
            <p:ph type="body" sz="quarter" idx="20" hasCustomPrompt="1"/>
          </p:nvPr>
        </p:nvSpPr>
        <p:spPr>
          <a:xfrm>
            <a:off x="13295412" y="3704259"/>
            <a:ext cx="3644348" cy="647693"/>
          </a:xfrm>
        </p:spPr>
        <p:txBody>
          <a:bodyPr anchor="ctr">
            <a:noAutofit/>
          </a:bodyPr>
          <a:lstStyle>
            <a:lvl1pPr algn="ctr">
              <a:defRPr sz="40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TEXT</a:t>
            </a:r>
            <a:endParaRPr kumimoji="1" lang="ja-JP" altLang="en-US" dirty="0"/>
          </a:p>
        </p:txBody>
      </p:sp>
      <p:sp>
        <p:nvSpPr>
          <p:cNvPr id="27" name="テキスト プレースホルダー 5"/>
          <p:cNvSpPr>
            <a:spLocks noGrp="1"/>
          </p:cNvSpPr>
          <p:nvPr>
            <p:ph type="body" sz="quarter" idx="21" hasCustomPrompt="1"/>
          </p:nvPr>
        </p:nvSpPr>
        <p:spPr>
          <a:xfrm>
            <a:off x="1107368" y="5737311"/>
            <a:ext cx="3876747" cy="733819"/>
          </a:xfrm>
        </p:spPr>
        <p:txBody>
          <a:bodyPr anchor="t">
            <a:normAutofit/>
          </a:bodyPr>
          <a:lstStyle>
            <a:lvl1pPr algn="ctr">
              <a:lnSpc>
                <a:spcPct val="130000"/>
              </a:lnSpc>
              <a:spcBef>
                <a:spcPts val="0"/>
              </a:spcBef>
              <a:defRPr sz="3200" baseline="0">
                <a:solidFill>
                  <a:schemeClr val="tx2"/>
                </a:solidFill>
                <a:latin typeface="Bebas Neue Regular" panose="00000500000000000000" pitchFamily="2" charset="0"/>
                <a:ea typeface="+mn-ea"/>
              </a:defRPr>
            </a:lvl1pPr>
          </a:lstStyle>
          <a:p>
            <a:pPr lvl="0"/>
            <a:r>
              <a:rPr kumimoji="1" lang="en-US" altLang="ja-JP" dirty="0"/>
              <a:t>Text Here</a:t>
            </a:r>
            <a:endParaRPr kumimoji="1" lang="ja-JP" altLang="en-US" dirty="0"/>
          </a:p>
        </p:txBody>
      </p:sp>
      <p:sp>
        <p:nvSpPr>
          <p:cNvPr id="28" name="テキスト プレースホルダー 5"/>
          <p:cNvSpPr>
            <a:spLocks noGrp="1"/>
          </p:cNvSpPr>
          <p:nvPr>
            <p:ph type="body" sz="quarter" idx="22" hasCustomPrompt="1"/>
          </p:nvPr>
        </p:nvSpPr>
        <p:spPr>
          <a:xfrm>
            <a:off x="5125658" y="5737311"/>
            <a:ext cx="3876747" cy="733819"/>
          </a:xfrm>
        </p:spPr>
        <p:txBody>
          <a:bodyPr anchor="t">
            <a:normAutofit/>
          </a:bodyPr>
          <a:lstStyle>
            <a:lvl1pPr algn="ctr">
              <a:lnSpc>
                <a:spcPct val="130000"/>
              </a:lnSpc>
              <a:spcBef>
                <a:spcPts val="0"/>
              </a:spcBef>
              <a:defRPr sz="3200" baseline="0">
                <a:solidFill>
                  <a:schemeClr val="tx2"/>
                </a:solidFill>
                <a:latin typeface="Bebas Neue Regular" panose="00000500000000000000" pitchFamily="2" charset="0"/>
                <a:ea typeface="+mn-ea"/>
              </a:defRPr>
            </a:lvl1pPr>
          </a:lstStyle>
          <a:p>
            <a:pPr lvl="0"/>
            <a:r>
              <a:rPr kumimoji="1" lang="en-US" altLang="ja-JP" dirty="0"/>
              <a:t>Text Here</a:t>
            </a:r>
            <a:endParaRPr kumimoji="1" lang="ja-JP" altLang="en-US" dirty="0"/>
          </a:p>
        </p:txBody>
      </p:sp>
      <p:sp>
        <p:nvSpPr>
          <p:cNvPr id="29" name="テキスト プレースホルダー 5"/>
          <p:cNvSpPr>
            <a:spLocks noGrp="1"/>
          </p:cNvSpPr>
          <p:nvPr>
            <p:ph type="body" sz="quarter" idx="23" hasCustomPrompt="1"/>
          </p:nvPr>
        </p:nvSpPr>
        <p:spPr>
          <a:xfrm>
            <a:off x="9142466" y="5737311"/>
            <a:ext cx="3876747" cy="733819"/>
          </a:xfrm>
        </p:spPr>
        <p:txBody>
          <a:bodyPr anchor="t">
            <a:normAutofit/>
          </a:bodyPr>
          <a:lstStyle>
            <a:lvl1pPr algn="ctr">
              <a:lnSpc>
                <a:spcPct val="130000"/>
              </a:lnSpc>
              <a:spcBef>
                <a:spcPts val="0"/>
              </a:spcBef>
              <a:defRPr sz="3200" baseline="0">
                <a:solidFill>
                  <a:schemeClr val="tx2"/>
                </a:solidFill>
                <a:latin typeface="Bebas Neue Regular" panose="00000500000000000000" pitchFamily="2" charset="0"/>
                <a:ea typeface="+mn-ea"/>
              </a:defRPr>
            </a:lvl1pPr>
          </a:lstStyle>
          <a:p>
            <a:pPr lvl="0"/>
            <a:r>
              <a:rPr kumimoji="1" lang="en-US" altLang="ja-JP" dirty="0"/>
              <a:t>Text Here</a:t>
            </a:r>
            <a:endParaRPr kumimoji="1" lang="ja-JP" altLang="en-US" dirty="0"/>
          </a:p>
        </p:txBody>
      </p:sp>
      <p:sp>
        <p:nvSpPr>
          <p:cNvPr id="30" name="テキスト プレースホルダー 5"/>
          <p:cNvSpPr>
            <a:spLocks noGrp="1"/>
          </p:cNvSpPr>
          <p:nvPr>
            <p:ph type="body" sz="quarter" idx="24" hasCustomPrompt="1"/>
          </p:nvPr>
        </p:nvSpPr>
        <p:spPr>
          <a:xfrm>
            <a:off x="13155937" y="5737311"/>
            <a:ext cx="3876747" cy="733819"/>
          </a:xfrm>
        </p:spPr>
        <p:txBody>
          <a:bodyPr anchor="t">
            <a:normAutofit/>
          </a:bodyPr>
          <a:lstStyle>
            <a:lvl1pPr algn="ctr">
              <a:lnSpc>
                <a:spcPct val="130000"/>
              </a:lnSpc>
              <a:spcBef>
                <a:spcPts val="0"/>
              </a:spcBef>
              <a:defRPr sz="3200" baseline="0">
                <a:solidFill>
                  <a:schemeClr val="tx2"/>
                </a:solidFill>
                <a:latin typeface="Bebas Neue Regular" panose="00000500000000000000" pitchFamily="2" charset="0"/>
                <a:ea typeface="+mn-ea"/>
              </a:defRPr>
            </a:lvl1pPr>
          </a:lstStyle>
          <a:p>
            <a:pPr lvl="0"/>
            <a:r>
              <a:rPr kumimoji="1" lang="en-US" altLang="ja-JP" dirty="0"/>
              <a:t>Text Here</a:t>
            </a:r>
            <a:endParaRPr kumimoji="1" lang="ja-JP" altLang="en-US" dirty="0"/>
          </a:p>
        </p:txBody>
      </p:sp>
      <p:sp>
        <p:nvSpPr>
          <p:cNvPr id="31" name="テキスト プレースホルダー 5"/>
          <p:cNvSpPr>
            <a:spLocks noGrp="1"/>
          </p:cNvSpPr>
          <p:nvPr>
            <p:ph type="body" sz="quarter" idx="25" hasCustomPrompt="1"/>
          </p:nvPr>
        </p:nvSpPr>
        <p:spPr>
          <a:xfrm>
            <a:off x="13155937" y="6454712"/>
            <a:ext cx="3868593" cy="1732676"/>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2" name="テキスト プレースホルダー 5"/>
          <p:cNvSpPr>
            <a:spLocks noGrp="1"/>
          </p:cNvSpPr>
          <p:nvPr>
            <p:ph type="body" sz="quarter" idx="26" hasCustomPrompt="1"/>
          </p:nvPr>
        </p:nvSpPr>
        <p:spPr>
          <a:xfrm>
            <a:off x="5125658" y="6454712"/>
            <a:ext cx="3868593" cy="1732676"/>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3" name="テキスト プレースホルダー 5"/>
          <p:cNvSpPr>
            <a:spLocks noGrp="1"/>
          </p:cNvSpPr>
          <p:nvPr>
            <p:ph type="body" sz="quarter" idx="27" hasCustomPrompt="1"/>
          </p:nvPr>
        </p:nvSpPr>
        <p:spPr>
          <a:xfrm>
            <a:off x="9142466" y="6454712"/>
            <a:ext cx="3868593" cy="1732676"/>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4" name="テキスト プレースホルダー 5"/>
          <p:cNvSpPr>
            <a:spLocks noGrp="1"/>
          </p:cNvSpPr>
          <p:nvPr>
            <p:ph type="body" sz="quarter" idx="28" hasCustomPrompt="1"/>
          </p:nvPr>
        </p:nvSpPr>
        <p:spPr>
          <a:xfrm>
            <a:off x="1107368" y="6454712"/>
            <a:ext cx="3868593" cy="1732676"/>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1402509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1000"/>
                            </p:stCondLst>
                            <p:childTnLst>
                              <p:par>
                                <p:cTn id="14" presetID="2" presetClass="entr" presetSubtype="8" decel="10000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0-#ppt_w/2"/>
                                          </p:val>
                                        </p:tav>
                                        <p:tav tm="100000">
                                          <p:val>
                                            <p:strVal val="#ppt_x"/>
                                          </p:val>
                                        </p:tav>
                                      </p:tavLst>
                                    </p:anim>
                                    <p:anim calcmode="lin" valueType="num">
                                      <p:cBhvr additive="base">
                                        <p:cTn id="17" dur="500" fill="hold"/>
                                        <p:tgtEl>
                                          <p:spTgt spid="8"/>
                                        </p:tgtEl>
                                        <p:attrNameLst>
                                          <p:attrName>ppt_y</p:attrName>
                                        </p:attrNameLst>
                                      </p:cBhvr>
                                      <p:tavLst>
                                        <p:tav tm="0">
                                          <p:val>
                                            <p:strVal val="#ppt_y"/>
                                          </p:val>
                                        </p:tav>
                                        <p:tav tm="100000">
                                          <p:val>
                                            <p:strVal val="#ppt_y"/>
                                          </p:val>
                                        </p:tav>
                                      </p:tavLst>
                                    </p:anim>
                                  </p:childTnLst>
                                </p:cTn>
                              </p:par>
                              <p:par>
                                <p:cTn id="18" presetID="2" presetClass="entr" presetSubtype="1" decel="10000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ppt_x"/>
                                          </p:val>
                                        </p:tav>
                                        <p:tav tm="100000">
                                          <p:val>
                                            <p:strVal val="#ppt_x"/>
                                          </p:val>
                                        </p:tav>
                                      </p:tavLst>
                                    </p:anim>
                                    <p:anim calcmode="lin" valueType="num">
                                      <p:cBhvr additive="base">
                                        <p:cTn id="21" dur="500" fill="hold"/>
                                        <p:tgtEl>
                                          <p:spTgt spid="6"/>
                                        </p:tgtEl>
                                        <p:attrNameLst>
                                          <p:attrName>ppt_y</p:attrName>
                                        </p:attrNameLst>
                                      </p:cBhvr>
                                      <p:tavLst>
                                        <p:tav tm="0">
                                          <p:val>
                                            <p:strVal val="0-#ppt_h/2"/>
                                          </p:val>
                                        </p:tav>
                                        <p:tav tm="100000">
                                          <p:val>
                                            <p:strVal val="#ppt_y"/>
                                          </p:val>
                                        </p:tav>
                                      </p:tavLst>
                                    </p:anim>
                                  </p:childTnLst>
                                </p:cTn>
                              </p:par>
                              <p:par>
                                <p:cTn id="22" presetID="2" presetClass="entr" presetSubtype="1" decel="10000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0-#ppt_h/2"/>
                                          </p:val>
                                        </p:tav>
                                        <p:tav tm="100000">
                                          <p:val>
                                            <p:strVal val="#ppt_y"/>
                                          </p:val>
                                        </p:tav>
                                      </p:tavLst>
                                    </p:anim>
                                  </p:childTnLst>
                                </p:cTn>
                              </p:par>
                              <p:par>
                                <p:cTn id="26" presetID="2" presetClass="entr" presetSubtype="1" decel="10000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ppt_x"/>
                                          </p:val>
                                        </p:tav>
                                        <p:tav tm="100000">
                                          <p:val>
                                            <p:strVal val="#ppt_x"/>
                                          </p:val>
                                        </p:tav>
                                      </p:tavLst>
                                    </p:anim>
                                    <p:anim calcmode="lin" valueType="num">
                                      <p:cBhvr additive="base">
                                        <p:cTn id="29" dur="500" fill="hold"/>
                                        <p:tgtEl>
                                          <p:spTgt spid="13"/>
                                        </p:tgtEl>
                                        <p:attrNameLst>
                                          <p:attrName>ppt_y</p:attrName>
                                        </p:attrNameLst>
                                      </p:cBhvr>
                                      <p:tavLst>
                                        <p:tav tm="0">
                                          <p:val>
                                            <p:strVal val="0-#ppt_h/2"/>
                                          </p:val>
                                        </p:tav>
                                        <p:tav tm="100000">
                                          <p:val>
                                            <p:strVal val="#ppt_y"/>
                                          </p:val>
                                        </p:tav>
                                      </p:tavLst>
                                    </p:anim>
                                  </p:childTnLst>
                                </p:cTn>
                              </p:par>
                              <p:par>
                                <p:cTn id="30" presetID="2" presetClass="entr" presetSubtype="1" decel="100000" fill="hold" grpId="0" nodeType="withEffect">
                                  <p:stCondLst>
                                    <p:cond delay="0"/>
                                  </p:stCondLst>
                                  <p:childTnLst>
                                    <p:set>
                                      <p:cBhvr>
                                        <p:cTn id="31" dur="1" fill="hold">
                                          <p:stCondLst>
                                            <p:cond delay="0"/>
                                          </p:stCondLst>
                                        </p:cTn>
                                        <p:tgtEl>
                                          <p:spTgt spid="14">
                                            <p:txEl>
                                              <p:pRg st="0" end="0"/>
                                            </p:txEl>
                                          </p:spTgt>
                                        </p:tgtEl>
                                        <p:attrNameLst>
                                          <p:attrName>style.visibility</p:attrName>
                                        </p:attrNameLst>
                                      </p:cBhvr>
                                      <p:to>
                                        <p:strVal val="visible"/>
                                      </p:to>
                                    </p:set>
                                    <p:anim calcmode="lin" valueType="num">
                                      <p:cBhvr additive="base">
                                        <p:cTn id="32"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4">
                                            <p:txEl>
                                              <p:pRg st="0" end="0"/>
                                            </p:txEl>
                                          </p:spTgt>
                                        </p:tgtEl>
                                        <p:attrNameLst>
                                          <p:attrName>ppt_y</p:attrName>
                                        </p:attrNameLst>
                                      </p:cBhvr>
                                      <p:tavLst>
                                        <p:tav tm="0">
                                          <p:val>
                                            <p:strVal val="0-#ppt_h/2"/>
                                          </p:val>
                                        </p:tav>
                                        <p:tav tm="100000">
                                          <p:val>
                                            <p:strVal val="#ppt_y"/>
                                          </p:val>
                                        </p:tav>
                                      </p:tavLst>
                                    </p:anim>
                                  </p:childTnLst>
                                </p:cTn>
                              </p:par>
                            </p:childTnLst>
                          </p:cTn>
                        </p:par>
                        <p:par>
                          <p:cTn id="34" fill="hold">
                            <p:stCondLst>
                              <p:cond delay="1500"/>
                            </p:stCondLst>
                            <p:childTnLst>
                              <p:par>
                                <p:cTn id="35" presetID="2" presetClass="entr" presetSubtype="4" decel="100000" fill="hold" grpId="0" nodeType="afterEffect">
                                  <p:stCondLst>
                                    <p:cond delay="0"/>
                                  </p:stCondLst>
                                  <p:childTnLst>
                                    <p:set>
                                      <p:cBhvr>
                                        <p:cTn id="36" dur="1" fill="hold">
                                          <p:stCondLst>
                                            <p:cond delay="0"/>
                                          </p:stCondLst>
                                        </p:cTn>
                                        <p:tgtEl>
                                          <p:spTgt spid="27">
                                            <p:txEl>
                                              <p:pRg st="0" end="0"/>
                                            </p:txEl>
                                          </p:spTgt>
                                        </p:tgtEl>
                                        <p:attrNameLst>
                                          <p:attrName>style.visibility</p:attrName>
                                        </p:attrNameLst>
                                      </p:cBhvr>
                                      <p:to>
                                        <p:strVal val="visible"/>
                                      </p:to>
                                    </p:set>
                                    <p:anim calcmode="lin" valueType="num">
                                      <p:cBhvr additive="base">
                                        <p:cTn id="37"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34"/>
                                        </p:tgtEl>
                                        <p:attrNameLst>
                                          <p:attrName>style.visibility</p:attrName>
                                        </p:attrNameLst>
                                      </p:cBhvr>
                                      <p:to>
                                        <p:strVal val="visible"/>
                                      </p:to>
                                    </p:set>
                                    <p:animEffect transition="in" filter="wipe(left)">
                                      <p:cBhvr>
                                        <p:cTn id="42" dur="500"/>
                                        <p:tgtEl>
                                          <p:spTgt spid="34"/>
                                        </p:tgtEl>
                                      </p:cBhvr>
                                    </p:animEffect>
                                  </p:childTnLst>
                                </p:cTn>
                              </p:par>
                            </p:childTnLst>
                          </p:cTn>
                        </p:par>
                        <p:par>
                          <p:cTn id="43" fill="hold">
                            <p:stCondLst>
                              <p:cond delay="2500"/>
                            </p:stCondLst>
                            <p:childTnLst>
                              <p:par>
                                <p:cTn id="44" presetID="2" presetClass="entr" presetSubtype="8" decel="100000" fill="hold" grpId="0" nodeType="afterEffect">
                                  <p:stCondLst>
                                    <p:cond delay="0"/>
                                  </p:stCondLst>
                                  <p:childTnLst>
                                    <p:set>
                                      <p:cBhvr>
                                        <p:cTn id="45" dur="1" fill="hold">
                                          <p:stCondLst>
                                            <p:cond delay="0"/>
                                          </p:stCondLst>
                                        </p:cTn>
                                        <p:tgtEl>
                                          <p:spTgt spid="9"/>
                                        </p:tgtEl>
                                        <p:attrNameLst>
                                          <p:attrName>style.visibility</p:attrName>
                                        </p:attrNameLst>
                                      </p:cBhvr>
                                      <p:to>
                                        <p:strVal val="visible"/>
                                      </p:to>
                                    </p:set>
                                    <p:anim calcmode="lin" valueType="num">
                                      <p:cBhvr additive="base">
                                        <p:cTn id="46" dur="500" fill="hold"/>
                                        <p:tgtEl>
                                          <p:spTgt spid="9"/>
                                        </p:tgtEl>
                                        <p:attrNameLst>
                                          <p:attrName>ppt_x</p:attrName>
                                        </p:attrNameLst>
                                      </p:cBhvr>
                                      <p:tavLst>
                                        <p:tav tm="0">
                                          <p:val>
                                            <p:strVal val="0-#ppt_w/2"/>
                                          </p:val>
                                        </p:tav>
                                        <p:tav tm="100000">
                                          <p:val>
                                            <p:strVal val="#ppt_x"/>
                                          </p:val>
                                        </p:tav>
                                      </p:tavLst>
                                    </p:anim>
                                    <p:anim calcmode="lin" valueType="num">
                                      <p:cBhvr additive="base">
                                        <p:cTn id="47" dur="500" fill="hold"/>
                                        <p:tgtEl>
                                          <p:spTgt spid="9"/>
                                        </p:tgtEl>
                                        <p:attrNameLst>
                                          <p:attrName>ppt_y</p:attrName>
                                        </p:attrNameLst>
                                      </p:cBhvr>
                                      <p:tavLst>
                                        <p:tav tm="0">
                                          <p:val>
                                            <p:strVal val="#ppt_y"/>
                                          </p:val>
                                        </p:tav>
                                        <p:tav tm="100000">
                                          <p:val>
                                            <p:strVal val="#ppt_y"/>
                                          </p:val>
                                        </p:tav>
                                      </p:tavLst>
                                    </p:anim>
                                  </p:childTnLst>
                                </p:cTn>
                              </p:par>
                              <p:par>
                                <p:cTn id="48" presetID="2" presetClass="entr" presetSubtype="1" decel="10000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ppt_x</p:attrName>
                                        </p:attrNameLst>
                                      </p:cBhvr>
                                      <p:tavLst>
                                        <p:tav tm="0">
                                          <p:val>
                                            <p:strVal val="#ppt_x"/>
                                          </p:val>
                                        </p:tav>
                                        <p:tav tm="100000">
                                          <p:val>
                                            <p:strVal val="#ppt_x"/>
                                          </p:val>
                                        </p:tav>
                                      </p:tavLst>
                                    </p:anim>
                                    <p:anim calcmode="lin" valueType="num">
                                      <p:cBhvr additive="base">
                                        <p:cTn id="51" dur="500" fill="hold"/>
                                        <p:tgtEl>
                                          <p:spTgt spid="15"/>
                                        </p:tgtEl>
                                        <p:attrNameLst>
                                          <p:attrName>ppt_y</p:attrName>
                                        </p:attrNameLst>
                                      </p:cBhvr>
                                      <p:tavLst>
                                        <p:tav tm="0">
                                          <p:val>
                                            <p:strVal val="0-#ppt_h/2"/>
                                          </p:val>
                                        </p:tav>
                                        <p:tav tm="100000">
                                          <p:val>
                                            <p:strVal val="#ppt_y"/>
                                          </p:val>
                                        </p:tav>
                                      </p:tavLst>
                                    </p:anim>
                                  </p:childTnLst>
                                </p:cTn>
                              </p:par>
                              <p:par>
                                <p:cTn id="52" presetID="2" presetClass="entr" presetSubtype="1" decel="10000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00" fill="hold"/>
                                        <p:tgtEl>
                                          <p:spTgt spid="16"/>
                                        </p:tgtEl>
                                        <p:attrNameLst>
                                          <p:attrName>ppt_x</p:attrName>
                                        </p:attrNameLst>
                                      </p:cBhvr>
                                      <p:tavLst>
                                        <p:tav tm="0">
                                          <p:val>
                                            <p:strVal val="#ppt_x"/>
                                          </p:val>
                                        </p:tav>
                                        <p:tav tm="100000">
                                          <p:val>
                                            <p:strVal val="#ppt_x"/>
                                          </p:val>
                                        </p:tav>
                                      </p:tavLst>
                                    </p:anim>
                                    <p:anim calcmode="lin" valueType="num">
                                      <p:cBhvr additive="base">
                                        <p:cTn id="55" dur="500" fill="hold"/>
                                        <p:tgtEl>
                                          <p:spTgt spid="16"/>
                                        </p:tgtEl>
                                        <p:attrNameLst>
                                          <p:attrName>ppt_y</p:attrName>
                                        </p:attrNameLst>
                                      </p:cBhvr>
                                      <p:tavLst>
                                        <p:tav tm="0">
                                          <p:val>
                                            <p:strVal val="0-#ppt_h/2"/>
                                          </p:val>
                                        </p:tav>
                                        <p:tav tm="100000">
                                          <p:val>
                                            <p:strVal val="#ppt_y"/>
                                          </p:val>
                                        </p:tav>
                                      </p:tavLst>
                                    </p:anim>
                                  </p:childTnLst>
                                </p:cTn>
                              </p:par>
                              <p:par>
                                <p:cTn id="56" presetID="2" presetClass="entr" presetSubtype="1" decel="10000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 calcmode="lin" valueType="num">
                                      <p:cBhvr additive="base">
                                        <p:cTn id="58" dur="500" fill="hold"/>
                                        <p:tgtEl>
                                          <p:spTgt spid="17"/>
                                        </p:tgtEl>
                                        <p:attrNameLst>
                                          <p:attrName>ppt_x</p:attrName>
                                        </p:attrNameLst>
                                      </p:cBhvr>
                                      <p:tavLst>
                                        <p:tav tm="0">
                                          <p:val>
                                            <p:strVal val="#ppt_x"/>
                                          </p:val>
                                        </p:tav>
                                        <p:tav tm="100000">
                                          <p:val>
                                            <p:strVal val="#ppt_x"/>
                                          </p:val>
                                        </p:tav>
                                      </p:tavLst>
                                    </p:anim>
                                    <p:anim calcmode="lin" valueType="num">
                                      <p:cBhvr additive="base">
                                        <p:cTn id="59" dur="500" fill="hold"/>
                                        <p:tgtEl>
                                          <p:spTgt spid="17"/>
                                        </p:tgtEl>
                                        <p:attrNameLst>
                                          <p:attrName>ppt_y</p:attrName>
                                        </p:attrNameLst>
                                      </p:cBhvr>
                                      <p:tavLst>
                                        <p:tav tm="0">
                                          <p:val>
                                            <p:strVal val="0-#ppt_h/2"/>
                                          </p:val>
                                        </p:tav>
                                        <p:tav tm="100000">
                                          <p:val>
                                            <p:strVal val="#ppt_y"/>
                                          </p:val>
                                        </p:tav>
                                      </p:tavLst>
                                    </p:anim>
                                  </p:childTnLst>
                                </p:cTn>
                              </p:par>
                              <p:par>
                                <p:cTn id="60" presetID="2" presetClass="entr" presetSubtype="1" decel="100000" fill="hold" grpId="0" nodeType="withEffect">
                                  <p:stCondLst>
                                    <p:cond delay="0"/>
                                  </p:stCondLst>
                                  <p:childTnLst>
                                    <p:set>
                                      <p:cBhvr>
                                        <p:cTn id="61" dur="1" fill="hold">
                                          <p:stCondLst>
                                            <p:cond delay="0"/>
                                          </p:stCondLst>
                                        </p:cTn>
                                        <p:tgtEl>
                                          <p:spTgt spid="18">
                                            <p:txEl>
                                              <p:pRg st="0" end="0"/>
                                            </p:txEl>
                                          </p:spTgt>
                                        </p:tgtEl>
                                        <p:attrNameLst>
                                          <p:attrName>style.visibility</p:attrName>
                                        </p:attrNameLst>
                                      </p:cBhvr>
                                      <p:to>
                                        <p:strVal val="visible"/>
                                      </p:to>
                                    </p:set>
                                    <p:anim calcmode="lin" valueType="num">
                                      <p:cBhvr additive="base">
                                        <p:cTn id="62" dur="500" fill="hold"/>
                                        <p:tgtEl>
                                          <p:spTgt spid="18">
                                            <p:txEl>
                                              <p:pRg st="0" end="0"/>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18">
                                            <p:txEl>
                                              <p:pRg st="0" end="0"/>
                                            </p:txEl>
                                          </p:spTgt>
                                        </p:tgtEl>
                                        <p:attrNameLst>
                                          <p:attrName>ppt_y</p:attrName>
                                        </p:attrNameLst>
                                      </p:cBhvr>
                                      <p:tavLst>
                                        <p:tav tm="0">
                                          <p:val>
                                            <p:strVal val="0-#ppt_h/2"/>
                                          </p:val>
                                        </p:tav>
                                        <p:tav tm="100000">
                                          <p:val>
                                            <p:strVal val="#ppt_y"/>
                                          </p:val>
                                        </p:tav>
                                      </p:tavLst>
                                    </p:anim>
                                  </p:childTnLst>
                                </p:cTn>
                              </p:par>
                            </p:childTnLst>
                          </p:cTn>
                        </p:par>
                        <p:par>
                          <p:cTn id="64" fill="hold">
                            <p:stCondLst>
                              <p:cond delay="3000"/>
                            </p:stCondLst>
                            <p:childTnLst>
                              <p:par>
                                <p:cTn id="65" presetID="2" presetClass="entr" presetSubtype="4" decel="100000" fill="hold" grpId="0" nodeType="afterEffect">
                                  <p:stCondLst>
                                    <p:cond delay="0"/>
                                  </p:stCondLst>
                                  <p:childTnLst>
                                    <p:set>
                                      <p:cBhvr>
                                        <p:cTn id="66" dur="1" fill="hold">
                                          <p:stCondLst>
                                            <p:cond delay="0"/>
                                          </p:stCondLst>
                                        </p:cTn>
                                        <p:tgtEl>
                                          <p:spTgt spid="28">
                                            <p:txEl>
                                              <p:pRg st="0" end="0"/>
                                            </p:txEl>
                                          </p:spTgt>
                                        </p:tgtEl>
                                        <p:attrNameLst>
                                          <p:attrName>style.visibility</p:attrName>
                                        </p:attrNameLst>
                                      </p:cBhvr>
                                      <p:to>
                                        <p:strVal val="visible"/>
                                      </p:to>
                                    </p:set>
                                    <p:anim calcmode="lin" valueType="num">
                                      <p:cBhvr additive="base">
                                        <p:cTn id="67"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69" fill="hold">
                            <p:stCondLst>
                              <p:cond delay="3500"/>
                            </p:stCondLst>
                            <p:childTnLst>
                              <p:par>
                                <p:cTn id="70" presetID="22" presetClass="entr" presetSubtype="8" fill="hold" grpId="0" nodeType="after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wipe(left)">
                                      <p:cBhvr>
                                        <p:cTn id="72" dur="500"/>
                                        <p:tgtEl>
                                          <p:spTgt spid="32"/>
                                        </p:tgtEl>
                                      </p:cBhvr>
                                    </p:animEffect>
                                  </p:childTnLst>
                                </p:cTn>
                              </p:par>
                            </p:childTnLst>
                          </p:cTn>
                        </p:par>
                        <p:par>
                          <p:cTn id="73" fill="hold">
                            <p:stCondLst>
                              <p:cond delay="4000"/>
                            </p:stCondLst>
                            <p:childTnLst>
                              <p:par>
                                <p:cTn id="74" presetID="2" presetClass="entr" presetSubtype="8" decel="100000" fill="hold" grpId="0" nodeType="afterEffect">
                                  <p:stCondLst>
                                    <p:cond delay="0"/>
                                  </p:stCondLst>
                                  <p:childTnLst>
                                    <p:set>
                                      <p:cBhvr>
                                        <p:cTn id="75" dur="1" fill="hold">
                                          <p:stCondLst>
                                            <p:cond delay="0"/>
                                          </p:stCondLst>
                                        </p:cTn>
                                        <p:tgtEl>
                                          <p:spTgt spid="10"/>
                                        </p:tgtEl>
                                        <p:attrNameLst>
                                          <p:attrName>style.visibility</p:attrName>
                                        </p:attrNameLst>
                                      </p:cBhvr>
                                      <p:to>
                                        <p:strVal val="visible"/>
                                      </p:to>
                                    </p:set>
                                    <p:anim calcmode="lin" valueType="num">
                                      <p:cBhvr additive="base">
                                        <p:cTn id="76" dur="500" fill="hold"/>
                                        <p:tgtEl>
                                          <p:spTgt spid="10"/>
                                        </p:tgtEl>
                                        <p:attrNameLst>
                                          <p:attrName>ppt_x</p:attrName>
                                        </p:attrNameLst>
                                      </p:cBhvr>
                                      <p:tavLst>
                                        <p:tav tm="0">
                                          <p:val>
                                            <p:strVal val="0-#ppt_w/2"/>
                                          </p:val>
                                        </p:tav>
                                        <p:tav tm="100000">
                                          <p:val>
                                            <p:strVal val="#ppt_x"/>
                                          </p:val>
                                        </p:tav>
                                      </p:tavLst>
                                    </p:anim>
                                    <p:anim calcmode="lin" valueType="num">
                                      <p:cBhvr additive="base">
                                        <p:cTn id="77" dur="500" fill="hold"/>
                                        <p:tgtEl>
                                          <p:spTgt spid="10"/>
                                        </p:tgtEl>
                                        <p:attrNameLst>
                                          <p:attrName>ppt_y</p:attrName>
                                        </p:attrNameLst>
                                      </p:cBhvr>
                                      <p:tavLst>
                                        <p:tav tm="0">
                                          <p:val>
                                            <p:strVal val="#ppt_y"/>
                                          </p:val>
                                        </p:tav>
                                        <p:tav tm="100000">
                                          <p:val>
                                            <p:strVal val="#ppt_y"/>
                                          </p:val>
                                        </p:tav>
                                      </p:tavLst>
                                    </p:anim>
                                  </p:childTnLst>
                                </p:cTn>
                              </p:par>
                              <p:par>
                                <p:cTn id="78" presetID="2" presetClass="entr" presetSubtype="1" decel="100000" fill="hold" grpId="0" nodeType="withEffect">
                                  <p:stCondLst>
                                    <p:cond delay="0"/>
                                  </p:stCondLst>
                                  <p:childTnLst>
                                    <p:set>
                                      <p:cBhvr>
                                        <p:cTn id="79" dur="1" fill="hold">
                                          <p:stCondLst>
                                            <p:cond delay="0"/>
                                          </p:stCondLst>
                                        </p:cTn>
                                        <p:tgtEl>
                                          <p:spTgt spid="19"/>
                                        </p:tgtEl>
                                        <p:attrNameLst>
                                          <p:attrName>style.visibility</p:attrName>
                                        </p:attrNameLst>
                                      </p:cBhvr>
                                      <p:to>
                                        <p:strVal val="visible"/>
                                      </p:to>
                                    </p:set>
                                    <p:anim calcmode="lin" valueType="num">
                                      <p:cBhvr additive="base">
                                        <p:cTn id="80" dur="500" fill="hold"/>
                                        <p:tgtEl>
                                          <p:spTgt spid="19"/>
                                        </p:tgtEl>
                                        <p:attrNameLst>
                                          <p:attrName>ppt_x</p:attrName>
                                        </p:attrNameLst>
                                      </p:cBhvr>
                                      <p:tavLst>
                                        <p:tav tm="0">
                                          <p:val>
                                            <p:strVal val="#ppt_x"/>
                                          </p:val>
                                        </p:tav>
                                        <p:tav tm="100000">
                                          <p:val>
                                            <p:strVal val="#ppt_x"/>
                                          </p:val>
                                        </p:tav>
                                      </p:tavLst>
                                    </p:anim>
                                    <p:anim calcmode="lin" valueType="num">
                                      <p:cBhvr additive="base">
                                        <p:cTn id="81" dur="500" fill="hold"/>
                                        <p:tgtEl>
                                          <p:spTgt spid="19"/>
                                        </p:tgtEl>
                                        <p:attrNameLst>
                                          <p:attrName>ppt_y</p:attrName>
                                        </p:attrNameLst>
                                      </p:cBhvr>
                                      <p:tavLst>
                                        <p:tav tm="0">
                                          <p:val>
                                            <p:strVal val="0-#ppt_h/2"/>
                                          </p:val>
                                        </p:tav>
                                        <p:tav tm="100000">
                                          <p:val>
                                            <p:strVal val="#ppt_y"/>
                                          </p:val>
                                        </p:tav>
                                      </p:tavLst>
                                    </p:anim>
                                  </p:childTnLst>
                                </p:cTn>
                              </p:par>
                              <p:par>
                                <p:cTn id="82" presetID="2" presetClass="entr" presetSubtype="1" decel="100000" fill="hold" grpId="0" nodeType="withEffect">
                                  <p:stCondLst>
                                    <p:cond delay="0"/>
                                  </p:stCondLst>
                                  <p:childTnLst>
                                    <p:set>
                                      <p:cBhvr>
                                        <p:cTn id="83" dur="1" fill="hold">
                                          <p:stCondLst>
                                            <p:cond delay="0"/>
                                          </p:stCondLst>
                                        </p:cTn>
                                        <p:tgtEl>
                                          <p:spTgt spid="20"/>
                                        </p:tgtEl>
                                        <p:attrNameLst>
                                          <p:attrName>style.visibility</p:attrName>
                                        </p:attrNameLst>
                                      </p:cBhvr>
                                      <p:to>
                                        <p:strVal val="visible"/>
                                      </p:to>
                                    </p:set>
                                    <p:anim calcmode="lin" valueType="num">
                                      <p:cBhvr additive="base">
                                        <p:cTn id="84" dur="500" fill="hold"/>
                                        <p:tgtEl>
                                          <p:spTgt spid="20"/>
                                        </p:tgtEl>
                                        <p:attrNameLst>
                                          <p:attrName>ppt_x</p:attrName>
                                        </p:attrNameLst>
                                      </p:cBhvr>
                                      <p:tavLst>
                                        <p:tav tm="0">
                                          <p:val>
                                            <p:strVal val="#ppt_x"/>
                                          </p:val>
                                        </p:tav>
                                        <p:tav tm="100000">
                                          <p:val>
                                            <p:strVal val="#ppt_x"/>
                                          </p:val>
                                        </p:tav>
                                      </p:tavLst>
                                    </p:anim>
                                    <p:anim calcmode="lin" valueType="num">
                                      <p:cBhvr additive="base">
                                        <p:cTn id="85" dur="500" fill="hold"/>
                                        <p:tgtEl>
                                          <p:spTgt spid="20"/>
                                        </p:tgtEl>
                                        <p:attrNameLst>
                                          <p:attrName>ppt_y</p:attrName>
                                        </p:attrNameLst>
                                      </p:cBhvr>
                                      <p:tavLst>
                                        <p:tav tm="0">
                                          <p:val>
                                            <p:strVal val="0-#ppt_h/2"/>
                                          </p:val>
                                        </p:tav>
                                        <p:tav tm="100000">
                                          <p:val>
                                            <p:strVal val="#ppt_y"/>
                                          </p:val>
                                        </p:tav>
                                      </p:tavLst>
                                    </p:anim>
                                  </p:childTnLst>
                                </p:cTn>
                              </p:par>
                              <p:par>
                                <p:cTn id="86" presetID="2" presetClass="entr" presetSubtype="1" decel="100000" fill="hold" grpId="0" nodeType="withEffect">
                                  <p:stCondLst>
                                    <p:cond delay="0"/>
                                  </p:stCondLst>
                                  <p:childTnLst>
                                    <p:set>
                                      <p:cBhvr>
                                        <p:cTn id="87" dur="1" fill="hold">
                                          <p:stCondLst>
                                            <p:cond delay="0"/>
                                          </p:stCondLst>
                                        </p:cTn>
                                        <p:tgtEl>
                                          <p:spTgt spid="21"/>
                                        </p:tgtEl>
                                        <p:attrNameLst>
                                          <p:attrName>style.visibility</p:attrName>
                                        </p:attrNameLst>
                                      </p:cBhvr>
                                      <p:to>
                                        <p:strVal val="visible"/>
                                      </p:to>
                                    </p:set>
                                    <p:anim calcmode="lin" valueType="num">
                                      <p:cBhvr additive="base">
                                        <p:cTn id="88" dur="500" fill="hold"/>
                                        <p:tgtEl>
                                          <p:spTgt spid="21"/>
                                        </p:tgtEl>
                                        <p:attrNameLst>
                                          <p:attrName>ppt_x</p:attrName>
                                        </p:attrNameLst>
                                      </p:cBhvr>
                                      <p:tavLst>
                                        <p:tav tm="0">
                                          <p:val>
                                            <p:strVal val="#ppt_x"/>
                                          </p:val>
                                        </p:tav>
                                        <p:tav tm="100000">
                                          <p:val>
                                            <p:strVal val="#ppt_x"/>
                                          </p:val>
                                        </p:tav>
                                      </p:tavLst>
                                    </p:anim>
                                    <p:anim calcmode="lin" valueType="num">
                                      <p:cBhvr additive="base">
                                        <p:cTn id="89" dur="500" fill="hold"/>
                                        <p:tgtEl>
                                          <p:spTgt spid="21"/>
                                        </p:tgtEl>
                                        <p:attrNameLst>
                                          <p:attrName>ppt_y</p:attrName>
                                        </p:attrNameLst>
                                      </p:cBhvr>
                                      <p:tavLst>
                                        <p:tav tm="0">
                                          <p:val>
                                            <p:strVal val="0-#ppt_h/2"/>
                                          </p:val>
                                        </p:tav>
                                        <p:tav tm="100000">
                                          <p:val>
                                            <p:strVal val="#ppt_y"/>
                                          </p:val>
                                        </p:tav>
                                      </p:tavLst>
                                    </p:anim>
                                  </p:childTnLst>
                                </p:cTn>
                              </p:par>
                              <p:par>
                                <p:cTn id="90" presetID="2" presetClass="entr" presetSubtype="1" decel="100000" fill="hold" grpId="0" nodeType="withEffect">
                                  <p:stCondLst>
                                    <p:cond delay="0"/>
                                  </p:stCondLst>
                                  <p:childTnLst>
                                    <p:set>
                                      <p:cBhvr>
                                        <p:cTn id="91" dur="1" fill="hold">
                                          <p:stCondLst>
                                            <p:cond delay="0"/>
                                          </p:stCondLst>
                                        </p:cTn>
                                        <p:tgtEl>
                                          <p:spTgt spid="22">
                                            <p:txEl>
                                              <p:pRg st="0" end="0"/>
                                            </p:txEl>
                                          </p:spTgt>
                                        </p:tgtEl>
                                        <p:attrNameLst>
                                          <p:attrName>style.visibility</p:attrName>
                                        </p:attrNameLst>
                                      </p:cBhvr>
                                      <p:to>
                                        <p:strVal val="visible"/>
                                      </p:to>
                                    </p:set>
                                    <p:anim calcmode="lin" valueType="num">
                                      <p:cBhvr additive="base">
                                        <p:cTn id="92"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22">
                                            <p:txEl>
                                              <p:pRg st="0" end="0"/>
                                            </p:txEl>
                                          </p:spTgt>
                                        </p:tgtEl>
                                        <p:attrNameLst>
                                          <p:attrName>ppt_y</p:attrName>
                                        </p:attrNameLst>
                                      </p:cBhvr>
                                      <p:tavLst>
                                        <p:tav tm="0">
                                          <p:val>
                                            <p:strVal val="0-#ppt_h/2"/>
                                          </p:val>
                                        </p:tav>
                                        <p:tav tm="100000">
                                          <p:val>
                                            <p:strVal val="#ppt_y"/>
                                          </p:val>
                                        </p:tav>
                                      </p:tavLst>
                                    </p:anim>
                                  </p:childTnLst>
                                </p:cTn>
                              </p:par>
                            </p:childTnLst>
                          </p:cTn>
                        </p:par>
                        <p:par>
                          <p:cTn id="94" fill="hold">
                            <p:stCondLst>
                              <p:cond delay="4500"/>
                            </p:stCondLst>
                            <p:childTnLst>
                              <p:par>
                                <p:cTn id="95" presetID="2" presetClass="entr" presetSubtype="4" decel="100000" fill="hold" grpId="0" nodeType="afterEffect">
                                  <p:stCondLst>
                                    <p:cond delay="0"/>
                                  </p:stCondLst>
                                  <p:childTnLst>
                                    <p:set>
                                      <p:cBhvr>
                                        <p:cTn id="96" dur="1" fill="hold">
                                          <p:stCondLst>
                                            <p:cond delay="0"/>
                                          </p:stCondLst>
                                        </p:cTn>
                                        <p:tgtEl>
                                          <p:spTgt spid="29">
                                            <p:txEl>
                                              <p:pRg st="0" end="0"/>
                                            </p:txEl>
                                          </p:spTgt>
                                        </p:tgtEl>
                                        <p:attrNameLst>
                                          <p:attrName>style.visibility</p:attrName>
                                        </p:attrNameLst>
                                      </p:cBhvr>
                                      <p:to>
                                        <p:strVal val="visible"/>
                                      </p:to>
                                    </p:set>
                                    <p:anim calcmode="lin" valueType="num">
                                      <p:cBhvr additive="base">
                                        <p:cTn id="97"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par>
                          <p:cTn id="99" fill="hold">
                            <p:stCondLst>
                              <p:cond delay="5000"/>
                            </p:stCondLst>
                            <p:childTnLst>
                              <p:par>
                                <p:cTn id="100" presetID="22" presetClass="entr" presetSubtype="8" fill="hold" grpId="0" nodeType="after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wipe(left)">
                                      <p:cBhvr>
                                        <p:cTn id="102" dur="500"/>
                                        <p:tgtEl>
                                          <p:spTgt spid="33"/>
                                        </p:tgtEl>
                                      </p:cBhvr>
                                    </p:animEffect>
                                  </p:childTnLst>
                                </p:cTn>
                              </p:par>
                            </p:childTnLst>
                          </p:cTn>
                        </p:par>
                        <p:par>
                          <p:cTn id="103" fill="hold">
                            <p:stCondLst>
                              <p:cond delay="5500"/>
                            </p:stCondLst>
                            <p:childTnLst>
                              <p:par>
                                <p:cTn id="104" presetID="2" presetClass="entr" presetSubtype="8" decel="100000" fill="hold" grpId="0" nodeType="afterEffect">
                                  <p:stCondLst>
                                    <p:cond delay="0"/>
                                  </p:stCondLst>
                                  <p:childTnLst>
                                    <p:set>
                                      <p:cBhvr>
                                        <p:cTn id="105" dur="1" fill="hold">
                                          <p:stCondLst>
                                            <p:cond delay="0"/>
                                          </p:stCondLst>
                                        </p:cTn>
                                        <p:tgtEl>
                                          <p:spTgt spid="11"/>
                                        </p:tgtEl>
                                        <p:attrNameLst>
                                          <p:attrName>style.visibility</p:attrName>
                                        </p:attrNameLst>
                                      </p:cBhvr>
                                      <p:to>
                                        <p:strVal val="visible"/>
                                      </p:to>
                                    </p:set>
                                    <p:anim calcmode="lin" valueType="num">
                                      <p:cBhvr additive="base">
                                        <p:cTn id="106" dur="500" fill="hold"/>
                                        <p:tgtEl>
                                          <p:spTgt spid="11"/>
                                        </p:tgtEl>
                                        <p:attrNameLst>
                                          <p:attrName>ppt_x</p:attrName>
                                        </p:attrNameLst>
                                      </p:cBhvr>
                                      <p:tavLst>
                                        <p:tav tm="0">
                                          <p:val>
                                            <p:strVal val="0-#ppt_w/2"/>
                                          </p:val>
                                        </p:tav>
                                        <p:tav tm="100000">
                                          <p:val>
                                            <p:strVal val="#ppt_x"/>
                                          </p:val>
                                        </p:tav>
                                      </p:tavLst>
                                    </p:anim>
                                    <p:anim calcmode="lin" valueType="num">
                                      <p:cBhvr additive="base">
                                        <p:cTn id="107" dur="500" fill="hold"/>
                                        <p:tgtEl>
                                          <p:spTgt spid="11"/>
                                        </p:tgtEl>
                                        <p:attrNameLst>
                                          <p:attrName>ppt_y</p:attrName>
                                        </p:attrNameLst>
                                      </p:cBhvr>
                                      <p:tavLst>
                                        <p:tav tm="0">
                                          <p:val>
                                            <p:strVal val="#ppt_y"/>
                                          </p:val>
                                        </p:tav>
                                        <p:tav tm="100000">
                                          <p:val>
                                            <p:strVal val="#ppt_y"/>
                                          </p:val>
                                        </p:tav>
                                      </p:tavLst>
                                    </p:anim>
                                  </p:childTnLst>
                                </p:cTn>
                              </p:par>
                              <p:par>
                                <p:cTn id="108" presetID="2" presetClass="entr" presetSubtype="1" decel="100000" fill="hold" grpId="0" nodeType="withEffect">
                                  <p:stCondLst>
                                    <p:cond delay="0"/>
                                  </p:stCondLst>
                                  <p:childTnLst>
                                    <p:set>
                                      <p:cBhvr>
                                        <p:cTn id="109" dur="1" fill="hold">
                                          <p:stCondLst>
                                            <p:cond delay="0"/>
                                          </p:stCondLst>
                                        </p:cTn>
                                        <p:tgtEl>
                                          <p:spTgt spid="23"/>
                                        </p:tgtEl>
                                        <p:attrNameLst>
                                          <p:attrName>style.visibility</p:attrName>
                                        </p:attrNameLst>
                                      </p:cBhvr>
                                      <p:to>
                                        <p:strVal val="visible"/>
                                      </p:to>
                                    </p:set>
                                    <p:anim calcmode="lin" valueType="num">
                                      <p:cBhvr additive="base">
                                        <p:cTn id="110" dur="500" fill="hold"/>
                                        <p:tgtEl>
                                          <p:spTgt spid="23"/>
                                        </p:tgtEl>
                                        <p:attrNameLst>
                                          <p:attrName>ppt_x</p:attrName>
                                        </p:attrNameLst>
                                      </p:cBhvr>
                                      <p:tavLst>
                                        <p:tav tm="0">
                                          <p:val>
                                            <p:strVal val="#ppt_x"/>
                                          </p:val>
                                        </p:tav>
                                        <p:tav tm="100000">
                                          <p:val>
                                            <p:strVal val="#ppt_x"/>
                                          </p:val>
                                        </p:tav>
                                      </p:tavLst>
                                    </p:anim>
                                    <p:anim calcmode="lin" valueType="num">
                                      <p:cBhvr additive="base">
                                        <p:cTn id="111" dur="500" fill="hold"/>
                                        <p:tgtEl>
                                          <p:spTgt spid="23"/>
                                        </p:tgtEl>
                                        <p:attrNameLst>
                                          <p:attrName>ppt_y</p:attrName>
                                        </p:attrNameLst>
                                      </p:cBhvr>
                                      <p:tavLst>
                                        <p:tav tm="0">
                                          <p:val>
                                            <p:strVal val="0-#ppt_h/2"/>
                                          </p:val>
                                        </p:tav>
                                        <p:tav tm="100000">
                                          <p:val>
                                            <p:strVal val="#ppt_y"/>
                                          </p:val>
                                        </p:tav>
                                      </p:tavLst>
                                    </p:anim>
                                  </p:childTnLst>
                                </p:cTn>
                              </p:par>
                              <p:par>
                                <p:cTn id="112" presetID="2" presetClass="entr" presetSubtype="1" decel="100000" fill="hold" grpId="0" nodeType="withEffect">
                                  <p:stCondLst>
                                    <p:cond delay="0"/>
                                  </p:stCondLst>
                                  <p:childTnLst>
                                    <p:set>
                                      <p:cBhvr>
                                        <p:cTn id="113" dur="1" fill="hold">
                                          <p:stCondLst>
                                            <p:cond delay="0"/>
                                          </p:stCondLst>
                                        </p:cTn>
                                        <p:tgtEl>
                                          <p:spTgt spid="24"/>
                                        </p:tgtEl>
                                        <p:attrNameLst>
                                          <p:attrName>style.visibility</p:attrName>
                                        </p:attrNameLst>
                                      </p:cBhvr>
                                      <p:to>
                                        <p:strVal val="visible"/>
                                      </p:to>
                                    </p:set>
                                    <p:anim calcmode="lin" valueType="num">
                                      <p:cBhvr additive="base">
                                        <p:cTn id="114" dur="500" fill="hold"/>
                                        <p:tgtEl>
                                          <p:spTgt spid="24"/>
                                        </p:tgtEl>
                                        <p:attrNameLst>
                                          <p:attrName>ppt_x</p:attrName>
                                        </p:attrNameLst>
                                      </p:cBhvr>
                                      <p:tavLst>
                                        <p:tav tm="0">
                                          <p:val>
                                            <p:strVal val="#ppt_x"/>
                                          </p:val>
                                        </p:tav>
                                        <p:tav tm="100000">
                                          <p:val>
                                            <p:strVal val="#ppt_x"/>
                                          </p:val>
                                        </p:tav>
                                      </p:tavLst>
                                    </p:anim>
                                    <p:anim calcmode="lin" valueType="num">
                                      <p:cBhvr additive="base">
                                        <p:cTn id="115" dur="500" fill="hold"/>
                                        <p:tgtEl>
                                          <p:spTgt spid="24"/>
                                        </p:tgtEl>
                                        <p:attrNameLst>
                                          <p:attrName>ppt_y</p:attrName>
                                        </p:attrNameLst>
                                      </p:cBhvr>
                                      <p:tavLst>
                                        <p:tav tm="0">
                                          <p:val>
                                            <p:strVal val="0-#ppt_h/2"/>
                                          </p:val>
                                        </p:tav>
                                        <p:tav tm="100000">
                                          <p:val>
                                            <p:strVal val="#ppt_y"/>
                                          </p:val>
                                        </p:tav>
                                      </p:tavLst>
                                    </p:anim>
                                  </p:childTnLst>
                                </p:cTn>
                              </p:par>
                              <p:par>
                                <p:cTn id="116" presetID="2" presetClass="entr" presetSubtype="1" decel="100000" fill="hold" grpId="0" nodeType="withEffect">
                                  <p:stCondLst>
                                    <p:cond delay="0"/>
                                  </p:stCondLst>
                                  <p:childTnLst>
                                    <p:set>
                                      <p:cBhvr>
                                        <p:cTn id="117" dur="1" fill="hold">
                                          <p:stCondLst>
                                            <p:cond delay="0"/>
                                          </p:stCondLst>
                                        </p:cTn>
                                        <p:tgtEl>
                                          <p:spTgt spid="25"/>
                                        </p:tgtEl>
                                        <p:attrNameLst>
                                          <p:attrName>style.visibility</p:attrName>
                                        </p:attrNameLst>
                                      </p:cBhvr>
                                      <p:to>
                                        <p:strVal val="visible"/>
                                      </p:to>
                                    </p:set>
                                    <p:anim calcmode="lin" valueType="num">
                                      <p:cBhvr additive="base">
                                        <p:cTn id="118" dur="500" fill="hold"/>
                                        <p:tgtEl>
                                          <p:spTgt spid="25"/>
                                        </p:tgtEl>
                                        <p:attrNameLst>
                                          <p:attrName>ppt_x</p:attrName>
                                        </p:attrNameLst>
                                      </p:cBhvr>
                                      <p:tavLst>
                                        <p:tav tm="0">
                                          <p:val>
                                            <p:strVal val="#ppt_x"/>
                                          </p:val>
                                        </p:tav>
                                        <p:tav tm="100000">
                                          <p:val>
                                            <p:strVal val="#ppt_x"/>
                                          </p:val>
                                        </p:tav>
                                      </p:tavLst>
                                    </p:anim>
                                    <p:anim calcmode="lin" valueType="num">
                                      <p:cBhvr additive="base">
                                        <p:cTn id="119" dur="500" fill="hold"/>
                                        <p:tgtEl>
                                          <p:spTgt spid="25"/>
                                        </p:tgtEl>
                                        <p:attrNameLst>
                                          <p:attrName>ppt_y</p:attrName>
                                        </p:attrNameLst>
                                      </p:cBhvr>
                                      <p:tavLst>
                                        <p:tav tm="0">
                                          <p:val>
                                            <p:strVal val="0-#ppt_h/2"/>
                                          </p:val>
                                        </p:tav>
                                        <p:tav tm="100000">
                                          <p:val>
                                            <p:strVal val="#ppt_y"/>
                                          </p:val>
                                        </p:tav>
                                      </p:tavLst>
                                    </p:anim>
                                  </p:childTnLst>
                                </p:cTn>
                              </p:par>
                              <p:par>
                                <p:cTn id="120" presetID="2" presetClass="entr" presetSubtype="1" decel="100000" fill="hold" grpId="0" nodeType="withEffect">
                                  <p:stCondLst>
                                    <p:cond delay="0"/>
                                  </p:stCondLst>
                                  <p:childTnLst>
                                    <p:set>
                                      <p:cBhvr>
                                        <p:cTn id="121" dur="1" fill="hold">
                                          <p:stCondLst>
                                            <p:cond delay="0"/>
                                          </p:stCondLst>
                                        </p:cTn>
                                        <p:tgtEl>
                                          <p:spTgt spid="26">
                                            <p:txEl>
                                              <p:pRg st="0" end="0"/>
                                            </p:txEl>
                                          </p:spTgt>
                                        </p:tgtEl>
                                        <p:attrNameLst>
                                          <p:attrName>style.visibility</p:attrName>
                                        </p:attrNameLst>
                                      </p:cBhvr>
                                      <p:to>
                                        <p:strVal val="visible"/>
                                      </p:to>
                                    </p:set>
                                    <p:anim calcmode="lin" valueType="num">
                                      <p:cBhvr additive="base">
                                        <p:cTn id="122"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123" dur="500" fill="hold"/>
                                        <p:tgtEl>
                                          <p:spTgt spid="26">
                                            <p:txEl>
                                              <p:pRg st="0" end="0"/>
                                            </p:txEl>
                                          </p:spTgt>
                                        </p:tgtEl>
                                        <p:attrNameLst>
                                          <p:attrName>ppt_y</p:attrName>
                                        </p:attrNameLst>
                                      </p:cBhvr>
                                      <p:tavLst>
                                        <p:tav tm="0">
                                          <p:val>
                                            <p:strVal val="0-#ppt_h/2"/>
                                          </p:val>
                                        </p:tav>
                                        <p:tav tm="100000">
                                          <p:val>
                                            <p:strVal val="#ppt_y"/>
                                          </p:val>
                                        </p:tav>
                                      </p:tavLst>
                                    </p:anim>
                                  </p:childTnLst>
                                </p:cTn>
                              </p:par>
                            </p:childTnLst>
                          </p:cTn>
                        </p:par>
                        <p:par>
                          <p:cTn id="124" fill="hold">
                            <p:stCondLst>
                              <p:cond delay="6000"/>
                            </p:stCondLst>
                            <p:childTnLst>
                              <p:par>
                                <p:cTn id="125" presetID="2" presetClass="entr" presetSubtype="4" decel="100000" fill="hold" grpId="0" nodeType="afterEffect">
                                  <p:stCondLst>
                                    <p:cond delay="0"/>
                                  </p:stCondLst>
                                  <p:childTnLst>
                                    <p:set>
                                      <p:cBhvr>
                                        <p:cTn id="126" dur="1" fill="hold">
                                          <p:stCondLst>
                                            <p:cond delay="0"/>
                                          </p:stCondLst>
                                        </p:cTn>
                                        <p:tgtEl>
                                          <p:spTgt spid="30">
                                            <p:txEl>
                                              <p:pRg st="0" end="0"/>
                                            </p:txEl>
                                          </p:spTgt>
                                        </p:tgtEl>
                                        <p:attrNameLst>
                                          <p:attrName>style.visibility</p:attrName>
                                        </p:attrNameLst>
                                      </p:cBhvr>
                                      <p:to>
                                        <p:strVal val="visible"/>
                                      </p:to>
                                    </p:set>
                                    <p:anim calcmode="lin" valueType="num">
                                      <p:cBhvr additive="base">
                                        <p:cTn id="127" dur="500" fill="hold"/>
                                        <p:tgtEl>
                                          <p:spTgt spid="30">
                                            <p:txEl>
                                              <p:pRg st="0" end="0"/>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30">
                                            <p:txEl>
                                              <p:pRg st="0" end="0"/>
                                            </p:txEl>
                                          </p:spTgt>
                                        </p:tgtEl>
                                        <p:attrNameLst>
                                          <p:attrName>ppt_y</p:attrName>
                                        </p:attrNameLst>
                                      </p:cBhvr>
                                      <p:tavLst>
                                        <p:tav tm="0">
                                          <p:val>
                                            <p:strVal val="1+#ppt_h/2"/>
                                          </p:val>
                                        </p:tav>
                                        <p:tav tm="100000">
                                          <p:val>
                                            <p:strVal val="#ppt_y"/>
                                          </p:val>
                                        </p:tav>
                                      </p:tavLst>
                                    </p:anim>
                                  </p:childTnLst>
                                </p:cTn>
                              </p:par>
                            </p:childTnLst>
                          </p:cTn>
                        </p:par>
                        <p:par>
                          <p:cTn id="129" fill="hold">
                            <p:stCondLst>
                              <p:cond delay="6500"/>
                            </p:stCondLst>
                            <p:childTnLst>
                              <p:par>
                                <p:cTn id="130" presetID="22" presetClass="entr" presetSubtype="8" fill="hold" grpId="0" nodeType="afterEffect">
                                  <p:stCondLst>
                                    <p:cond delay="0"/>
                                  </p:stCondLst>
                                  <p:childTnLst>
                                    <p:set>
                                      <p:cBhvr>
                                        <p:cTn id="131" dur="1" fill="hold">
                                          <p:stCondLst>
                                            <p:cond delay="0"/>
                                          </p:stCondLst>
                                        </p:cTn>
                                        <p:tgtEl>
                                          <p:spTgt spid="31"/>
                                        </p:tgtEl>
                                        <p:attrNameLst>
                                          <p:attrName>style.visibility</p:attrName>
                                        </p:attrNameLst>
                                      </p:cBhvr>
                                      <p:to>
                                        <p:strVal val="visible"/>
                                      </p:to>
                                    </p:set>
                                    <p:animEffect transition="in" filter="wipe(left)">
                                      <p:cBhvr>
                                        <p:cTn id="13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6" grpId="0" animBg="1"/>
      <p:bldP spid="7" grpId="0" animBg="1"/>
      <p:bldP spid="8" grpId="0" animBg="1"/>
      <p:bldP spid="9" grpId="0" animBg="1"/>
      <p:bldP spid="10" grpId="0" animBg="1"/>
      <p:bldP spid="11" grpId="0" animBg="1"/>
      <p:bldP spid="12" grpId="0" animBg="1"/>
      <p:bldP spid="13" grpId="0" animBg="1"/>
      <p:bldP spid="14" grpId="0" build="p">
        <p:tmplLst>
          <p:tmpl lvl="1">
            <p:tnLst>
              <p:par>
                <p:cTn presetID="2" presetClass="entr" presetSubtype="1" decel="10000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ppt_x"/>
                          </p:val>
                        </p:tav>
                        <p:tav tm="100000">
                          <p:val>
                            <p:strVal val="#ppt_x"/>
                          </p:val>
                        </p:tav>
                      </p:tavLst>
                    </p:anim>
                    <p:anim calcmode="lin" valueType="num">
                      <p:cBhvr additive="base">
                        <p:cTn dur="500" fill="hold"/>
                        <p:tgtEl>
                          <p:spTgt spid="14"/>
                        </p:tgtEl>
                        <p:attrNameLst>
                          <p:attrName>ppt_y</p:attrName>
                        </p:attrNameLst>
                      </p:cBhvr>
                      <p:tavLst>
                        <p:tav tm="0">
                          <p:val>
                            <p:strVal val="0-#ppt_h/2"/>
                          </p:val>
                        </p:tav>
                        <p:tav tm="100000">
                          <p:val>
                            <p:strVal val="#ppt_y"/>
                          </p:val>
                        </p:tav>
                      </p:tavLst>
                    </p:anim>
                  </p:childTnLst>
                </p:cTn>
              </p:par>
            </p:tnLst>
          </p:tmpl>
        </p:tmplLst>
      </p:bldP>
      <p:bldP spid="15" grpId="0" animBg="1"/>
      <p:bldP spid="16" grpId="0" animBg="1"/>
      <p:bldP spid="17" grpId="0" animBg="1"/>
      <p:bldP spid="18" grpId="0" build="p">
        <p:tmplLst>
          <p:tmpl lvl="1">
            <p:tnLst>
              <p:par>
                <p:cTn presetID="2" presetClass="entr" presetSubtype="1" decel="10000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ppt_x"/>
                          </p:val>
                        </p:tav>
                        <p:tav tm="100000">
                          <p:val>
                            <p:strVal val="#ppt_x"/>
                          </p:val>
                        </p:tav>
                      </p:tavLst>
                    </p:anim>
                    <p:anim calcmode="lin" valueType="num">
                      <p:cBhvr additive="base">
                        <p:cTn dur="500" fill="hold"/>
                        <p:tgtEl>
                          <p:spTgt spid="18"/>
                        </p:tgtEl>
                        <p:attrNameLst>
                          <p:attrName>ppt_y</p:attrName>
                        </p:attrNameLst>
                      </p:cBhvr>
                      <p:tavLst>
                        <p:tav tm="0">
                          <p:val>
                            <p:strVal val="0-#ppt_h/2"/>
                          </p:val>
                        </p:tav>
                        <p:tav tm="100000">
                          <p:val>
                            <p:strVal val="#ppt_y"/>
                          </p:val>
                        </p:tav>
                      </p:tavLst>
                    </p:anim>
                  </p:childTnLst>
                </p:cTn>
              </p:par>
            </p:tnLst>
          </p:tmpl>
        </p:tmplLst>
      </p:bldP>
      <p:bldP spid="19" grpId="0" animBg="1"/>
      <p:bldP spid="20" grpId="0" animBg="1"/>
      <p:bldP spid="21" grpId="0" animBg="1"/>
      <p:bldP spid="22" grpId="0" build="p">
        <p:tmplLst>
          <p:tmpl lvl="1">
            <p:tnLst>
              <p:par>
                <p:cTn presetID="2" presetClass="entr" presetSubtype="1" decel="10000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ppt_x"/>
                          </p:val>
                        </p:tav>
                        <p:tav tm="100000">
                          <p:val>
                            <p:strVal val="#ppt_x"/>
                          </p:val>
                        </p:tav>
                      </p:tavLst>
                    </p:anim>
                    <p:anim calcmode="lin" valueType="num">
                      <p:cBhvr additive="base">
                        <p:cTn dur="500" fill="hold"/>
                        <p:tgtEl>
                          <p:spTgt spid="22"/>
                        </p:tgtEl>
                        <p:attrNameLst>
                          <p:attrName>ppt_y</p:attrName>
                        </p:attrNameLst>
                      </p:cBhvr>
                      <p:tavLst>
                        <p:tav tm="0">
                          <p:val>
                            <p:strVal val="0-#ppt_h/2"/>
                          </p:val>
                        </p:tav>
                        <p:tav tm="100000">
                          <p:val>
                            <p:strVal val="#ppt_y"/>
                          </p:val>
                        </p:tav>
                      </p:tavLst>
                    </p:anim>
                  </p:childTnLst>
                </p:cTn>
              </p:par>
            </p:tnLst>
          </p:tmpl>
        </p:tmplLst>
      </p:bldP>
      <p:bldP spid="23" grpId="0" animBg="1"/>
      <p:bldP spid="24" grpId="0" animBg="1"/>
      <p:bldP spid="25" grpId="0" animBg="1"/>
      <p:bldP spid="26" grpId="0" build="p">
        <p:tmplLst>
          <p:tmpl lvl="1">
            <p:tnLst>
              <p:par>
                <p:cTn presetID="2" presetClass="entr" presetSubtype="1" decel="10000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0-#ppt_h/2"/>
                          </p:val>
                        </p:tav>
                        <p:tav tm="100000">
                          <p:val>
                            <p:strVal val="#ppt_y"/>
                          </p:val>
                        </p:tav>
                      </p:tavLst>
                    </p:anim>
                  </p:childTnLst>
                </p:cTn>
              </p:par>
            </p:tnLst>
          </p:tmpl>
        </p:tmplLst>
      </p:bldP>
      <p:bldP spid="27" grpId="0" build="p">
        <p:tmplLst>
          <p:tmpl lvl="1">
            <p:tnLst>
              <p:par>
                <p:cTn presetID="2" presetClass="entr" presetSubtype="4" decel="100000" fill="hold" nodeType="afterEffect">
                  <p:stCondLst>
                    <p:cond delay="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ppt_x"/>
                          </p:val>
                        </p:tav>
                        <p:tav tm="100000">
                          <p:val>
                            <p:strVal val="#ppt_x"/>
                          </p:val>
                        </p:tav>
                      </p:tavLst>
                    </p:anim>
                    <p:anim calcmode="lin" valueType="num">
                      <p:cBhvr additive="base">
                        <p:cTn dur="500" fill="hold"/>
                        <p:tgtEl>
                          <p:spTgt spid="27"/>
                        </p:tgtEl>
                        <p:attrNameLst>
                          <p:attrName>ppt_y</p:attrName>
                        </p:attrNameLst>
                      </p:cBhvr>
                      <p:tavLst>
                        <p:tav tm="0">
                          <p:val>
                            <p:strVal val="1+#ppt_h/2"/>
                          </p:val>
                        </p:tav>
                        <p:tav tm="100000">
                          <p:val>
                            <p:strVal val="#ppt_y"/>
                          </p:val>
                        </p:tav>
                      </p:tavLst>
                    </p:anim>
                  </p:childTnLst>
                </p:cTn>
              </p:par>
            </p:tnLst>
          </p:tmpl>
        </p:tmplLst>
      </p:bldP>
      <p:bldP spid="28" grpId="0" build="p">
        <p:tmplLst>
          <p:tmpl lvl="1">
            <p:tnLst>
              <p:par>
                <p:cTn presetID="2" presetClass="entr" presetSubtype="4" decel="100000"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P spid="29" grpId="0" build="p">
        <p:tmplLst>
          <p:tmpl lvl="1">
            <p:tnLst>
              <p:par>
                <p:cTn presetID="2" presetClass="entr" presetSubtype="4"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1+#ppt_h/2"/>
                          </p:val>
                        </p:tav>
                        <p:tav tm="100000">
                          <p:val>
                            <p:strVal val="#ppt_y"/>
                          </p:val>
                        </p:tav>
                      </p:tavLst>
                    </p:anim>
                  </p:childTnLst>
                </p:cTn>
              </p:par>
            </p:tnLst>
          </p:tmpl>
        </p:tmplLst>
      </p:bldP>
      <p:bldP spid="30" grpId="0" build="p">
        <p:tmplLst>
          <p:tmpl lvl="1">
            <p:tnLst>
              <p:par>
                <p:cTn presetID="2" presetClass="entr" presetSubtype="4" decel="100000" fill="hold" nodeType="afterEffect">
                  <p:stCondLst>
                    <p:cond delay="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500" fill="hold"/>
                        <p:tgtEl>
                          <p:spTgt spid="30"/>
                        </p:tgtEl>
                        <p:attrNameLst>
                          <p:attrName>ppt_x</p:attrName>
                        </p:attrNameLst>
                      </p:cBhvr>
                      <p:tavLst>
                        <p:tav tm="0">
                          <p:val>
                            <p:strVal val="#ppt_x"/>
                          </p:val>
                        </p:tav>
                        <p:tav tm="100000">
                          <p:val>
                            <p:strVal val="#ppt_x"/>
                          </p:val>
                        </p:tav>
                      </p:tavLst>
                    </p:anim>
                    <p:anim calcmode="lin" valueType="num">
                      <p:cBhvr additive="base">
                        <p:cTn dur="500" fill="hold"/>
                        <p:tgtEl>
                          <p:spTgt spid="30"/>
                        </p:tgtEl>
                        <p:attrNameLst>
                          <p:attrName>ppt_y</p:attrName>
                        </p:attrNameLst>
                      </p:cBhvr>
                      <p:tavLst>
                        <p:tav tm="0">
                          <p:val>
                            <p:strVal val="1+#ppt_h/2"/>
                          </p:val>
                        </p:tav>
                        <p:tav tm="100000">
                          <p:val>
                            <p:strVal val="#ppt_y"/>
                          </p:val>
                        </p:tav>
                      </p:tavLst>
                    </p:anim>
                  </p:childTnLst>
                </p:cTn>
              </p:par>
            </p:tnLst>
          </p:tmpl>
        </p:tmplLst>
      </p:bldP>
      <p:bldP spid="31" grpId="0">
        <p:tmplLst>
          <p:tmpl>
            <p:tnLst>
              <p:par>
                <p:cTn presetID="22" presetClass="entr" presetSubtype="8"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wipe(left)">
                      <p:cBhvr>
                        <p:cTn dur="500"/>
                        <p:tgtEl>
                          <p:spTgt spid="31"/>
                        </p:tgtEl>
                      </p:cBhvr>
                    </p:animEffect>
                  </p:childTnLst>
                </p:cTn>
              </p:par>
            </p:tnLst>
          </p:tmpl>
        </p:tmplLst>
      </p:bldP>
      <p:bldP spid="32" grpId="0">
        <p:tmplLst>
          <p:tmpl>
            <p:tnLst>
              <p:par>
                <p:cTn presetID="22" presetClass="entr" presetSubtype="8"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3" grpId="0">
        <p:tmplLst>
          <p:tmpl>
            <p:tnLst>
              <p:par>
                <p:cTn presetID="22" presetClass="entr" presetSubtype="8"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wipe(left)">
                      <p:cBhvr>
                        <p:cTn dur="500"/>
                        <p:tgtEl>
                          <p:spTgt spid="33"/>
                        </p:tgtEl>
                      </p:cBhvr>
                    </p:animEffect>
                  </p:childTnLst>
                </p:cTn>
              </p:par>
            </p:tnLst>
          </p:tmpl>
        </p:tmplLst>
      </p:bldP>
      <p:bldP spid="34" grpId="0">
        <p:tmplLst>
          <p:tmpl>
            <p:tnLst>
              <p:par>
                <p:cTn presetID="22" presetClass="entr" presetSubtype="8"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wipe(left)">
                      <p:cBhvr>
                        <p:cTn dur="500"/>
                        <p:tgtEl>
                          <p:spTgt spid="34"/>
                        </p:tgtEl>
                      </p:cBhvr>
                    </p:animEffec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trategy">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31" name="円/楕円 30"/>
          <p:cNvSpPr/>
          <p:nvPr userDrawn="1"/>
        </p:nvSpPr>
        <p:spPr>
          <a:xfrm>
            <a:off x="8474869" y="5696222"/>
            <a:ext cx="1341437" cy="3684611"/>
          </a:xfrm>
          <a:custGeom>
            <a:avLst/>
            <a:gdLst/>
            <a:ahLst/>
            <a:cxnLst/>
            <a:rect l="l" t="t" r="r" b="b"/>
            <a:pathLst>
              <a:path w="1104899" h="3034897">
                <a:moveTo>
                  <a:pt x="183061" y="452441"/>
                </a:moveTo>
                <a:lnTo>
                  <a:pt x="202039" y="456272"/>
                </a:lnTo>
                <a:cubicBezTo>
                  <a:pt x="206033" y="453928"/>
                  <a:pt x="210452" y="453407"/>
                  <a:pt x="214967" y="453259"/>
                </a:cubicBezTo>
                <a:cubicBezTo>
                  <a:pt x="238093" y="484350"/>
                  <a:pt x="275364" y="503415"/>
                  <a:pt x="317087" y="503415"/>
                </a:cubicBezTo>
                <a:cubicBezTo>
                  <a:pt x="359170" y="503415"/>
                  <a:pt x="396722" y="484021"/>
                  <a:pt x="419760" y="452441"/>
                </a:cubicBezTo>
                <a:lnTo>
                  <a:pt x="446511" y="452441"/>
                </a:lnTo>
                <a:cubicBezTo>
                  <a:pt x="469549" y="484021"/>
                  <a:pt x="507100" y="503415"/>
                  <a:pt x="549182" y="503415"/>
                </a:cubicBezTo>
                <a:cubicBezTo>
                  <a:pt x="591264" y="503415"/>
                  <a:pt x="628817" y="484021"/>
                  <a:pt x="651855" y="452441"/>
                </a:cubicBezTo>
                <a:lnTo>
                  <a:pt x="685142" y="452441"/>
                </a:lnTo>
                <a:cubicBezTo>
                  <a:pt x="708180" y="484021"/>
                  <a:pt x="745733" y="503416"/>
                  <a:pt x="787815" y="503416"/>
                </a:cubicBezTo>
                <a:lnTo>
                  <a:pt x="837422" y="492397"/>
                </a:lnTo>
                <a:lnTo>
                  <a:pt x="848931" y="487050"/>
                </a:lnTo>
                <a:cubicBezTo>
                  <a:pt x="864198" y="480284"/>
                  <a:pt x="877135" y="469629"/>
                  <a:pt x="887585" y="456745"/>
                </a:cubicBezTo>
                <a:lnTo>
                  <a:pt x="889654" y="457620"/>
                </a:lnTo>
                <a:cubicBezTo>
                  <a:pt x="897429" y="453526"/>
                  <a:pt x="906239" y="452441"/>
                  <a:pt x="915302" y="452441"/>
                </a:cubicBezTo>
                <a:cubicBezTo>
                  <a:pt x="976685" y="452441"/>
                  <a:pt x="1026445" y="502202"/>
                  <a:pt x="1026445" y="563585"/>
                </a:cubicBezTo>
                <a:cubicBezTo>
                  <a:pt x="1026445" y="609396"/>
                  <a:pt x="998729" y="648734"/>
                  <a:pt x="959102" y="665631"/>
                </a:cubicBezTo>
                <a:cubicBezTo>
                  <a:pt x="841569" y="804451"/>
                  <a:pt x="762079" y="1001460"/>
                  <a:pt x="743903" y="1223908"/>
                </a:cubicBezTo>
                <a:lnTo>
                  <a:pt x="840117" y="1223908"/>
                </a:lnTo>
                <a:cubicBezTo>
                  <a:pt x="885252" y="1223908"/>
                  <a:pt x="921841" y="1260497"/>
                  <a:pt x="921841" y="1305632"/>
                </a:cubicBezTo>
                <a:lnTo>
                  <a:pt x="921840" y="1305632"/>
                </a:lnTo>
                <a:cubicBezTo>
                  <a:pt x="921840" y="1350767"/>
                  <a:pt x="885251" y="1387356"/>
                  <a:pt x="840116" y="1387356"/>
                </a:cubicBezTo>
                <a:lnTo>
                  <a:pt x="733571" y="1387356"/>
                </a:lnTo>
                <a:lnTo>
                  <a:pt x="732242" y="1435725"/>
                </a:lnTo>
                <a:cubicBezTo>
                  <a:pt x="732242" y="1834241"/>
                  <a:pt x="840619" y="2186259"/>
                  <a:pt x="1006562" y="2397455"/>
                </a:cubicBezTo>
                <a:lnTo>
                  <a:pt x="1005198" y="2397455"/>
                </a:lnTo>
                <a:cubicBezTo>
                  <a:pt x="1027765" y="2397455"/>
                  <a:pt x="1046060" y="2415750"/>
                  <a:pt x="1046060" y="2438317"/>
                </a:cubicBezTo>
                <a:lnTo>
                  <a:pt x="1046059" y="2438317"/>
                </a:lnTo>
                <a:cubicBezTo>
                  <a:pt x="1046059" y="2450137"/>
                  <a:pt x="1041040" y="2460785"/>
                  <a:pt x="1032621" y="2467820"/>
                </a:cubicBezTo>
                <a:cubicBezTo>
                  <a:pt x="1079361" y="2530209"/>
                  <a:pt x="1104899" y="2603760"/>
                  <a:pt x="1104899" y="2682076"/>
                </a:cubicBezTo>
                <a:cubicBezTo>
                  <a:pt x="1104899" y="2769275"/>
                  <a:pt x="1073240" y="2850566"/>
                  <a:pt x="1015880" y="2916671"/>
                </a:cubicBezTo>
                <a:cubicBezTo>
                  <a:pt x="1041463" y="2932650"/>
                  <a:pt x="1057500" y="2961309"/>
                  <a:pt x="1057500" y="2993714"/>
                </a:cubicBezTo>
                <a:lnTo>
                  <a:pt x="1057500" y="3034897"/>
                </a:lnTo>
                <a:lnTo>
                  <a:pt x="881231" y="3034897"/>
                </a:lnTo>
                <a:lnTo>
                  <a:pt x="223669" y="3034897"/>
                </a:lnTo>
                <a:lnTo>
                  <a:pt x="47401" y="3034897"/>
                </a:lnTo>
                <a:lnTo>
                  <a:pt x="47401" y="2993714"/>
                </a:lnTo>
                <a:cubicBezTo>
                  <a:pt x="47401" y="2961309"/>
                  <a:pt x="63437" y="2932651"/>
                  <a:pt x="89020" y="2916671"/>
                </a:cubicBezTo>
                <a:cubicBezTo>
                  <a:pt x="31659" y="2850567"/>
                  <a:pt x="0" y="2769275"/>
                  <a:pt x="0" y="2682076"/>
                </a:cubicBezTo>
                <a:cubicBezTo>
                  <a:pt x="0" y="2605483"/>
                  <a:pt x="24427" y="2533448"/>
                  <a:pt x="69407" y="2472045"/>
                </a:cubicBezTo>
                <a:cubicBezTo>
                  <a:pt x="54818" y="2467950"/>
                  <a:pt x="45766" y="2454190"/>
                  <a:pt x="45766" y="2438317"/>
                </a:cubicBezTo>
                <a:cubicBezTo>
                  <a:pt x="45766" y="2415750"/>
                  <a:pt x="64061" y="2397455"/>
                  <a:pt x="86628" y="2397455"/>
                </a:cubicBezTo>
                <a:lnTo>
                  <a:pt x="92234" y="2397455"/>
                </a:lnTo>
                <a:cubicBezTo>
                  <a:pt x="258177" y="2186259"/>
                  <a:pt x="366555" y="1834241"/>
                  <a:pt x="366555" y="1435725"/>
                </a:cubicBezTo>
                <a:lnTo>
                  <a:pt x="365225" y="1387355"/>
                </a:lnTo>
                <a:lnTo>
                  <a:pt x="258248" y="1387355"/>
                </a:lnTo>
                <a:cubicBezTo>
                  <a:pt x="213113" y="1387355"/>
                  <a:pt x="176524" y="1350767"/>
                  <a:pt x="176524" y="1305632"/>
                </a:cubicBezTo>
                <a:cubicBezTo>
                  <a:pt x="176524" y="1260497"/>
                  <a:pt x="213113" y="1223908"/>
                  <a:pt x="258248" y="1223908"/>
                </a:cubicBezTo>
                <a:lnTo>
                  <a:pt x="349409" y="1223908"/>
                </a:lnTo>
                <a:cubicBezTo>
                  <a:pt x="332627" y="1001981"/>
                  <a:pt x="254734" y="804966"/>
                  <a:pt x="138681" y="665240"/>
                </a:cubicBezTo>
                <a:cubicBezTo>
                  <a:pt x="99339" y="648314"/>
                  <a:pt x="71918" y="609152"/>
                  <a:pt x="71918" y="563585"/>
                </a:cubicBezTo>
                <a:cubicBezTo>
                  <a:pt x="71918" y="502202"/>
                  <a:pt x="121678" y="452441"/>
                  <a:pt x="183061" y="452441"/>
                </a:cubicBezTo>
                <a:close/>
                <a:moveTo>
                  <a:pt x="545913" y="0"/>
                </a:moveTo>
                <a:cubicBezTo>
                  <a:pt x="656041" y="0"/>
                  <a:pt x="745318" y="89277"/>
                  <a:pt x="745318" y="199405"/>
                </a:cubicBezTo>
                <a:cubicBezTo>
                  <a:pt x="745318" y="309533"/>
                  <a:pt x="656041" y="398810"/>
                  <a:pt x="545913" y="398810"/>
                </a:cubicBezTo>
                <a:cubicBezTo>
                  <a:pt x="435785" y="398810"/>
                  <a:pt x="346508" y="309533"/>
                  <a:pt x="346508" y="199405"/>
                </a:cubicBezTo>
                <a:cubicBezTo>
                  <a:pt x="346508" y="89277"/>
                  <a:pt x="435785" y="0"/>
                  <a:pt x="545913" y="0"/>
                </a:cubicBez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7" name="円/楕円 56"/>
          <p:cNvSpPr/>
          <p:nvPr userDrawn="1"/>
        </p:nvSpPr>
        <p:spPr>
          <a:xfrm>
            <a:off x="8449817" y="3884864"/>
            <a:ext cx="1372976" cy="1372976"/>
          </a:xfrm>
          <a:prstGeom prst="ellipse">
            <a:avLst/>
          </a:prstGeom>
          <a:blipFill dpi="0" rotWithShape="1">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円/楕円 57"/>
          <p:cNvSpPr/>
          <p:nvPr userDrawn="1"/>
        </p:nvSpPr>
        <p:spPr>
          <a:xfrm>
            <a:off x="8614305" y="4049352"/>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図プレースホルダー 7"/>
          <p:cNvSpPr>
            <a:spLocks noGrp="1"/>
          </p:cNvSpPr>
          <p:nvPr>
            <p:ph type="pic" sz="quarter" idx="12" hasCustomPrompt="1"/>
          </p:nvPr>
        </p:nvSpPr>
        <p:spPr>
          <a:xfrm>
            <a:off x="8831566" y="4266613"/>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60" name="円/楕円 59"/>
          <p:cNvSpPr/>
          <p:nvPr userDrawn="1"/>
        </p:nvSpPr>
        <p:spPr>
          <a:xfrm>
            <a:off x="10437246" y="5081149"/>
            <a:ext cx="1372976" cy="1372976"/>
          </a:xfrm>
          <a:prstGeom prst="ellipse">
            <a:avLst/>
          </a:pr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円/楕円 60"/>
          <p:cNvSpPr/>
          <p:nvPr userDrawn="1"/>
        </p:nvSpPr>
        <p:spPr>
          <a:xfrm>
            <a:off x="10601734" y="5245637"/>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図プレースホルダー 7"/>
          <p:cNvSpPr>
            <a:spLocks noGrp="1"/>
          </p:cNvSpPr>
          <p:nvPr>
            <p:ph type="pic" sz="quarter" idx="14" hasCustomPrompt="1"/>
          </p:nvPr>
        </p:nvSpPr>
        <p:spPr>
          <a:xfrm>
            <a:off x="10818995" y="5462898"/>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63" name="円/楕円 62"/>
          <p:cNvSpPr/>
          <p:nvPr userDrawn="1"/>
        </p:nvSpPr>
        <p:spPr>
          <a:xfrm>
            <a:off x="5382079" y="7013963"/>
            <a:ext cx="1372976" cy="1372976"/>
          </a:xfrm>
          <a:prstGeom prst="ellipse">
            <a:avLst/>
          </a:prstGeom>
          <a:blipFill dpi="0" rotWithShape="1">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円/楕円 63"/>
          <p:cNvSpPr/>
          <p:nvPr userDrawn="1"/>
        </p:nvSpPr>
        <p:spPr>
          <a:xfrm>
            <a:off x="5546567" y="7178451"/>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図プレースホルダー 7"/>
          <p:cNvSpPr>
            <a:spLocks noGrp="1"/>
          </p:cNvSpPr>
          <p:nvPr>
            <p:ph type="pic" sz="quarter" idx="15" hasCustomPrompt="1"/>
          </p:nvPr>
        </p:nvSpPr>
        <p:spPr>
          <a:xfrm>
            <a:off x="5763827" y="7424287"/>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66" name="円/楕円 65"/>
          <p:cNvSpPr/>
          <p:nvPr userDrawn="1"/>
        </p:nvSpPr>
        <p:spPr>
          <a:xfrm>
            <a:off x="6373306" y="5081149"/>
            <a:ext cx="1372976" cy="1372976"/>
          </a:xfrm>
          <a:prstGeom prst="ellipse">
            <a:avLst/>
          </a:pr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楕円 66"/>
          <p:cNvSpPr/>
          <p:nvPr userDrawn="1"/>
        </p:nvSpPr>
        <p:spPr>
          <a:xfrm>
            <a:off x="6537794" y="5245637"/>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図プレースホルダー 7"/>
          <p:cNvSpPr>
            <a:spLocks noGrp="1"/>
          </p:cNvSpPr>
          <p:nvPr>
            <p:ph type="pic" sz="quarter" idx="16" hasCustomPrompt="1"/>
          </p:nvPr>
        </p:nvSpPr>
        <p:spPr>
          <a:xfrm>
            <a:off x="6755055" y="5462898"/>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69" name="円/楕円 68"/>
          <p:cNvSpPr/>
          <p:nvPr userDrawn="1"/>
        </p:nvSpPr>
        <p:spPr>
          <a:xfrm>
            <a:off x="11451953" y="7009470"/>
            <a:ext cx="1372976" cy="1372976"/>
          </a:xfrm>
          <a:prstGeom prst="ellipse">
            <a:avLst/>
          </a:prstGeom>
          <a:blipFill dpi="0" rotWithShape="1">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円/楕円 69"/>
          <p:cNvSpPr/>
          <p:nvPr userDrawn="1"/>
        </p:nvSpPr>
        <p:spPr>
          <a:xfrm>
            <a:off x="11616441" y="7173958"/>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図プレースホルダー 7"/>
          <p:cNvSpPr>
            <a:spLocks noGrp="1"/>
          </p:cNvSpPr>
          <p:nvPr>
            <p:ph type="pic" sz="quarter" idx="17" hasCustomPrompt="1"/>
          </p:nvPr>
        </p:nvSpPr>
        <p:spPr>
          <a:xfrm>
            <a:off x="11833702" y="7391219"/>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74" name="テキスト プレースホルダー 5"/>
          <p:cNvSpPr>
            <a:spLocks noGrp="1"/>
          </p:cNvSpPr>
          <p:nvPr>
            <p:ph type="body" sz="quarter" idx="18" hasCustomPrompt="1"/>
          </p:nvPr>
        </p:nvSpPr>
        <p:spPr>
          <a:xfrm>
            <a:off x="6459657" y="2584089"/>
            <a:ext cx="5350565" cy="647693"/>
          </a:xfr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75" name="テキスト プレースホルダー 5"/>
          <p:cNvSpPr>
            <a:spLocks noGrp="1"/>
          </p:cNvSpPr>
          <p:nvPr>
            <p:ph type="body" sz="quarter" idx="19" hasCustomPrompt="1"/>
          </p:nvPr>
        </p:nvSpPr>
        <p:spPr>
          <a:xfrm>
            <a:off x="6459657" y="3102433"/>
            <a:ext cx="5350565" cy="667901"/>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76" name="テキスト プレースホルダー 5"/>
          <p:cNvSpPr>
            <a:spLocks noGrp="1"/>
          </p:cNvSpPr>
          <p:nvPr>
            <p:ph type="body" sz="quarter" idx="20" hasCustomPrompt="1"/>
          </p:nvPr>
        </p:nvSpPr>
        <p:spPr>
          <a:xfrm>
            <a:off x="11971655" y="4856166"/>
            <a:ext cx="4696037"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77" name="テキスト プレースホルダー 5"/>
          <p:cNvSpPr>
            <a:spLocks noGrp="1"/>
          </p:cNvSpPr>
          <p:nvPr>
            <p:ph type="body" sz="quarter" idx="21" hasCustomPrompt="1"/>
          </p:nvPr>
        </p:nvSpPr>
        <p:spPr>
          <a:xfrm>
            <a:off x="11971655" y="5374510"/>
            <a:ext cx="4696037" cy="1130982"/>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78" name="テキスト プレースホルダー 5"/>
          <p:cNvSpPr>
            <a:spLocks noGrp="1"/>
          </p:cNvSpPr>
          <p:nvPr>
            <p:ph type="body" sz="quarter" idx="22" hasCustomPrompt="1"/>
          </p:nvPr>
        </p:nvSpPr>
        <p:spPr>
          <a:xfrm>
            <a:off x="12940610" y="6837585"/>
            <a:ext cx="4696037"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79" name="テキスト プレースホルダー 5"/>
          <p:cNvSpPr>
            <a:spLocks noGrp="1"/>
          </p:cNvSpPr>
          <p:nvPr>
            <p:ph type="body" sz="quarter" idx="23" hasCustomPrompt="1"/>
          </p:nvPr>
        </p:nvSpPr>
        <p:spPr>
          <a:xfrm>
            <a:off x="12940610" y="7355929"/>
            <a:ext cx="4696037" cy="1130982"/>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80" name="テキスト プレースホルダー 5"/>
          <p:cNvSpPr>
            <a:spLocks noGrp="1"/>
          </p:cNvSpPr>
          <p:nvPr>
            <p:ph type="body" sz="quarter" idx="24" hasCustomPrompt="1"/>
          </p:nvPr>
        </p:nvSpPr>
        <p:spPr>
          <a:xfrm>
            <a:off x="1497790" y="4865044"/>
            <a:ext cx="4696037"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81" name="テキスト プレースホルダー 5"/>
          <p:cNvSpPr>
            <a:spLocks noGrp="1"/>
          </p:cNvSpPr>
          <p:nvPr>
            <p:ph type="body" sz="quarter" idx="25" hasCustomPrompt="1"/>
          </p:nvPr>
        </p:nvSpPr>
        <p:spPr>
          <a:xfrm>
            <a:off x="1497790" y="5383388"/>
            <a:ext cx="4696037" cy="1130982"/>
          </a:xfrm>
        </p:spPr>
        <p:txBody>
          <a:bodyPr anchor="t">
            <a:normAutofit/>
          </a:bodyPr>
          <a:lstStyle>
            <a:lvl1pPr algn="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82" name="テキスト プレースホルダー 5"/>
          <p:cNvSpPr>
            <a:spLocks noGrp="1"/>
          </p:cNvSpPr>
          <p:nvPr>
            <p:ph type="body" sz="quarter" idx="26" hasCustomPrompt="1"/>
          </p:nvPr>
        </p:nvSpPr>
        <p:spPr>
          <a:xfrm>
            <a:off x="539697" y="6846463"/>
            <a:ext cx="4696037"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83" name="テキスト プレースホルダー 5"/>
          <p:cNvSpPr>
            <a:spLocks noGrp="1"/>
          </p:cNvSpPr>
          <p:nvPr>
            <p:ph type="body" sz="quarter" idx="27" hasCustomPrompt="1"/>
          </p:nvPr>
        </p:nvSpPr>
        <p:spPr>
          <a:xfrm>
            <a:off x="539697" y="7364807"/>
            <a:ext cx="4696037" cy="1130982"/>
          </a:xfrm>
        </p:spPr>
        <p:txBody>
          <a:bodyPr anchor="t">
            <a:normAutofit/>
          </a:bodyPr>
          <a:lstStyle>
            <a:lvl1pPr algn="r">
              <a:lnSpc>
                <a:spcPct val="130000"/>
              </a:lnSpc>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1802892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decel="100000"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1000" fill="hold"/>
                                        <p:tgtEl>
                                          <p:spTgt spid="31"/>
                                        </p:tgtEl>
                                        <p:attrNameLst>
                                          <p:attrName>ppt_x</p:attrName>
                                        </p:attrNameLst>
                                      </p:cBhvr>
                                      <p:tavLst>
                                        <p:tav tm="0">
                                          <p:val>
                                            <p:strVal val="#ppt_x"/>
                                          </p:val>
                                        </p:tav>
                                        <p:tav tm="100000">
                                          <p:val>
                                            <p:strVal val="#ppt_x"/>
                                          </p:val>
                                        </p:tav>
                                      </p:tavLst>
                                    </p:anim>
                                    <p:anim calcmode="lin" valueType="num">
                                      <p:cBhvr additive="base">
                                        <p:cTn id="13" dur="1000" fill="hold"/>
                                        <p:tgtEl>
                                          <p:spTgt spid="31"/>
                                        </p:tgtEl>
                                        <p:attrNameLst>
                                          <p:attrName>ppt_y</p:attrName>
                                        </p:attrNameLst>
                                      </p:cBhvr>
                                      <p:tavLst>
                                        <p:tav tm="0">
                                          <p:val>
                                            <p:strVal val="0-#ppt_h/2"/>
                                          </p:val>
                                        </p:tav>
                                        <p:tav tm="100000">
                                          <p:val>
                                            <p:strVal val="#ppt_y"/>
                                          </p:val>
                                        </p:tav>
                                      </p:tavLst>
                                    </p:anim>
                                  </p:childTnLst>
                                </p:cTn>
                              </p:par>
                            </p:childTnLst>
                          </p:cTn>
                        </p:par>
                        <p:par>
                          <p:cTn id="14" fill="hold">
                            <p:stCondLst>
                              <p:cond delay="1500"/>
                            </p:stCondLst>
                            <p:childTnLst>
                              <p:par>
                                <p:cTn id="15" presetID="2" presetClass="entr" presetSubtype="4" decel="100000" fill="hold" grpId="0" nodeType="afterEffect">
                                  <p:stCondLst>
                                    <p:cond delay="0"/>
                                  </p:stCondLst>
                                  <p:childTnLst>
                                    <p:set>
                                      <p:cBhvr>
                                        <p:cTn id="16" dur="1" fill="hold">
                                          <p:stCondLst>
                                            <p:cond delay="0"/>
                                          </p:stCondLst>
                                        </p:cTn>
                                        <p:tgtEl>
                                          <p:spTgt spid="57"/>
                                        </p:tgtEl>
                                        <p:attrNameLst>
                                          <p:attrName>style.visibility</p:attrName>
                                        </p:attrNameLst>
                                      </p:cBhvr>
                                      <p:to>
                                        <p:strVal val="visible"/>
                                      </p:to>
                                    </p:set>
                                    <p:anim calcmode="lin" valueType="num">
                                      <p:cBhvr additive="base">
                                        <p:cTn id="17" dur="500" fill="hold"/>
                                        <p:tgtEl>
                                          <p:spTgt spid="57"/>
                                        </p:tgtEl>
                                        <p:attrNameLst>
                                          <p:attrName>ppt_x</p:attrName>
                                        </p:attrNameLst>
                                      </p:cBhvr>
                                      <p:tavLst>
                                        <p:tav tm="0">
                                          <p:val>
                                            <p:strVal val="#ppt_x"/>
                                          </p:val>
                                        </p:tav>
                                        <p:tav tm="100000">
                                          <p:val>
                                            <p:strVal val="#ppt_x"/>
                                          </p:val>
                                        </p:tav>
                                      </p:tavLst>
                                    </p:anim>
                                    <p:anim calcmode="lin" valueType="num">
                                      <p:cBhvr additive="base">
                                        <p:cTn id="18" dur="500" fill="hold"/>
                                        <p:tgtEl>
                                          <p:spTgt spid="57"/>
                                        </p:tgtEl>
                                        <p:attrNameLst>
                                          <p:attrName>ppt_y</p:attrName>
                                        </p:attrNameLst>
                                      </p:cBhvr>
                                      <p:tavLst>
                                        <p:tav tm="0">
                                          <p:val>
                                            <p:strVal val="1+#ppt_h/2"/>
                                          </p:val>
                                        </p:tav>
                                        <p:tav tm="100000">
                                          <p:val>
                                            <p:strVal val="#ppt_y"/>
                                          </p:val>
                                        </p:tav>
                                      </p:tavLst>
                                    </p:anim>
                                  </p:childTnLst>
                                </p:cTn>
                              </p:par>
                            </p:childTnLst>
                          </p:cTn>
                        </p:par>
                        <p:par>
                          <p:cTn id="19" fill="hold">
                            <p:stCondLst>
                              <p:cond delay="2000"/>
                            </p:stCondLst>
                            <p:childTnLst>
                              <p:par>
                                <p:cTn id="20" presetID="21" presetClass="entr" presetSubtype="1" fill="hold" grpId="0" nodeType="after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wheel(1)">
                                      <p:cBhvr>
                                        <p:cTn id="22" dur="1000"/>
                                        <p:tgtEl>
                                          <p:spTgt spid="5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1000"/>
                                        <p:tgtEl>
                                          <p:spTgt spid="59"/>
                                        </p:tgtEl>
                                      </p:cBhvr>
                                    </p:animEffect>
                                  </p:childTnLst>
                                </p:cTn>
                              </p:par>
                            </p:childTnLst>
                          </p:cTn>
                        </p:par>
                        <p:par>
                          <p:cTn id="26" fill="hold">
                            <p:stCondLst>
                              <p:cond delay="3000"/>
                            </p:stCondLst>
                            <p:childTnLst>
                              <p:par>
                                <p:cTn id="27" presetID="2" presetClass="entr" presetSubtype="1" decel="100000" fill="hold" grpId="0" nodeType="afterEffect">
                                  <p:stCondLst>
                                    <p:cond delay="0"/>
                                  </p:stCondLst>
                                  <p:childTnLst>
                                    <p:set>
                                      <p:cBhvr>
                                        <p:cTn id="28" dur="1" fill="hold">
                                          <p:stCondLst>
                                            <p:cond delay="0"/>
                                          </p:stCondLst>
                                        </p:cTn>
                                        <p:tgtEl>
                                          <p:spTgt spid="74">
                                            <p:txEl>
                                              <p:pRg st="0" end="0"/>
                                            </p:txEl>
                                          </p:spTgt>
                                        </p:tgtEl>
                                        <p:attrNameLst>
                                          <p:attrName>style.visibility</p:attrName>
                                        </p:attrNameLst>
                                      </p:cBhvr>
                                      <p:to>
                                        <p:strVal val="visible"/>
                                      </p:to>
                                    </p:set>
                                    <p:anim calcmode="lin" valueType="num">
                                      <p:cBhvr additive="base">
                                        <p:cTn id="29" dur="500" fill="hold"/>
                                        <p:tgtEl>
                                          <p:spTgt spid="74">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4">
                                            <p:txEl>
                                              <p:pRg st="0" end="0"/>
                                            </p:txEl>
                                          </p:spTgt>
                                        </p:tgtEl>
                                        <p:attrNameLst>
                                          <p:attrName>ppt_y</p:attrName>
                                        </p:attrNameLst>
                                      </p:cBhvr>
                                      <p:tavLst>
                                        <p:tav tm="0">
                                          <p:val>
                                            <p:strVal val="0-#ppt_h/2"/>
                                          </p:val>
                                        </p:tav>
                                        <p:tav tm="100000">
                                          <p:val>
                                            <p:strVal val="#ppt_y"/>
                                          </p:val>
                                        </p:tav>
                                      </p:tavLst>
                                    </p:anim>
                                  </p:childTnLst>
                                </p:cTn>
                              </p:par>
                            </p:childTnLst>
                          </p:cTn>
                        </p:par>
                        <p:par>
                          <p:cTn id="31" fill="hold">
                            <p:stCondLst>
                              <p:cond delay="3500"/>
                            </p:stCondLst>
                            <p:childTnLst>
                              <p:par>
                                <p:cTn id="32" presetID="22" presetClass="entr" presetSubtype="8" fill="hold" grpId="0" nodeType="afterEffect">
                                  <p:stCondLst>
                                    <p:cond delay="0"/>
                                  </p:stCondLst>
                                  <p:childTnLst>
                                    <p:set>
                                      <p:cBhvr>
                                        <p:cTn id="33" dur="1" fill="hold">
                                          <p:stCondLst>
                                            <p:cond delay="0"/>
                                          </p:stCondLst>
                                        </p:cTn>
                                        <p:tgtEl>
                                          <p:spTgt spid="75">
                                            <p:txEl>
                                              <p:pRg st="0" end="0"/>
                                            </p:txEl>
                                          </p:spTgt>
                                        </p:tgtEl>
                                        <p:attrNameLst>
                                          <p:attrName>style.visibility</p:attrName>
                                        </p:attrNameLst>
                                      </p:cBhvr>
                                      <p:to>
                                        <p:strVal val="visible"/>
                                      </p:to>
                                    </p:set>
                                    <p:animEffect transition="in" filter="wipe(left)">
                                      <p:cBhvr>
                                        <p:cTn id="34" dur="500"/>
                                        <p:tgtEl>
                                          <p:spTgt spid="75">
                                            <p:txEl>
                                              <p:pRg st="0" end="0"/>
                                            </p:txEl>
                                          </p:spTgt>
                                        </p:tgtEl>
                                      </p:cBhvr>
                                    </p:animEffect>
                                  </p:childTnLst>
                                </p:cTn>
                              </p:par>
                            </p:childTnLst>
                          </p:cTn>
                        </p:par>
                        <p:par>
                          <p:cTn id="35" fill="hold">
                            <p:stCondLst>
                              <p:cond delay="4000"/>
                            </p:stCondLst>
                            <p:childTnLst>
                              <p:par>
                                <p:cTn id="36" presetID="2" presetClass="entr" presetSubtype="4" decel="100000" fill="hold" grpId="0" nodeType="afterEffect">
                                  <p:stCondLst>
                                    <p:cond delay="0"/>
                                  </p:stCondLst>
                                  <p:childTnLst>
                                    <p:set>
                                      <p:cBhvr>
                                        <p:cTn id="37" dur="1" fill="hold">
                                          <p:stCondLst>
                                            <p:cond delay="0"/>
                                          </p:stCondLst>
                                        </p:cTn>
                                        <p:tgtEl>
                                          <p:spTgt spid="60"/>
                                        </p:tgtEl>
                                        <p:attrNameLst>
                                          <p:attrName>style.visibility</p:attrName>
                                        </p:attrNameLst>
                                      </p:cBhvr>
                                      <p:to>
                                        <p:strVal val="visible"/>
                                      </p:to>
                                    </p:set>
                                    <p:anim calcmode="lin" valueType="num">
                                      <p:cBhvr additive="base">
                                        <p:cTn id="38" dur="500" fill="hold"/>
                                        <p:tgtEl>
                                          <p:spTgt spid="60"/>
                                        </p:tgtEl>
                                        <p:attrNameLst>
                                          <p:attrName>ppt_x</p:attrName>
                                        </p:attrNameLst>
                                      </p:cBhvr>
                                      <p:tavLst>
                                        <p:tav tm="0">
                                          <p:val>
                                            <p:strVal val="#ppt_x"/>
                                          </p:val>
                                        </p:tav>
                                        <p:tav tm="100000">
                                          <p:val>
                                            <p:strVal val="#ppt_x"/>
                                          </p:val>
                                        </p:tav>
                                      </p:tavLst>
                                    </p:anim>
                                    <p:anim calcmode="lin" valueType="num">
                                      <p:cBhvr additive="base">
                                        <p:cTn id="39" dur="500" fill="hold"/>
                                        <p:tgtEl>
                                          <p:spTgt spid="60"/>
                                        </p:tgtEl>
                                        <p:attrNameLst>
                                          <p:attrName>ppt_y</p:attrName>
                                        </p:attrNameLst>
                                      </p:cBhvr>
                                      <p:tavLst>
                                        <p:tav tm="0">
                                          <p:val>
                                            <p:strVal val="1+#ppt_h/2"/>
                                          </p:val>
                                        </p:tav>
                                        <p:tav tm="100000">
                                          <p:val>
                                            <p:strVal val="#ppt_y"/>
                                          </p:val>
                                        </p:tav>
                                      </p:tavLst>
                                    </p:anim>
                                  </p:childTnLst>
                                </p:cTn>
                              </p:par>
                            </p:childTnLst>
                          </p:cTn>
                        </p:par>
                        <p:par>
                          <p:cTn id="40" fill="hold">
                            <p:stCondLst>
                              <p:cond delay="4500"/>
                            </p:stCondLst>
                            <p:childTnLst>
                              <p:par>
                                <p:cTn id="41" presetID="21" presetClass="entr" presetSubtype="1" fill="hold" grpId="0" nodeType="afterEffect">
                                  <p:stCondLst>
                                    <p:cond delay="0"/>
                                  </p:stCondLst>
                                  <p:childTnLst>
                                    <p:set>
                                      <p:cBhvr>
                                        <p:cTn id="42" dur="1" fill="hold">
                                          <p:stCondLst>
                                            <p:cond delay="0"/>
                                          </p:stCondLst>
                                        </p:cTn>
                                        <p:tgtEl>
                                          <p:spTgt spid="61"/>
                                        </p:tgtEl>
                                        <p:attrNameLst>
                                          <p:attrName>style.visibility</p:attrName>
                                        </p:attrNameLst>
                                      </p:cBhvr>
                                      <p:to>
                                        <p:strVal val="visible"/>
                                      </p:to>
                                    </p:set>
                                    <p:animEffect transition="in" filter="wheel(1)">
                                      <p:cBhvr>
                                        <p:cTn id="43" dur="1000"/>
                                        <p:tgtEl>
                                          <p:spTgt spid="6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fade">
                                      <p:cBhvr>
                                        <p:cTn id="46" dur="1000"/>
                                        <p:tgtEl>
                                          <p:spTgt spid="62"/>
                                        </p:tgtEl>
                                      </p:cBhvr>
                                    </p:animEffect>
                                  </p:childTnLst>
                                </p:cTn>
                              </p:par>
                            </p:childTnLst>
                          </p:cTn>
                        </p:par>
                        <p:par>
                          <p:cTn id="47" fill="hold">
                            <p:stCondLst>
                              <p:cond delay="5500"/>
                            </p:stCondLst>
                            <p:childTnLst>
                              <p:par>
                                <p:cTn id="48" presetID="2" presetClass="entr" presetSubtype="2" decel="100000" fill="hold" grpId="0" nodeType="afterEffect">
                                  <p:stCondLst>
                                    <p:cond delay="0"/>
                                  </p:stCondLst>
                                  <p:childTnLst>
                                    <p:set>
                                      <p:cBhvr>
                                        <p:cTn id="49" dur="1" fill="hold">
                                          <p:stCondLst>
                                            <p:cond delay="0"/>
                                          </p:stCondLst>
                                        </p:cTn>
                                        <p:tgtEl>
                                          <p:spTgt spid="76">
                                            <p:txEl>
                                              <p:pRg st="0" end="0"/>
                                            </p:txEl>
                                          </p:spTgt>
                                        </p:tgtEl>
                                        <p:attrNameLst>
                                          <p:attrName>style.visibility</p:attrName>
                                        </p:attrNameLst>
                                      </p:cBhvr>
                                      <p:to>
                                        <p:strVal val="visible"/>
                                      </p:to>
                                    </p:set>
                                    <p:anim calcmode="lin" valueType="num">
                                      <p:cBhvr additive="base">
                                        <p:cTn id="50" dur="500" fill="hold"/>
                                        <p:tgtEl>
                                          <p:spTgt spid="76">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76">
                                            <p:txEl>
                                              <p:pRg st="0" end="0"/>
                                            </p:txEl>
                                          </p:spTgt>
                                        </p:tgtEl>
                                        <p:attrNameLst>
                                          <p:attrName>ppt_y</p:attrName>
                                        </p:attrNameLst>
                                      </p:cBhvr>
                                      <p:tavLst>
                                        <p:tav tm="0">
                                          <p:val>
                                            <p:strVal val="#ppt_y"/>
                                          </p:val>
                                        </p:tav>
                                        <p:tav tm="100000">
                                          <p:val>
                                            <p:strVal val="#ppt_y"/>
                                          </p:val>
                                        </p:tav>
                                      </p:tavLst>
                                    </p:anim>
                                  </p:childTnLst>
                                </p:cTn>
                              </p:par>
                            </p:childTnLst>
                          </p:cTn>
                        </p:par>
                        <p:par>
                          <p:cTn id="52" fill="hold">
                            <p:stCondLst>
                              <p:cond delay="6000"/>
                            </p:stCondLst>
                            <p:childTnLst>
                              <p:par>
                                <p:cTn id="53" presetID="22" presetClass="entr" presetSubtype="8" fill="hold" grpId="0" nodeType="afterEffect">
                                  <p:stCondLst>
                                    <p:cond delay="0"/>
                                  </p:stCondLst>
                                  <p:childTnLst>
                                    <p:set>
                                      <p:cBhvr>
                                        <p:cTn id="54" dur="1" fill="hold">
                                          <p:stCondLst>
                                            <p:cond delay="0"/>
                                          </p:stCondLst>
                                        </p:cTn>
                                        <p:tgtEl>
                                          <p:spTgt spid="77">
                                            <p:txEl>
                                              <p:pRg st="0" end="0"/>
                                            </p:txEl>
                                          </p:spTgt>
                                        </p:tgtEl>
                                        <p:attrNameLst>
                                          <p:attrName>style.visibility</p:attrName>
                                        </p:attrNameLst>
                                      </p:cBhvr>
                                      <p:to>
                                        <p:strVal val="visible"/>
                                      </p:to>
                                    </p:set>
                                    <p:animEffect transition="in" filter="wipe(left)">
                                      <p:cBhvr>
                                        <p:cTn id="55" dur="500"/>
                                        <p:tgtEl>
                                          <p:spTgt spid="77">
                                            <p:txEl>
                                              <p:pRg st="0" end="0"/>
                                            </p:txEl>
                                          </p:spTgt>
                                        </p:tgtEl>
                                      </p:cBhvr>
                                    </p:animEffect>
                                  </p:childTnLst>
                                </p:cTn>
                              </p:par>
                            </p:childTnLst>
                          </p:cTn>
                        </p:par>
                        <p:par>
                          <p:cTn id="56" fill="hold">
                            <p:stCondLst>
                              <p:cond delay="6500"/>
                            </p:stCondLst>
                            <p:childTnLst>
                              <p:par>
                                <p:cTn id="57" presetID="2" presetClass="entr" presetSubtype="4" decel="100000" fill="hold" grpId="0" nodeType="afterEffect">
                                  <p:stCondLst>
                                    <p:cond delay="0"/>
                                  </p:stCondLst>
                                  <p:childTnLst>
                                    <p:set>
                                      <p:cBhvr>
                                        <p:cTn id="58" dur="1" fill="hold">
                                          <p:stCondLst>
                                            <p:cond delay="0"/>
                                          </p:stCondLst>
                                        </p:cTn>
                                        <p:tgtEl>
                                          <p:spTgt spid="66"/>
                                        </p:tgtEl>
                                        <p:attrNameLst>
                                          <p:attrName>style.visibility</p:attrName>
                                        </p:attrNameLst>
                                      </p:cBhvr>
                                      <p:to>
                                        <p:strVal val="visible"/>
                                      </p:to>
                                    </p:set>
                                    <p:anim calcmode="lin" valueType="num">
                                      <p:cBhvr additive="base">
                                        <p:cTn id="59" dur="500" fill="hold"/>
                                        <p:tgtEl>
                                          <p:spTgt spid="66"/>
                                        </p:tgtEl>
                                        <p:attrNameLst>
                                          <p:attrName>ppt_x</p:attrName>
                                        </p:attrNameLst>
                                      </p:cBhvr>
                                      <p:tavLst>
                                        <p:tav tm="0">
                                          <p:val>
                                            <p:strVal val="#ppt_x"/>
                                          </p:val>
                                        </p:tav>
                                        <p:tav tm="100000">
                                          <p:val>
                                            <p:strVal val="#ppt_x"/>
                                          </p:val>
                                        </p:tav>
                                      </p:tavLst>
                                    </p:anim>
                                    <p:anim calcmode="lin" valueType="num">
                                      <p:cBhvr additive="base">
                                        <p:cTn id="60" dur="500" fill="hold"/>
                                        <p:tgtEl>
                                          <p:spTgt spid="66"/>
                                        </p:tgtEl>
                                        <p:attrNameLst>
                                          <p:attrName>ppt_y</p:attrName>
                                        </p:attrNameLst>
                                      </p:cBhvr>
                                      <p:tavLst>
                                        <p:tav tm="0">
                                          <p:val>
                                            <p:strVal val="1+#ppt_h/2"/>
                                          </p:val>
                                        </p:tav>
                                        <p:tav tm="100000">
                                          <p:val>
                                            <p:strVal val="#ppt_y"/>
                                          </p:val>
                                        </p:tav>
                                      </p:tavLst>
                                    </p:anim>
                                  </p:childTnLst>
                                </p:cTn>
                              </p:par>
                            </p:childTnLst>
                          </p:cTn>
                        </p:par>
                        <p:par>
                          <p:cTn id="61" fill="hold">
                            <p:stCondLst>
                              <p:cond delay="7000"/>
                            </p:stCondLst>
                            <p:childTnLst>
                              <p:par>
                                <p:cTn id="62" presetID="21" presetClass="entr" presetSubtype="1" fill="hold" grpId="0" nodeType="afterEffect">
                                  <p:stCondLst>
                                    <p:cond delay="0"/>
                                  </p:stCondLst>
                                  <p:childTnLst>
                                    <p:set>
                                      <p:cBhvr>
                                        <p:cTn id="63" dur="1" fill="hold">
                                          <p:stCondLst>
                                            <p:cond delay="0"/>
                                          </p:stCondLst>
                                        </p:cTn>
                                        <p:tgtEl>
                                          <p:spTgt spid="67"/>
                                        </p:tgtEl>
                                        <p:attrNameLst>
                                          <p:attrName>style.visibility</p:attrName>
                                        </p:attrNameLst>
                                      </p:cBhvr>
                                      <p:to>
                                        <p:strVal val="visible"/>
                                      </p:to>
                                    </p:set>
                                    <p:animEffect transition="in" filter="wheel(1)">
                                      <p:cBhvr>
                                        <p:cTn id="64" dur="1000"/>
                                        <p:tgtEl>
                                          <p:spTgt spid="6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8"/>
                                        </p:tgtEl>
                                        <p:attrNameLst>
                                          <p:attrName>style.visibility</p:attrName>
                                        </p:attrNameLst>
                                      </p:cBhvr>
                                      <p:to>
                                        <p:strVal val="visible"/>
                                      </p:to>
                                    </p:set>
                                    <p:animEffect transition="in" filter="fade">
                                      <p:cBhvr>
                                        <p:cTn id="67" dur="1000"/>
                                        <p:tgtEl>
                                          <p:spTgt spid="68"/>
                                        </p:tgtEl>
                                      </p:cBhvr>
                                    </p:animEffect>
                                  </p:childTnLst>
                                </p:cTn>
                              </p:par>
                            </p:childTnLst>
                          </p:cTn>
                        </p:par>
                        <p:par>
                          <p:cTn id="68" fill="hold">
                            <p:stCondLst>
                              <p:cond delay="8000"/>
                            </p:stCondLst>
                            <p:childTnLst>
                              <p:par>
                                <p:cTn id="69" presetID="2" presetClass="entr" presetSubtype="8" decel="100000" fill="hold" grpId="0" nodeType="afterEffect">
                                  <p:stCondLst>
                                    <p:cond delay="0"/>
                                  </p:stCondLst>
                                  <p:childTnLst>
                                    <p:set>
                                      <p:cBhvr>
                                        <p:cTn id="70" dur="1" fill="hold">
                                          <p:stCondLst>
                                            <p:cond delay="0"/>
                                          </p:stCondLst>
                                        </p:cTn>
                                        <p:tgtEl>
                                          <p:spTgt spid="80">
                                            <p:txEl>
                                              <p:pRg st="0" end="0"/>
                                            </p:txEl>
                                          </p:spTgt>
                                        </p:tgtEl>
                                        <p:attrNameLst>
                                          <p:attrName>style.visibility</p:attrName>
                                        </p:attrNameLst>
                                      </p:cBhvr>
                                      <p:to>
                                        <p:strVal val="visible"/>
                                      </p:to>
                                    </p:set>
                                    <p:anim calcmode="lin" valueType="num">
                                      <p:cBhvr additive="base">
                                        <p:cTn id="71" dur="500" fill="hold"/>
                                        <p:tgtEl>
                                          <p:spTgt spid="80">
                                            <p:txEl>
                                              <p:pRg st="0" end="0"/>
                                            </p:txEl>
                                          </p:spTgt>
                                        </p:tgtEl>
                                        <p:attrNameLst>
                                          <p:attrName>ppt_x</p:attrName>
                                        </p:attrNameLst>
                                      </p:cBhvr>
                                      <p:tavLst>
                                        <p:tav tm="0">
                                          <p:val>
                                            <p:strVal val="0-#ppt_w/2"/>
                                          </p:val>
                                        </p:tav>
                                        <p:tav tm="100000">
                                          <p:val>
                                            <p:strVal val="#ppt_x"/>
                                          </p:val>
                                        </p:tav>
                                      </p:tavLst>
                                    </p:anim>
                                    <p:anim calcmode="lin" valueType="num">
                                      <p:cBhvr additive="base">
                                        <p:cTn id="72" dur="500" fill="hold"/>
                                        <p:tgtEl>
                                          <p:spTgt spid="80">
                                            <p:txEl>
                                              <p:pRg st="0" end="0"/>
                                            </p:txEl>
                                          </p:spTgt>
                                        </p:tgtEl>
                                        <p:attrNameLst>
                                          <p:attrName>ppt_y</p:attrName>
                                        </p:attrNameLst>
                                      </p:cBhvr>
                                      <p:tavLst>
                                        <p:tav tm="0">
                                          <p:val>
                                            <p:strVal val="#ppt_y"/>
                                          </p:val>
                                        </p:tav>
                                        <p:tav tm="100000">
                                          <p:val>
                                            <p:strVal val="#ppt_y"/>
                                          </p:val>
                                        </p:tav>
                                      </p:tavLst>
                                    </p:anim>
                                  </p:childTnLst>
                                </p:cTn>
                              </p:par>
                            </p:childTnLst>
                          </p:cTn>
                        </p:par>
                        <p:par>
                          <p:cTn id="73" fill="hold">
                            <p:stCondLst>
                              <p:cond delay="8500"/>
                            </p:stCondLst>
                            <p:childTnLst>
                              <p:par>
                                <p:cTn id="74" presetID="22" presetClass="entr" presetSubtype="2" fill="hold" grpId="0" nodeType="afterEffect">
                                  <p:stCondLst>
                                    <p:cond delay="0"/>
                                  </p:stCondLst>
                                  <p:childTnLst>
                                    <p:set>
                                      <p:cBhvr>
                                        <p:cTn id="75" dur="1" fill="hold">
                                          <p:stCondLst>
                                            <p:cond delay="0"/>
                                          </p:stCondLst>
                                        </p:cTn>
                                        <p:tgtEl>
                                          <p:spTgt spid="81">
                                            <p:txEl>
                                              <p:pRg st="0" end="0"/>
                                            </p:txEl>
                                          </p:spTgt>
                                        </p:tgtEl>
                                        <p:attrNameLst>
                                          <p:attrName>style.visibility</p:attrName>
                                        </p:attrNameLst>
                                      </p:cBhvr>
                                      <p:to>
                                        <p:strVal val="visible"/>
                                      </p:to>
                                    </p:set>
                                    <p:animEffect transition="in" filter="wipe(right)">
                                      <p:cBhvr>
                                        <p:cTn id="76" dur="500"/>
                                        <p:tgtEl>
                                          <p:spTgt spid="81">
                                            <p:txEl>
                                              <p:pRg st="0" end="0"/>
                                            </p:txEl>
                                          </p:spTgt>
                                        </p:tgtEl>
                                      </p:cBhvr>
                                    </p:animEffect>
                                  </p:childTnLst>
                                </p:cTn>
                              </p:par>
                            </p:childTnLst>
                          </p:cTn>
                        </p:par>
                        <p:par>
                          <p:cTn id="77" fill="hold">
                            <p:stCondLst>
                              <p:cond delay="9000"/>
                            </p:stCondLst>
                            <p:childTnLst>
                              <p:par>
                                <p:cTn id="78" presetID="2" presetClass="entr" presetSubtype="4" decel="100000" fill="hold" grpId="0" nodeType="afterEffect">
                                  <p:stCondLst>
                                    <p:cond delay="0"/>
                                  </p:stCondLst>
                                  <p:childTnLst>
                                    <p:set>
                                      <p:cBhvr>
                                        <p:cTn id="79" dur="1" fill="hold">
                                          <p:stCondLst>
                                            <p:cond delay="0"/>
                                          </p:stCondLst>
                                        </p:cTn>
                                        <p:tgtEl>
                                          <p:spTgt spid="69"/>
                                        </p:tgtEl>
                                        <p:attrNameLst>
                                          <p:attrName>style.visibility</p:attrName>
                                        </p:attrNameLst>
                                      </p:cBhvr>
                                      <p:to>
                                        <p:strVal val="visible"/>
                                      </p:to>
                                    </p:set>
                                    <p:anim calcmode="lin" valueType="num">
                                      <p:cBhvr additive="base">
                                        <p:cTn id="80" dur="500" fill="hold"/>
                                        <p:tgtEl>
                                          <p:spTgt spid="69"/>
                                        </p:tgtEl>
                                        <p:attrNameLst>
                                          <p:attrName>ppt_x</p:attrName>
                                        </p:attrNameLst>
                                      </p:cBhvr>
                                      <p:tavLst>
                                        <p:tav tm="0">
                                          <p:val>
                                            <p:strVal val="#ppt_x"/>
                                          </p:val>
                                        </p:tav>
                                        <p:tav tm="100000">
                                          <p:val>
                                            <p:strVal val="#ppt_x"/>
                                          </p:val>
                                        </p:tav>
                                      </p:tavLst>
                                    </p:anim>
                                    <p:anim calcmode="lin" valueType="num">
                                      <p:cBhvr additive="base">
                                        <p:cTn id="81" dur="500" fill="hold"/>
                                        <p:tgtEl>
                                          <p:spTgt spid="69"/>
                                        </p:tgtEl>
                                        <p:attrNameLst>
                                          <p:attrName>ppt_y</p:attrName>
                                        </p:attrNameLst>
                                      </p:cBhvr>
                                      <p:tavLst>
                                        <p:tav tm="0">
                                          <p:val>
                                            <p:strVal val="1+#ppt_h/2"/>
                                          </p:val>
                                        </p:tav>
                                        <p:tav tm="100000">
                                          <p:val>
                                            <p:strVal val="#ppt_y"/>
                                          </p:val>
                                        </p:tav>
                                      </p:tavLst>
                                    </p:anim>
                                  </p:childTnLst>
                                </p:cTn>
                              </p:par>
                            </p:childTnLst>
                          </p:cTn>
                        </p:par>
                        <p:par>
                          <p:cTn id="82" fill="hold">
                            <p:stCondLst>
                              <p:cond delay="9500"/>
                            </p:stCondLst>
                            <p:childTnLst>
                              <p:par>
                                <p:cTn id="83" presetID="21" presetClass="entr" presetSubtype="1" fill="hold" grpId="0" nodeType="afterEffect">
                                  <p:stCondLst>
                                    <p:cond delay="0"/>
                                  </p:stCondLst>
                                  <p:childTnLst>
                                    <p:set>
                                      <p:cBhvr>
                                        <p:cTn id="84" dur="1" fill="hold">
                                          <p:stCondLst>
                                            <p:cond delay="0"/>
                                          </p:stCondLst>
                                        </p:cTn>
                                        <p:tgtEl>
                                          <p:spTgt spid="70"/>
                                        </p:tgtEl>
                                        <p:attrNameLst>
                                          <p:attrName>style.visibility</p:attrName>
                                        </p:attrNameLst>
                                      </p:cBhvr>
                                      <p:to>
                                        <p:strVal val="visible"/>
                                      </p:to>
                                    </p:set>
                                    <p:animEffect transition="in" filter="wheel(1)">
                                      <p:cBhvr>
                                        <p:cTn id="85" dur="1000"/>
                                        <p:tgtEl>
                                          <p:spTgt spid="7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71"/>
                                        </p:tgtEl>
                                        <p:attrNameLst>
                                          <p:attrName>style.visibility</p:attrName>
                                        </p:attrNameLst>
                                      </p:cBhvr>
                                      <p:to>
                                        <p:strVal val="visible"/>
                                      </p:to>
                                    </p:set>
                                    <p:animEffect transition="in" filter="fade">
                                      <p:cBhvr>
                                        <p:cTn id="88" dur="1000"/>
                                        <p:tgtEl>
                                          <p:spTgt spid="71"/>
                                        </p:tgtEl>
                                      </p:cBhvr>
                                    </p:animEffect>
                                  </p:childTnLst>
                                </p:cTn>
                              </p:par>
                            </p:childTnLst>
                          </p:cTn>
                        </p:par>
                        <p:par>
                          <p:cTn id="89" fill="hold">
                            <p:stCondLst>
                              <p:cond delay="10500"/>
                            </p:stCondLst>
                            <p:childTnLst>
                              <p:par>
                                <p:cTn id="90" presetID="2" presetClass="entr" presetSubtype="2" decel="100000" fill="hold" grpId="0" nodeType="afterEffect">
                                  <p:stCondLst>
                                    <p:cond delay="0"/>
                                  </p:stCondLst>
                                  <p:childTnLst>
                                    <p:set>
                                      <p:cBhvr>
                                        <p:cTn id="91" dur="1" fill="hold">
                                          <p:stCondLst>
                                            <p:cond delay="0"/>
                                          </p:stCondLst>
                                        </p:cTn>
                                        <p:tgtEl>
                                          <p:spTgt spid="78">
                                            <p:txEl>
                                              <p:pRg st="0" end="0"/>
                                            </p:txEl>
                                          </p:spTgt>
                                        </p:tgtEl>
                                        <p:attrNameLst>
                                          <p:attrName>style.visibility</p:attrName>
                                        </p:attrNameLst>
                                      </p:cBhvr>
                                      <p:to>
                                        <p:strVal val="visible"/>
                                      </p:to>
                                    </p:set>
                                    <p:anim calcmode="lin" valueType="num">
                                      <p:cBhvr additive="base">
                                        <p:cTn id="92" dur="500" fill="hold"/>
                                        <p:tgtEl>
                                          <p:spTgt spid="78">
                                            <p:txEl>
                                              <p:pRg st="0" end="0"/>
                                            </p:txEl>
                                          </p:spTgt>
                                        </p:tgtEl>
                                        <p:attrNameLst>
                                          <p:attrName>ppt_x</p:attrName>
                                        </p:attrNameLst>
                                      </p:cBhvr>
                                      <p:tavLst>
                                        <p:tav tm="0">
                                          <p:val>
                                            <p:strVal val="1+#ppt_w/2"/>
                                          </p:val>
                                        </p:tav>
                                        <p:tav tm="100000">
                                          <p:val>
                                            <p:strVal val="#ppt_x"/>
                                          </p:val>
                                        </p:tav>
                                      </p:tavLst>
                                    </p:anim>
                                    <p:anim calcmode="lin" valueType="num">
                                      <p:cBhvr additive="base">
                                        <p:cTn id="93" dur="500" fill="hold"/>
                                        <p:tgtEl>
                                          <p:spTgt spid="78">
                                            <p:txEl>
                                              <p:pRg st="0" end="0"/>
                                            </p:txEl>
                                          </p:spTgt>
                                        </p:tgtEl>
                                        <p:attrNameLst>
                                          <p:attrName>ppt_y</p:attrName>
                                        </p:attrNameLst>
                                      </p:cBhvr>
                                      <p:tavLst>
                                        <p:tav tm="0">
                                          <p:val>
                                            <p:strVal val="#ppt_y"/>
                                          </p:val>
                                        </p:tav>
                                        <p:tav tm="100000">
                                          <p:val>
                                            <p:strVal val="#ppt_y"/>
                                          </p:val>
                                        </p:tav>
                                      </p:tavLst>
                                    </p:anim>
                                  </p:childTnLst>
                                </p:cTn>
                              </p:par>
                            </p:childTnLst>
                          </p:cTn>
                        </p:par>
                        <p:par>
                          <p:cTn id="94" fill="hold">
                            <p:stCondLst>
                              <p:cond delay="11000"/>
                            </p:stCondLst>
                            <p:childTnLst>
                              <p:par>
                                <p:cTn id="95" presetID="22" presetClass="entr" presetSubtype="8" fill="hold" grpId="0" nodeType="afterEffect">
                                  <p:stCondLst>
                                    <p:cond delay="0"/>
                                  </p:stCondLst>
                                  <p:childTnLst>
                                    <p:set>
                                      <p:cBhvr>
                                        <p:cTn id="96" dur="1" fill="hold">
                                          <p:stCondLst>
                                            <p:cond delay="0"/>
                                          </p:stCondLst>
                                        </p:cTn>
                                        <p:tgtEl>
                                          <p:spTgt spid="79">
                                            <p:txEl>
                                              <p:pRg st="0" end="0"/>
                                            </p:txEl>
                                          </p:spTgt>
                                        </p:tgtEl>
                                        <p:attrNameLst>
                                          <p:attrName>style.visibility</p:attrName>
                                        </p:attrNameLst>
                                      </p:cBhvr>
                                      <p:to>
                                        <p:strVal val="visible"/>
                                      </p:to>
                                    </p:set>
                                    <p:animEffect transition="in" filter="wipe(left)">
                                      <p:cBhvr>
                                        <p:cTn id="97" dur="500"/>
                                        <p:tgtEl>
                                          <p:spTgt spid="79">
                                            <p:txEl>
                                              <p:pRg st="0" end="0"/>
                                            </p:txEl>
                                          </p:spTgt>
                                        </p:tgtEl>
                                      </p:cBhvr>
                                    </p:animEffect>
                                  </p:childTnLst>
                                </p:cTn>
                              </p:par>
                            </p:childTnLst>
                          </p:cTn>
                        </p:par>
                        <p:par>
                          <p:cTn id="98" fill="hold">
                            <p:stCondLst>
                              <p:cond delay="11500"/>
                            </p:stCondLst>
                            <p:childTnLst>
                              <p:par>
                                <p:cTn id="99" presetID="2" presetClass="entr" presetSubtype="4" decel="100000" fill="hold" grpId="0" nodeType="afterEffect">
                                  <p:stCondLst>
                                    <p:cond delay="0"/>
                                  </p:stCondLst>
                                  <p:childTnLst>
                                    <p:set>
                                      <p:cBhvr>
                                        <p:cTn id="100" dur="1" fill="hold">
                                          <p:stCondLst>
                                            <p:cond delay="0"/>
                                          </p:stCondLst>
                                        </p:cTn>
                                        <p:tgtEl>
                                          <p:spTgt spid="63"/>
                                        </p:tgtEl>
                                        <p:attrNameLst>
                                          <p:attrName>style.visibility</p:attrName>
                                        </p:attrNameLst>
                                      </p:cBhvr>
                                      <p:to>
                                        <p:strVal val="visible"/>
                                      </p:to>
                                    </p:set>
                                    <p:anim calcmode="lin" valueType="num">
                                      <p:cBhvr additive="base">
                                        <p:cTn id="101" dur="500" fill="hold"/>
                                        <p:tgtEl>
                                          <p:spTgt spid="63"/>
                                        </p:tgtEl>
                                        <p:attrNameLst>
                                          <p:attrName>ppt_x</p:attrName>
                                        </p:attrNameLst>
                                      </p:cBhvr>
                                      <p:tavLst>
                                        <p:tav tm="0">
                                          <p:val>
                                            <p:strVal val="#ppt_x"/>
                                          </p:val>
                                        </p:tav>
                                        <p:tav tm="100000">
                                          <p:val>
                                            <p:strVal val="#ppt_x"/>
                                          </p:val>
                                        </p:tav>
                                      </p:tavLst>
                                    </p:anim>
                                    <p:anim calcmode="lin" valueType="num">
                                      <p:cBhvr additive="base">
                                        <p:cTn id="102" dur="500" fill="hold"/>
                                        <p:tgtEl>
                                          <p:spTgt spid="63"/>
                                        </p:tgtEl>
                                        <p:attrNameLst>
                                          <p:attrName>ppt_y</p:attrName>
                                        </p:attrNameLst>
                                      </p:cBhvr>
                                      <p:tavLst>
                                        <p:tav tm="0">
                                          <p:val>
                                            <p:strVal val="1+#ppt_h/2"/>
                                          </p:val>
                                        </p:tav>
                                        <p:tav tm="100000">
                                          <p:val>
                                            <p:strVal val="#ppt_y"/>
                                          </p:val>
                                        </p:tav>
                                      </p:tavLst>
                                    </p:anim>
                                  </p:childTnLst>
                                </p:cTn>
                              </p:par>
                            </p:childTnLst>
                          </p:cTn>
                        </p:par>
                        <p:par>
                          <p:cTn id="103" fill="hold">
                            <p:stCondLst>
                              <p:cond delay="12000"/>
                            </p:stCondLst>
                            <p:childTnLst>
                              <p:par>
                                <p:cTn id="104" presetID="21" presetClass="entr" presetSubtype="1" fill="hold" grpId="0" nodeType="afterEffect">
                                  <p:stCondLst>
                                    <p:cond delay="0"/>
                                  </p:stCondLst>
                                  <p:childTnLst>
                                    <p:set>
                                      <p:cBhvr>
                                        <p:cTn id="105" dur="1" fill="hold">
                                          <p:stCondLst>
                                            <p:cond delay="0"/>
                                          </p:stCondLst>
                                        </p:cTn>
                                        <p:tgtEl>
                                          <p:spTgt spid="64"/>
                                        </p:tgtEl>
                                        <p:attrNameLst>
                                          <p:attrName>style.visibility</p:attrName>
                                        </p:attrNameLst>
                                      </p:cBhvr>
                                      <p:to>
                                        <p:strVal val="visible"/>
                                      </p:to>
                                    </p:set>
                                    <p:animEffect transition="in" filter="wheel(1)">
                                      <p:cBhvr>
                                        <p:cTn id="106" dur="1000"/>
                                        <p:tgtEl>
                                          <p:spTgt spid="64"/>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5"/>
                                        </p:tgtEl>
                                        <p:attrNameLst>
                                          <p:attrName>style.visibility</p:attrName>
                                        </p:attrNameLst>
                                      </p:cBhvr>
                                      <p:to>
                                        <p:strVal val="visible"/>
                                      </p:to>
                                    </p:set>
                                    <p:animEffect transition="in" filter="fade">
                                      <p:cBhvr>
                                        <p:cTn id="109" dur="1000"/>
                                        <p:tgtEl>
                                          <p:spTgt spid="65"/>
                                        </p:tgtEl>
                                      </p:cBhvr>
                                    </p:animEffect>
                                  </p:childTnLst>
                                </p:cTn>
                              </p:par>
                            </p:childTnLst>
                          </p:cTn>
                        </p:par>
                        <p:par>
                          <p:cTn id="110" fill="hold">
                            <p:stCondLst>
                              <p:cond delay="13000"/>
                            </p:stCondLst>
                            <p:childTnLst>
                              <p:par>
                                <p:cTn id="111" presetID="2" presetClass="entr" presetSubtype="8" decel="100000" fill="hold" grpId="0" nodeType="afterEffect">
                                  <p:stCondLst>
                                    <p:cond delay="0"/>
                                  </p:stCondLst>
                                  <p:childTnLst>
                                    <p:set>
                                      <p:cBhvr>
                                        <p:cTn id="112" dur="1" fill="hold">
                                          <p:stCondLst>
                                            <p:cond delay="0"/>
                                          </p:stCondLst>
                                        </p:cTn>
                                        <p:tgtEl>
                                          <p:spTgt spid="82">
                                            <p:txEl>
                                              <p:pRg st="0" end="0"/>
                                            </p:txEl>
                                          </p:spTgt>
                                        </p:tgtEl>
                                        <p:attrNameLst>
                                          <p:attrName>style.visibility</p:attrName>
                                        </p:attrNameLst>
                                      </p:cBhvr>
                                      <p:to>
                                        <p:strVal val="visible"/>
                                      </p:to>
                                    </p:set>
                                    <p:anim calcmode="lin" valueType="num">
                                      <p:cBhvr additive="base">
                                        <p:cTn id="113" dur="500" fill="hold"/>
                                        <p:tgtEl>
                                          <p:spTgt spid="82">
                                            <p:txEl>
                                              <p:pRg st="0" end="0"/>
                                            </p:txEl>
                                          </p:spTgt>
                                        </p:tgtEl>
                                        <p:attrNameLst>
                                          <p:attrName>ppt_x</p:attrName>
                                        </p:attrNameLst>
                                      </p:cBhvr>
                                      <p:tavLst>
                                        <p:tav tm="0">
                                          <p:val>
                                            <p:strVal val="0-#ppt_w/2"/>
                                          </p:val>
                                        </p:tav>
                                        <p:tav tm="100000">
                                          <p:val>
                                            <p:strVal val="#ppt_x"/>
                                          </p:val>
                                        </p:tav>
                                      </p:tavLst>
                                    </p:anim>
                                    <p:anim calcmode="lin" valueType="num">
                                      <p:cBhvr additive="base">
                                        <p:cTn id="114" dur="500" fill="hold"/>
                                        <p:tgtEl>
                                          <p:spTgt spid="82">
                                            <p:txEl>
                                              <p:pRg st="0" end="0"/>
                                            </p:txEl>
                                          </p:spTgt>
                                        </p:tgtEl>
                                        <p:attrNameLst>
                                          <p:attrName>ppt_y</p:attrName>
                                        </p:attrNameLst>
                                      </p:cBhvr>
                                      <p:tavLst>
                                        <p:tav tm="0">
                                          <p:val>
                                            <p:strVal val="#ppt_y"/>
                                          </p:val>
                                        </p:tav>
                                        <p:tav tm="100000">
                                          <p:val>
                                            <p:strVal val="#ppt_y"/>
                                          </p:val>
                                        </p:tav>
                                      </p:tavLst>
                                    </p:anim>
                                  </p:childTnLst>
                                </p:cTn>
                              </p:par>
                            </p:childTnLst>
                          </p:cTn>
                        </p:par>
                        <p:par>
                          <p:cTn id="115" fill="hold">
                            <p:stCondLst>
                              <p:cond delay="13500"/>
                            </p:stCondLst>
                            <p:childTnLst>
                              <p:par>
                                <p:cTn id="116" presetID="22" presetClass="entr" presetSubtype="2" fill="hold" grpId="0" nodeType="afterEffect">
                                  <p:stCondLst>
                                    <p:cond delay="0"/>
                                  </p:stCondLst>
                                  <p:childTnLst>
                                    <p:set>
                                      <p:cBhvr>
                                        <p:cTn id="117" dur="1" fill="hold">
                                          <p:stCondLst>
                                            <p:cond delay="0"/>
                                          </p:stCondLst>
                                        </p:cTn>
                                        <p:tgtEl>
                                          <p:spTgt spid="83">
                                            <p:txEl>
                                              <p:pRg st="0" end="0"/>
                                            </p:txEl>
                                          </p:spTgt>
                                        </p:tgtEl>
                                        <p:attrNameLst>
                                          <p:attrName>style.visibility</p:attrName>
                                        </p:attrNameLst>
                                      </p:cBhvr>
                                      <p:to>
                                        <p:strVal val="visible"/>
                                      </p:to>
                                    </p:set>
                                    <p:animEffect transition="in" filter="wipe(right)">
                                      <p:cBhvr>
                                        <p:cTn id="118" dur="500"/>
                                        <p:tgtEl>
                                          <p:spTgt spid="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31" grpId="0" animBg="1"/>
      <p:bldP spid="57" grpId="0" animBg="1"/>
      <p:bldP spid="58" grpId="0" animBg="1"/>
      <p:bldP spid="59" grpId="0"/>
      <p:bldP spid="60" grpId="0" animBg="1"/>
      <p:bldP spid="61" grpId="0" animBg="1"/>
      <p:bldP spid="62" grpId="0"/>
      <p:bldP spid="63" grpId="0" animBg="1"/>
      <p:bldP spid="64" grpId="0" animBg="1"/>
      <p:bldP spid="65" grpId="0"/>
      <p:bldP spid="66" grpId="0" animBg="1"/>
      <p:bldP spid="67" grpId="0" animBg="1"/>
      <p:bldP spid="68" grpId="0"/>
      <p:bldP spid="69" grpId="0" animBg="1"/>
      <p:bldP spid="70" grpId="0" animBg="1"/>
      <p:bldP spid="71" grpId="0"/>
      <p:bldP spid="74" grpId="0" build="p">
        <p:tmplLst>
          <p:tmpl lvl="1">
            <p:tnLst>
              <p:par>
                <p:cTn presetID="2" presetClass="entr" presetSubtype="1" decel="100000" fill="hold" nodeType="afterEffect">
                  <p:stCondLst>
                    <p:cond delay="0"/>
                  </p:stCondLst>
                  <p:childTnLst>
                    <p:set>
                      <p:cBhvr>
                        <p:cTn dur="1" fill="hold">
                          <p:stCondLst>
                            <p:cond delay="0"/>
                          </p:stCondLst>
                        </p:cTn>
                        <p:tgtEl>
                          <p:spTgt spid="74"/>
                        </p:tgtEl>
                        <p:attrNameLst>
                          <p:attrName>style.visibility</p:attrName>
                        </p:attrNameLst>
                      </p:cBhvr>
                      <p:to>
                        <p:strVal val="visible"/>
                      </p:to>
                    </p:set>
                    <p:anim calcmode="lin" valueType="num">
                      <p:cBhvr additive="base">
                        <p:cTn dur="500" fill="hold"/>
                        <p:tgtEl>
                          <p:spTgt spid="74"/>
                        </p:tgtEl>
                        <p:attrNameLst>
                          <p:attrName>ppt_x</p:attrName>
                        </p:attrNameLst>
                      </p:cBhvr>
                      <p:tavLst>
                        <p:tav tm="0">
                          <p:val>
                            <p:strVal val="#ppt_x"/>
                          </p:val>
                        </p:tav>
                        <p:tav tm="100000">
                          <p:val>
                            <p:strVal val="#ppt_x"/>
                          </p:val>
                        </p:tav>
                      </p:tavLst>
                    </p:anim>
                    <p:anim calcmode="lin" valueType="num">
                      <p:cBhvr additive="base">
                        <p:cTn dur="500" fill="hold"/>
                        <p:tgtEl>
                          <p:spTgt spid="74"/>
                        </p:tgtEl>
                        <p:attrNameLst>
                          <p:attrName>ppt_y</p:attrName>
                        </p:attrNameLst>
                      </p:cBhvr>
                      <p:tavLst>
                        <p:tav tm="0">
                          <p:val>
                            <p:strVal val="0-#ppt_h/2"/>
                          </p:val>
                        </p:tav>
                        <p:tav tm="100000">
                          <p:val>
                            <p:strVal val="#ppt_y"/>
                          </p:val>
                        </p:tav>
                      </p:tavLst>
                    </p:anim>
                  </p:childTnLst>
                </p:cTn>
              </p:par>
            </p:tnLst>
          </p:tmpl>
        </p:tmplLst>
      </p:bldP>
      <p:bldP spid="75" grpId="0" build="p">
        <p:tmplLst>
          <p:tmpl lvl="1">
            <p:tnLst>
              <p:par>
                <p:cTn presetID="22" presetClass="entr" presetSubtype="8" fill="hold" nodeType="after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wipe(left)">
                      <p:cBhvr>
                        <p:cTn dur="500"/>
                        <p:tgtEl>
                          <p:spTgt spid="75"/>
                        </p:tgtEl>
                      </p:cBhvr>
                    </p:animEffect>
                  </p:childTnLst>
                </p:cTn>
              </p:par>
            </p:tnLst>
          </p:tmpl>
        </p:tmplLst>
      </p:bldP>
      <p:bldP spid="76" grpId="0" build="p">
        <p:tmplLst>
          <p:tmpl lvl="1">
            <p:tnLst>
              <p:par>
                <p:cTn presetID="2" presetClass="entr" presetSubtype="2" decel="100000" fill="hold" nodeType="afterEffect">
                  <p:stCondLst>
                    <p:cond delay="0"/>
                  </p:stCondLst>
                  <p:childTnLst>
                    <p:set>
                      <p:cBhvr>
                        <p:cTn dur="1" fill="hold">
                          <p:stCondLst>
                            <p:cond delay="0"/>
                          </p:stCondLst>
                        </p:cTn>
                        <p:tgtEl>
                          <p:spTgt spid="76"/>
                        </p:tgtEl>
                        <p:attrNameLst>
                          <p:attrName>style.visibility</p:attrName>
                        </p:attrNameLst>
                      </p:cBhvr>
                      <p:to>
                        <p:strVal val="visible"/>
                      </p:to>
                    </p:set>
                    <p:anim calcmode="lin" valueType="num">
                      <p:cBhvr additive="base">
                        <p:cTn dur="500" fill="hold"/>
                        <p:tgtEl>
                          <p:spTgt spid="76"/>
                        </p:tgtEl>
                        <p:attrNameLst>
                          <p:attrName>ppt_x</p:attrName>
                        </p:attrNameLst>
                      </p:cBhvr>
                      <p:tavLst>
                        <p:tav tm="0">
                          <p:val>
                            <p:strVal val="1+#ppt_w/2"/>
                          </p:val>
                        </p:tav>
                        <p:tav tm="100000">
                          <p:val>
                            <p:strVal val="#ppt_x"/>
                          </p:val>
                        </p:tav>
                      </p:tavLst>
                    </p:anim>
                    <p:anim calcmode="lin" valueType="num">
                      <p:cBhvr additive="base">
                        <p:cTn dur="500" fill="hold"/>
                        <p:tgtEl>
                          <p:spTgt spid="76"/>
                        </p:tgtEl>
                        <p:attrNameLst>
                          <p:attrName>ppt_y</p:attrName>
                        </p:attrNameLst>
                      </p:cBhvr>
                      <p:tavLst>
                        <p:tav tm="0">
                          <p:val>
                            <p:strVal val="#ppt_y"/>
                          </p:val>
                        </p:tav>
                        <p:tav tm="100000">
                          <p:val>
                            <p:strVal val="#ppt_y"/>
                          </p:val>
                        </p:tav>
                      </p:tavLst>
                    </p:anim>
                  </p:childTnLst>
                </p:cTn>
              </p:par>
            </p:tnLst>
          </p:tmpl>
        </p:tmplLst>
      </p:bldP>
      <p:bldP spid="77" grpId="0" build="p">
        <p:tmplLst>
          <p:tmpl lvl="1">
            <p:tnLst>
              <p:par>
                <p:cTn presetID="22" presetClass="entr" presetSubtype="8" fill="hold" nodeType="afterEffect">
                  <p:stCondLst>
                    <p:cond delay="0"/>
                  </p:stCondLst>
                  <p:childTnLst>
                    <p:set>
                      <p:cBhvr>
                        <p:cTn dur="1" fill="hold">
                          <p:stCondLst>
                            <p:cond delay="0"/>
                          </p:stCondLst>
                        </p:cTn>
                        <p:tgtEl>
                          <p:spTgt spid="77"/>
                        </p:tgtEl>
                        <p:attrNameLst>
                          <p:attrName>style.visibility</p:attrName>
                        </p:attrNameLst>
                      </p:cBhvr>
                      <p:to>
                        <p:strVal val="visible"/>
                      </p:to>
                    </p:set>
                    <p:animEffect transition="in" filter="wipe(left)">
                      <p:cBhvr>
                        <p:cTn dur="500"/>
                        <p:tgtEl>
                          <p:spTgt spid="77"/>
                        </p:tgtEl>
                      </p:cBhvr>
                    </p:animEffect>
                  </p:childTnLst>
                </p:cTn>
              </p:par>
            </p:tnLst>
          </p:tmpl>
        </p:tmplLst>
      </p:bldP>
      <p:bldP spid="78" grpId="0" build="p">
        <p:tmplLst>
          <p:tmpl lvl="1">
            <p:tnLst>
              <p:par>
                <p:cTn presetID="2" presetClass="entr" presetSubtype="2" decel="100000" fill="hold" nodeType="afterEffect">
                  <p:stCondLst>
                    <p:cond delay="0"/>
                  </p:stCondLst>
                  <p:childTnLst>
                    <p:set>
                      <p:cBhvr>
                        <p:cTn dur="1" fill="hold">
                          <p:stCondLst>
                            <p:cond delay="0"/>
                          </p:stCondLst>
                        </p:cTn>
                        <p:tgtEl>
                          <p:spTgt spid="78"/>
                        </p:tgtEl>
                        <p:attrNameLst>
                          <p:attrName>style.visibility</p:attrName>
                        </p:attrNameLst>
                      </p:cBhvr>
                      <p:to>
                        <p:strVal val="visible"/>
                      </p:to>
                    </p:set>
                    <p:anim calcmode="lin" valueType="num">
                      <p:cBhvr additive="base">
                        <p:cTn dur="500" fill="hold"/>
                        <p:tgtEl>
                          <p:spTgt spid="78"/>
                        </p:tgtEl>
                        <p:attrNameLst>
                          <p:attrName>ppt_x</p:attrName>
                        </p:attrNameLst>
                      </p:cBhvr>
                      <p:tavLst>
                        <p:tav tm="0">
                          <p:val>
                            <p:strVal val="1+#ppt_w/2"/>
                          </p:val>
                        </p:tav>
                        <p:tav tm="100000">
                          <p:val>
                            <p:strVal val="#ppt_x"/>
                          </p:val>
                        </p:tav>
                      </p:tavLst>
                    </p:anim>
                    <p:anim calcmode="lin" valueType="num">
                      <p:cBhvr additive="base">
                        <p:cTn dur="500" fill="hold"/>
                        <p:tgtEl>
                          <p:spTgt spid="78"/>
                        </p:tgtEl>
                        <p:attrNameLst>
                          <p:attrName>ppt_y</p:attrName>
                        </p:attrNameLst>
                      </p:cBhvr>
                      <p:tavLst>
                        <p:tav tm="0">
                          <p:val>
                            <p:strVal val="#ppt_y"/>
                          </p:val>
                        </p:tav>
                        <p:tav tm="100000">
                          <p:val>
                            <p:strVal val="#ppt_y"/>
                          </p:val>
                        </p:tav>
                      </p:tavLst>
                    </p:anim>
                  </p:childTnLst>
                </p:cTn>
              </p:par>
            </p:tnLst>
          </p:tmpl>
        </p:tmplLst>
      </p:bldP>
      <p:bldP spid="79" grpId="0" build="p">
        <p:tmplLst>
          <p:tmpl lvl="1">
            <p:tnLst>
              <p:par>
                <p:cTn presetID="22" presetClass="entr" presetSubtype="8" fill="hold" nodeType="afterEffect">
                  <p:stCondLst>
                    <p:cond delay="0"/>
                  </p:stCondLst>
                  <p:childTnLst>
                    <p:set>
                      <p:cBhvr>
                        <p:cTn dur="1" fill="hold">
                          <p:stCondLst>
                            <p:cond delay="0"/>
                          </p:stCondLst>
                        </p:cTn>
                        <p:tgtEl>
                          <p:spTgt spid="79"/>
                        </p:tgtEl>
                        <p:attrNameLst>
                          <p:attrName>style.visibility</p:attrName>
                        </p:attrNameLst>
                      </p:cBhvr>
                      <p:to>
                        <p:strVal val="visible"/>
                      </p:to>
                    </p:set>
                    <p:animEffect transition="in" filter="wipe(left)">
                      <p:cBhvr>
                        <p:cTn dur="500"/>
                        <p:tgtEl>
                          <p:spTgt spid="79"/>
                        </p:tgtEl>
                      </p:cBhvr>
                    </p:animEffect>
                  </p:childTnLst>
                </p:cTn>
              </p:par>
            </p:tnLst>
          </p:tmpl>
        </p:tmplLst>
      </p:bldP>
      <p:bldP spid="80" grpId="0" build="p">
        <p:tmplLst>
          <p:tmpl lvl="1">
            <p:tnLst>
              <p:par>
                <p:cTn presetID="2" presetClass="entr" presetSubtype="8" decel="100000" fill="hold" nodeType="afterEffect">
                  <p:stCondLst>
                    <p:cond delay="0"/>
                  </p:stCondLst>
                  <p:childTnLst>
                    <p:set>
                      <p:cBhvr>
                        <p:cTn dur="1" fill="hold">
                          <p:stCondLst>
                            <p:cond delay="0"/>
                          </p:stCondLst>
                        </p:cTn>
                        <p:tgtEl>
                          <p:spTgt spid="80"/>
                        </p:tgtEl>
                        <p:attrNameLst>
                          <p:attrName>style.visibility</p:attrName>
                        </p:attrNameLst>
                      </p:cBhvr>
                      <p:to>
                        <p:strVal val="visible"/>
                      </p:to>
                    </p:set>
                    <p:anim calcmode="lin" valueType="num">
                      <p:cBhvr additive="base">
                        <p:cTn dur="500" fill="hold"/>
                        <p:tgtEl>
                          <p:spTgt spid="80"/>
                        </p:tgtEl>
                        <p:attrNameLst>
                          <p:attrName>ppt_x</p:attrName>
                        </p:attrNameLst>
                      </p:cBhvr>
                      <p:tavLst>
                        <p:tav tm="0">
                          <p:val>
                            <p:strVal val="0-#ppt_w/2"/>
                          </p:val>
                        </p:tav>
                        <p:tav tm="100000">
                          <p:val>
                            <p:strVal val="#ppt_x"/>
                          </p:val>
                        </p:tav>
                      </p:tavLst>
                    </p:anim>
                    <p:anim calcmode="lin" valueType="num">
                      <p:cBhvr additive="base">
                        <p:cTn dur="500" fill="hold"/>
                        <p:tgtEl>
                          <p:spTgt spid="80"/>
                        </p:tgtEl>
                        <p:attrNameLst>
                          <p:attrName>ppt_y</p:attrName>
                        </p:attrNameLst>
                      </p:cBhvr>
                      <p:tavLst>
                        <p:tav tm="0">
                          <p:val>
                            <p:strVal val="#ppt_y"/>
                          </p:val>
                        </p:tav>
                        <p:tav tm="100000">
                          <p:val>
                            <p:strVal val="#ppt_y"/>
                          </p:val>
                        </p:tav>
                      </p:tavLst>
                    </p:anim>
                  </p:childTnLst>
                </p:cTn>
              </p:par>
            </p:tnLst>
          </p:tmpl>
        </p:tmplLst>
      </p:bldP>
      <p:bldP spid="81" grpId="0" build="p">
        <p:tmplLst>
          <p:tmpl lvl="1">
            <p:tnLst>
              <p:par>
                <p:cTn presetID="22" presetClass="entr" presetSubtype="2" fill="hold" nodeType="after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wipe(right)">
                      <p:cBhvr>
                        <p:cTn dur="500"/>
                        <p:tgtEl>
                          <p:spTgt spid="81"/>
                        </p:tgtEl>
                      </p:cBhvr>
                    </p:animEffect>
                  </p:childTnLst>
                </p:cTn>
              </p:par>
            </p:tnLst>
          </p:tmpl>
        </p:tmplLst>
      </p:bldP>
      <p:bldP spid="82" grpId="0" build="p">
        <p:tmplLst>
          <p:tmpl lvl="1">
            <p:tnLst>
              <p:par>
                <p:cTn presetID="2" presetClass="entr" presetSubtype="8" decel="100000" fill="hold" nodeType="afterEffect">
                  <p:stCondLst>
                    <p:cond delay="0"/>
                  </p:stCondLst>
                  <p:childTnLst>
                    <p:set>
                      <p:cBhvr>
                        <p:cTn dur="1" fill="hold">
                          <p:stCondLst>
                            <p:cond delay="0"/>
                          </p:stCondLst>
                        </p:cTn>
                        <p:tgtEl>
                          <p:spTgt spid="82"/>
                        </p:tgtEl>
                        <p:attrNameLst>
                          <p:attrName>style.visibility</p:attrName>
                        </p:attrNameLst>
                      </p:cBhvr>
                      <p:to>
                        <p:strVal val="visible"/>
                      </p:to>
                    </p:set>
                    <p:anim calcmode="lin" valueType="num">
                      <p:cBhvr additive="base">
                        <p:cTn dur="500" fill="hold"/>
                        <p:tgtEl>
                          <p:spTgt spid="82"/>
                        </p:tgtEl>
                        <p:attrNameLst>
                          <p:attrName>ppt_x</p:attrName>
                        </p:attrNameLst>
                      </p:cBhvr>
                      <p:tavLst>
                        <p:tav tm="0">
                          <p:val>
                            <p:strVal val="0-#ppt_w/2"/>
                          </p:val>
                        </p:tav>
                        <p:tav tm="100000">
                          <p:val>
                            <p:strVal val="#ppt_x"/>
                          </p:val>
                        </p:tav>
                      </p:tavLst>
                    </p:anim>
                    <p:anim calcmode="lin" valueType="num">
                      <p:cBhvr additive="base">
                        <p:cTn dur="500" fill="hold"/>
                        <p:tgtEl>
                          <p:spTgt spid="82"/>
                        </p:tgtEl>
                        <p:attrNameLst>
                          <p:attrName>ppt_y</p:attrName>
                        </p:attrNameLst>
                      </p:cBhvr>
                      <p:tavLst>
                        <p:tav tm="0">
                          <p:val>
                            <p:strVal val="#ppt_y"/>
                          </p:val>
                        </p:tav>
                        <p:tav tm="100000">
                          <p:val>
                            <p:strVal val="#ppt_y"/>
                          </p:val>
                        </p:tav>
                      </p:tavLst>
                    </p:anim>
                  </p:childTnLst>
                </p:cTn>
              </p:par>
            </p:tnLst>
          </p:tmpl>
        </p:tmplLst>
      </p:bldP>
      <p:bldP spid="83" grpId="0" build="p">
        <p:tmplLst>
          <p:tmpl lvl="1">
            <p:tnLst>
              <p:par>
                <p:cTn presetID="22" presetClass="entr" presetSubtype="2" fill="hold" nodeType="afterEffect">
                  <p:stCondLst>
                    <p:cond delay="0"/>
                  </p:stCondLst>
                  <p:childTnLst>
                    <p:set>
                      <p:cBhvr>
                        <p:cTn dur="1" fill="hold">
                          <p:stCondLst>
                            <p:cond delay="0"/>
                          </p:stCondLst>
                        </p:cTn>
                        <p:tgtEl>
                          <p:spTgt spid="83"/>
                        </p:tgtEl>
                        <p:attrNameLst>
                          <p:attrName>style.visibility</p:attrName>
                        </p:attrNameLst>
                      </p:cBhvr>
                      <p:to>
                        <p:strVal val="visible"/>
                      </p:to>
                    </p:set>
                    <p:animEffect transition="in" filter="wipe(right)">
                      <p:cBhvr>
                        <p:cTn dur="500"/>
                        <p:tgtEl>
                          <p:spTgt spid="83"/>
                        </p:tgtEl>
                      </p:cBhvr>
                    </p:animEffect>
                  </p:childTnLst>
                </p:cTn>
              </p:par>
            </p:tnLst>
          </p:tmpl>
        </p:tmplLst>
      </p:bldP>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lationship">
    <p:spTree>
      <p:nvGrpSpPr>
        <p:cNvPr id="1" name=""/>
        <p:cNvGrpSpPr/>
        <p:nvPr/>
      </p:nvGrpSpPr>
      <p:grpSpPr>
        <a:xfrm>
          <a:off x="0" y="0"/>
          <a:ext cx="0" cy="0"/>
          <a:chOff x="0" y="0"/>
          <a:chExt cx="0" cy="0"/>
        </a:xfrm>
      </p:grpSpPr>
      <p:cxnSp>
        <p:nvCxnSpPr>
          <p:cNvPr id="8" name="直線コネクタ 7"/>
          <p:cNvCxnSpPr/>
          <p:nvPr userDrawn="1"/>
        </p:nvCxnSpPr>
        <p:spPr>
          <a:xfrm>
            <a:off x="4908479" y="3576641"/>
            <a:ext cx="4234351" cy="1434556"/>
          </a:xfrm>
          <a:prstGeom prst="line">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4" name="直線コネクタ 53"/>
          <p:cNvCxnSpPr/>
          <p:nvPr userDrawn="1"/>
        </p:nvCxnSpPr>
        <p:spPr>
          <a:xfrm flipV="1">
            <a:off x="2048941" y="5019632"/>
            <a:ext cx="7093888" cy="246655"/>
          </a:xfrm>
          <a:prstGeom prst="line">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直線コネクタ 56"/>
          <p:cNvCxnSpPr/>
          <p:nvPr userDrawn="1"/>
        </p:nvCxnSpPr>
        <p:spPr>
          <a:xfrm flipV="1">
            <a:off x="5000255" y="5011197"/>
            <a:ext cx="4142574" cy="1764030"/>
          </a:xfrm>
          <a:prstGeom prst="line">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0" name="直線コネクタ 59"/>
          <p:cNvCxnSpPr/>
          <p:nvPr userDrawn="1"/>
        </p:nvCxnSpPr>
        <p:spPr>
          <a:xfrm flipH="1">
            <a:off x="9142829" y="3387699"/>
            <a:ext cx="3608874" cy="1631933"/>
          </a:xfrm>
          <a:prstGeom prst="line">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4" name="直線コネクタ 63"/>
          <p:cNvCxnSpPr/>
          <p:nvPr userDrawn="1"/>
        </p:nvCxnSpPr>
        <p:spPr>
          <a:xfrm flipH="1">
            <a:off x="9142831" y="4803909"/>
            <a:ext cx="4536557" cy="173051"/>
          </a:xfrm>
          <a:prstGeom prst="line">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userDrawn="1"/>
        </p:nvCxnSpPr>
        <p:spPr>
          <a:xfrm flipH="1" flipV="1">
            <a:off x="9142829" y="5019632"/>
            <a:ext cx="3990621" cy="1450855"/>
          </a:xfrm>
          <a:prstGeom prst="line">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22" name="円/楕円 21"/>
          <p:cNvSpPr/>
          <p:nvPr userDrawn="1"/>
        </p:nvSpPr>
        <p:spPr>
          <a:xfrm>
            <a:off x="12065214" y="2724820"/>
            <a:ext cx="1372976" cy="13729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22"/>
          <p:cNvSpPr/>
          <p:nvPr userDrawn="1"/>
        </p:nvSpPr>
        <p:spPr>
          <a:xfrm>
            <a:off x="12229702" y="2889308"/>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図プレースホルダー 7"/>
          <p:cNvSpPr>
            <a:spLocks noGrp="1"/>
          </p:cNvSpPr>
          <p:nvPr>
            <p:ph type="pic" sz="quarter" idx="12" hasCustomPrompt="1"/>
          </p:nvPr>
        </p:nvSpPr>
        <p:spPr>
          <a:xfrm>
            <a:off x="12446963" y="3106569"/>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25" name="円/楕円 24"/>
          <p:cNvSpPr/>
          <p:nvPr userDrawn="1"/>
        </p:nvSpPr>
        <p:spPr>
          <a:xfrm>
            <a:off x="12992900" y="4097796"/>
            <a:ext cx="1372976" cy="1372976"/>
          </a:xfrm>
          <a:prstGeom prst="ellipse">
            <a:avLst/>
          </a:pr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円/楕円 25"/>
          <p:cNvSpPr/>
          <p:nvPr userDrawn="1"/>
        </p:nvSpPr>
        <p:spPr>
          <a:xfrm>
            <a:off x="13157388" y="4262284"/>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図プレースホルダー 7"/>
          <p:cNvSpPr>
            <a:spLocks noGrp="1"/>
          </p:cNvSpPr>
          <p:nvPr>
            <p:ph type="pic" sz="quarter" idx="14" hasCustomPrompt="1"/>
          </p:nvPr>
        </p:nvSpPr>
        <p:spPr>
          <a:xfrm>
            <a:off x="13374649" y="4479545"/>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28" name="円/楕円 27"/>
          <p:cNvSpPr/>
          <p:nvPr userDrawn="1"/>
        </p:nvSpPr>
        <p:spPr>
          <a:xfrm>
            <a:off x="12446962" y="5783999"/>
            <a:ext cx="1372976" cy="1372976"/>
          </a:xfrm>
          <a:prstGeom prst="ellipse">
            <a:avLst/>
          </a:prstGeom>
          <a:blipFill dpi="0" rotWithShape="1">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28"/>
          <p:cNvSpPr/>
          <p:nvPr userDrawn="1"/>
        </p:nvSpPr>
        <p:spPr>
          <a:xfrm>
            <a:off x="12611450" y="5948487"/>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図プレースホルダー 7"/>
          <p:cNvSpPr>
            <a:spLocks noGrp="1"/>
          </p:cNvSpPr>
          <p:nvPr>
            <p:ph type="pic" sz="quarter" idx="15" hasCustomPrompt="1"/>
          </p:nvPr>
        </p:nvSpPr>
        <p:spPr>
          <a:xfrm>
            <a:off x="12828711" y="6165748"/>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33" name="円/楕円 32"/>
          <p:cNvSpPr/>
          <p:nvPr userDrawn="1"/>
        </p:nvSpPr>
        <p:spPr>
          <a:xfrm>
            <a:off x="6618669" y="2495471"/>
            <a:ext cx="5048322" cy="5048322"/>
          </a:xfrm>
          <a:prstGeom prst="ellipse">
            <a:avLst/>
          </a:prstGeom>
          <a:blipFill dpi="0" rotWithShape="1">
            <a:blip r:embed="rId5"/>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円/楕円 33"/>
          <p:cNvSpPr>
            <a:spLocks noChangeAspect="1"/>
          </p:cNvSpPr>
          <p:nvPr userDrawn="1"/>
        </p:nvSpPr>
        <p:spPr>
          <a:xfrm>
            <a:off x="6802830" y="2679632"/>
            <a:ext cx="4680000" cy="4680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図プレースホルダー 7"/>
          <p:cNvSpPr>
            <a:spLocks noGrp="1"/>
          </p:cNvSpPr>
          <p:nvPr>
            <p:ph type="pic" sz="quarter" idx="16" hasCustomPrompt="1"/>
          </p:nvPr>
        </p:nvSpPr>
        <p:spPr>
          <a:xfrm>
            <a:off x="8582877" y="3444605"/>
            <a:ext cx="1137895" cy="1137895"/>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37" name="円/楕円 36"/>
          <p:cNvSpPr/>
          <p:nvPr userDrawn="1"/>
        </p:nvSpPr>
        <p:spPr>
          <a:xfrm>
            <a:off x="3372844" y="2035942"/>
            <a:ext cx="3081399" cy="3081399"/>
          </a:xfrm>
          <a:prstGeom prst="ellipse">
            <a:avLst/>
          </a:pr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楕円 37"/>
          <p:cNvSpPr/>
          <p:nvPr userDrawn="1"/>
        </p:nvSpPr>
        <p:spPr>
          <a:xfrm>
            <a:off x="3542397" y="2205495"/>
            <a:ext cx="2742293" cy="2742293"/>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図プレースホルダー 7"/>
          <p:cNvSpPr>
            <a:spLocks noGrp="1"/>
          </p:cNvSpPr>
          <p:nvPr>
            <p:ph type="pic" sz="quarter" idx="17" hasCustomPrompt="1"/>
          </p:nvPr>
        </p:nvSpPr>
        <p:spPr>
          <a:xfrm>
            <a:off x="4511800" y="2762920"/>
            <a:ext cx="793356" cy="793356"/>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48" name="円/楕円 47"/>
          <p:cNvSpPr/>
          <p:nvPr userDrawn="1"/>
        </p:nvSpPr>
        <p:spPr>
          <a:xfrm>
            <a:off x="876382" y="4073313"/>
            <a:ext cx="2345119" cy="2345119"/>
          </a:xfrm>
          <a:prstGeom prst="ellipse">
            <a:avLst/>
          </a:prstGeom>
          <a:blipFill dpi="0" rotWithShape="1">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円/楕円 48"/>
          <p:cNvSpPr/>
          <p:nvPr userDrawn="1"/>
        </p:nvSpPr>
        <p:spPr>
          <a:xfrm>
            <a:off x="1053999" y="4250930"/>
            <a:ext cx="1989885" cy="1989885"/>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図プレースホルダー 7"/>
          <p:cNvSpPr>
            <a:spLocks noGrp="1"/>
          </p:cNvSpPr>
          <p:nvPr>
            <p:ph type="pic" sz="quarter" idx="18" hasCustomPrompt="1"/>
          </p:nvPr>
        </p:nvSpPr>
        <p:spPr>
          <a:xfrm>
            <a:off x="1744201" y="4636393"/>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51" name="円/楕円 50"/>
          <p:cNvSpPr/>
          <p:nvPr userDrawn="1"/>
        </p:nvSpPr>
        <p:spPr>
          <a:xfrm>
            <a:off x="3637625" y="5306284"/>
            <a:ext cx="2725260" cy="2725260"/>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51"/>
          <p:cNvSpPr>
            <a:spLocks noChangeAspect="1"/>
          </p:cNvSpPr>
          <p:nvPr userDrawn="1"/>
        </p:nvSpPr>
        <p:spPr>
          <a:xfrm>
            <a:off x="3812255" y="5480914"/>
            <a:ext cx="2376000" cy="2376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図プレースホルダー 7"/>
          <p:cNvSpPr>
            <a:spLocks noGrp="1"/>
          </p:cNvSpPr>
          <p:nvPr>
            <p:ph type="pic" sz="quarter" idx="19" hasCustomPrompt="1"/>
          </p:nvPr>
        </p:nvSpPr>
        <p:spPr>
          <a:xfrm>
            <a:off x="4611107" y="5996725"/>
            <a:ext cx="762750" cy="762750"/>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71" name="テキスト プレースホルダー 5"/>
          <p:cNvSpPr>
            <a:spLocks noGrp="1"/>
          </p:cNvSpPr>
          <p:nvPr>
            <p:ph type="body" sz="quarter" idx="20" hasCustomPrompt="1"/>
          </p:nvPr>
        </p:nvSpPr>
        <p:spPr>
          <a:xfrm>
            <a:off x="13444561" y="3076520"/>
            <a:ext cx="3861715" cy="647693"/>
          </a:xfrm>
        </p:spPr>
        <p:txBody>
          <a:bodyPr anchor="ctr">
            <a:noAutofit/>
          </a:bodyPr>
          <a:lstStyle>
            <a:lvl1pPr algn="l">
              <a:defRPr sz="3200" i="0" baseline="0">
                <a:solidFill>
                  <a:schemeClr val="accent2">
                    <a:lumMod val="75000"/>
                  </a:schemeClr>
                </a:solidFill>
                <a:effectLst/>
                <a:latin typeface="Bebas Neue Regular" panose="00000500000000000000" pitchFamily="2" charset="0"/>
              </a:defRPr>
            </a:lvl1pPr>
          </a:lstStyle>
          <a:p>
            <a:pPr lvl="0"/>
            <a:r>
              <a:rPr kumimoji="1" lang="en-US" altLang="ja-JP" dirty="0"/>
              <a:t>TEXT HERE</a:t>
            </a:r>
            <a:endParaRPr kumimoji="1" lang="ja-JP" altLang="en-US" dirty="0"/>
          </a:p>
        </p:txBody>
      </p:sp>
      <p:sp>
        <p:nvSpPr>
          <p:cNvPr id="73" name="テキスト プレースホルダー 5"/>
          <p:cNvSpPr>
            <a:spLocks noGrp="1"/>
          </p:cNvSpPr>
          <p:nvPr>
            <p:ph type="body" sz="quarter" idx="22" hasCustomPrompt="1"/>
          </p:nvPr>
        </p:nvSpPr>
        <p:spPr>
          <a:xfrm>
            <a:off x="13815147" y="6171266"/>
            <a:ext cx="3861715" cy="647693"/>
          </a:xfrm>
        </p:spPr>
        <p:txBody>
          <a:bodyPr anchor="ctr">
            <a:noAutofit/>
          </a:bodyPr>
          <a:lstStyle>
            <a:lvl1pPr algn="l">
              <a:defRPr sz="3200" i="0" baseline="0">
                <a:solidFill>
                  <a:schemeClr val="accent2">
                    <a:lumMod val="75000"/>
                  </a:schemeClr>
                </a:solidFill>
                <a:effectLst/>
                <a:latin typeface="Bebas Neue Regular" panose="00000500000000000000" pitchFamily="2" charset="0"/>
              </a:defRPr>
            </a:lvl1pPr>
          </a:lstStyle>
          <a:p>
            <a:pPr lvl="0"/>
            <a:r>
              <a:rPr kumimoji="1" lang="en-US" altLang="ja-JP" dirty="0"/>
              <a:t>TEXT HERE</a:t>
            </a:r>
            <a:endParaRPr kumimoji="1" lang="ja-JP" altLang="en-US" dirty="0"/>
          </a:p>
        </p:txBody>
      </p:sp>
      <p:sp>
        <p:nvSpPr>
          <p:cNvPr id="75" name="テキスト プレースホルダー 5"/>
          <p:cNvSpPr>
            <a:spLocks noGrp="1"/>
          </p:cNvSpPr>
          <p:nvPr>
            <p:ph type="body" sz="quarter" idx="24" hasCustomPrompt="1"/>
          </p:nvPr>
        </p:nvSpPr>
        <p:spPr>
          <a:xfrm>
            <a:off x="14359121" y="4465712"/>
            <a:ext cx="3317742" cy="647693"/>
          </a:xfrm>
        </p:spPr>
        <p:txBody>
          <a:bodyPr anchor="ctr">
            <a:noAutofit/>
          </a:bodyPr>
          <a:lstStyle>
            <a:lvl1pPr algn="l">
              <a:defRPr sz="3200" i="0" baseline="0">
                <a:solidFill>
                  <a:schemeClr val="accent2">
                    <a:lumMod val="75000"/>
                  </a:schemeClr>
                </a:solidFill>
                <a:effectLst/>
                <a:latin typeface="Bebas Neue Regular" panose="00000500000000000000" pitchFamily="2" charset="0"/>
              </a:defRPr>
            </a:lvl1pPr>
          </a:lstStyle>
          <a:p>
            <a:pPr lvl="0"/>
            <a:r>
              <a:rPr kumimoji="1" lang="en-US" altLang="ja-JP" dirty="0"/>
              <a:t>TEXT HERE</a:t>
            </a:r>
            <a:endParaRPr kumimoji="1" lang="ja-JP" altLang="en-US" dirty="0"/>
          </a:p>
        </p:txBody>
      </p:sp>
      <p:sp>
        <p:nvSpPr>
          <p:cNvPr id="78" name="テキスト プレースホルダー 5"/>
          <p:cNvSpPr>
            <a:spLocks noGrp="1"/>
          </p:cNvSpPr>
          <p:nvPr>
            <p:ph type="body" sz="quarter" idx="28" hasCustomPrompt="1"/>
          </p:nvPr>
        </p:nvSpPr>
        <p:spPr>
          <a:xfrm>
            <a:off x="7113747" y="4724475"/>
            <a:ext cx="4066596" cy="663575"/>
          </a:xfrm>
          <a:prstGeom prst="rect">
            <a:avLst/>
          </a:prstGeom>
        </p:spPr>
        <p:txBody>
          <a:bodyPr anchor="ctr">
            <a:noAutofit/>
          </a:bodyPr>
          <a:lstStyle>
            <a:lvl1pPr algn="ctr">
              <a:lnSpc>
                <a:spcPct val="100000"/>
              </a:lnSpc>
              <a:spcBef>
                <a:spcPts val="0"/>
              </a:spcBef>
              <a:defRPr sz="48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79" name="テキスト プレースホルダー 5"/>
          <p:cNvSpPr>
            <a:spLocks noGrp="1"/>
          </p:cNvSpPr>
          <p:nvPr>
            <p:ph type="body" sz="quarter" idx="29" hasCustomPrompt="1"/>
          </p:nvPr>
        </p:nvSpPr>
        <p:spPr>
          <a:xfrm>
            <a:off x="3900052" y="6740861"/>
            <a:ext cx="2191265" cy="663575"/>
          </a:xfrm>
          <a:prstGeom prst="rect">
            <a:avLst/>
          </a:prstGeom>
        </p:spPr>
        <p:txBody>
          <a:bodyPr anchor="ctr">
            <a:noAutofit/>
          </a:bodyPr>
          <a:lstStyle>
            <a:lvl1pPr algn="ctr">
              <a:lnSpc>
                <a:spcPct val="100000"/>
              </a:lnSpc>
              <a:spcBef>
                <a:spcPts val="0"/>
              </a:spcBef>
              <a:defRPr sz="32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80" name="テキスト プレースホルダー 5"/>
          <p:cNvSpPr>
            <a:spLocks noGrp="1"/>
          </p:cNvSpPr>
          <p:nvPr>
            <p:ph type="body" sz="quarter" idx="30" hasCustomPrompt="1"/>
          </p:nvPr>
        </p:nvSpPr>
        <p:spPr>
          <a:xfrm>
            <a:off x="1138408" y="5195072"/>
            <a:ext cx="1773604" cy="663575"/>
          </a:xfrm>
          <a:prstGeom prst="rect">
            <a:avLst/>
          </a:prstGeom>
        </p:spPr>
        <p:txBody>
          <a:bodyPr anchor="ctr">
            <a:noAutofit/>
          </a:bodyPr>
          <a:lstStyle>
            <a:lvl1pPr algn="ctr">
              <a:lnSpc>
                <a:spcPct val="100000"/>
              </a:lnSpc>
              <a:spcBef>
                <a:spcPts val="0"/>
              </a:spcBef>
              <a:defRPr sz="2800" i="0" baseline="0">
                <a:solidFill>
                  <a:schemeClr val="bg1"/>
                </a:solidFill>
                <a:effectLst/>
                <a:latin typeface="Bebas Neue Regular" panose="00000500000000000000" pitchFamily="2" charset="0"/>
              </a:defRPr>
            </a:lvl1pPr>
          </a:lstStyle>
          <a:p>
            <a:pPr lvl="0"/>
            <a:r>
              <a:rPr kumimoji="1" lang="en-US" altLang="ja-JP" dirty="0"/>
              <a:t>WORD</a:t>
            </a:r>
            <a:endParaRPr kumimoji="1" lang="ja-JP" altLang="en-US" dirty="0"/>
          </a:p>
        </p:txBody>
      </p:sp>
      <p:sp>
        <p:nvSpPr>
          <p:cNvPr id="81" name="テキスト プレースホルダー 5"/>
          <p:cNvSpPr>
            <a:spLocks noGrp="1"/>
          </p:cNvSpPr>
          <p:nvPr>
            <p:ph type="body" sz="quarter" idx="31" hasCustomPrompt="1"/>
          </p:nvPr>
        </p:nvSpPr>
        <p:spPr>
          <a:xfrm>
            <a:off x="3614673" y="3532862"/>
            <a:ext cx="2636370" cy="663575"/>
          </a:xfrm>
          <a:prstGeom prst="rect">
            <a:avLst/>
          </a:prstGeom>
        </p:spPr>
        <p:txBody>
          <a:bodyPr anchor="ctr">
            <a:noAutofit/>
          </a:bodyPr>
          <a:lstStyle>
            <a:lvl1pPr algn="ctr">
              <a:lnSpc>
                <a:spcPct val="100000"/>
              </a:lnSpc>
              <a:spcBef>
                <a:spcPts val="0"/>
              </a:spcBef>
              <a:defRPr sz="32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82" name="テキスト プレースホルダー 5"/>
          <p:cNvSpPr>
            <a:spLocks noGrp="1"/>
          </p:cNvSpPr>
          <p:nvPr>
            <p:ph type="body" sz="quarter" idx="32" hasCustomPrompt="1"/>
          </p:nvPr>
        </p:nvSpPr>
        <p:spPr>
          <a:xfrm>
            <a:off x="7168185" y="5296937"/>
            <a:ext cx="3913681" cy="1323542"/>
          </a:xfrm>
        </p:spPr>
        <p:txBody>
          <a:bodyPr anchor="t">
            <a:normAutofit/>
          </a:bodyPr>
          <a:lstStyle>
            <a:lvl1pPr algn="ctr">
              <a:lnSpc>
                <a:spcPct val="130000"/>
              </a:lnSpc>
              <a:defRPr sz="2000" baseline="0">
                <a:solidFill>
                  <a:schemeClr val="bg1"/>
                </a:solidFill>
              </a:defRPr>
            </a:lvl1pPr>
          </a:lstStyle>
          <a:p>
            <a:pPr lvl="0"/>
            <a:r>
              <a:rPr kumimoji="1" lang="en-US" altLang="ja-JP" dirty="0"/>
              <a:t>Text Here</a:t>
            </a:r>
            <a:endParaRPr kumimoji="1" lang="ja-JP" altLang="en-US" dirty="0"/>
          </a:p>
        </p:txBody>
      </p:sp>
      <p:sp>
        <p:nvSpPr>
          <p:cNvPr id="83" name="テキスト プレースホルダー 5"/>
          <p:cNvSpPr>
            <a:spLocks noGrp="1"/>
          </p:cNvSpPr>
          <p:nvPr>
            <p:ph type="body" sz="quarter" idx="33" hasCustomPrompt="1"/>
          </p:nvPr>
        </p:nvSpPr>
        <p:spPr>
          <a:xfrm>
            <a:off x="1137443" y="8031543"/>
            <a:ext cx="16016288" cy="1126969"/>
          </a:xfrm>
        </p:spPr>
        <p:txBody>
          <a:bodyPr anchor="ctr">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415014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1250"/>
                            </p:stCondLst>
                            <p:childTnLst>
                              <p:par>
                                <p:cTn id="10" presetID="10" presetClass="entr" presetSubtype="0" fill="hold" grpId="0" nodeType="after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500"/>
                                        <p:tgtEl>
                                          <p:spTgt spid="33"/>
                                        </p:tgtEl>
                                      </p:cBhvr>
                                    </p:animEffect>
                                  </p:childTnLst>
                                </p:cTn>
                              </p:par>
                              <p:par>
                                <p:cTn id="13" presetID="21" presetClass="entr" presetSubtype="1"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heel(1)">
                                      <p:cBhvr>
                                        <p:cTn id="15" dur="1000"/>
                                        <p:tgtEl>
                                          <p:spTgt spid="34"/>
                                        </p:tgtEl>
                                      </p:cBhvr>
                                    </p:animEffect>
                                  </p:childTnLst>
                                </p:cTn>
                              </p:par>
                            </p:childTnLst>
                          </p:cTn>
                        </p:par>
                        <p:par>
                          <p:cTn id="16" fill="hold">
                            <p:stCondLst>
                              <p:cond delay="2250"/>
                            </p:stCondLst>
                            <p:childTnLst>
                              <p:par>
                                <p:cTn id="17" presetID="49" presetClass="entr" presetSubtype="0" decel="100000" fill="hold" grpId="0" nodeType="after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p:cTn id="19" dur="500" fill="hold"/>
                                        <p:tgtEl>
                                          <p:spTgt spid="36"/>
                                        </p:tgtEl>
                                        <p:attrNameLst>
                                          <p:attrName>ppt_w</p:attrName>
                                        </p:attrNameLst>
                                      </p:cBhvr>
                                      <p:tavLst>
                                        <p:tav tm="0">
                                          <p:val>
                                            <p:fltVal val="0"/>
                                          </p:val>
                                        </p:tav>
                                        <p:tav tm="100000">
                                          <p:val>
                                            <p:strVal val="#ppt_w"/>
                                          </p:val>
                                        </p:tav>
                                      </p:tavLst>
                                    </p:anim>
                                    <p:anim calcmode="lin" valueType="num">
                                      <p:cBhvr>
                                        <p:cTn id="20" dur="500" fill="hold"/>
                                        <p:tgtEl>
                                          <p:spTgt spid="36"/>
                                        </p:tgtEl>
                                        <p:attrNameLst>
                                          <p:attrName>ppt_h</p:attrName>
                                        </p:attrNameLst>
                                      </p:cBhvr>
                                      <p:tavLst>
                                        <p:tav tm="0">
                                          <p:val>
                                            <p:fltVal val="0"/>
                                          </p:val>
                                        </p:tav>
                                        <p:tav tm="100000">
                                          <p:val>
                                            <p:strVal val="#ppt_h"/>
                                          </p:val>
                                        </p:tav>
                                      </p:tavLst>
                                    </p:anim>
                                    <p:anim calcmode="lin" valueType="num">
                                      <p:cBhvr>
                                        <p:cTn id="21" dur="500" fill="hold"/>
                                        <p:tgtEl>
                                          <p:spTgt spid="36"/>
                                        </p:tgtEl>
                                        <p:attrNameLst>
                                          <p:attrName>style.rotation</p:attrName>
                                        </p:attrNameLst>
                                      </p:cBhvr>
                                      <p:tavLst>
                                        <p:tav tm="0">
                                          <p:val>
                                            <p:fltVal val="360"/>
                                          </p:val>
                                        </p:tav>
                                        <p:tav tm="100000">
                                          <p:val>
                                            <p:fltVal val="0"/>
                                          </p:val>
                                        </p:tav>
                                      </p:tavLst>
                                    </p:anim>
                                    <p:animEffect transition="in" filter="fade">
                                      <p:cBhvr>
                                        <p:cTn id="22" dur="500"/>
                                        <p:tgtEl>
                                          <p:spTgt spid="36"/>
                                        </p:tgtEl>
                                      </p:cBhvr>
                                    </p:animEffect>
                                  </p:childTnLst>
                                </p:cTn>
                              </p:par>
                            </p:childTnLst>
                          </p:cTn>
                        </p:par>
                        <p:par>
                          <p:cTn id="23" fill="hold">
                            <p:stCondLst>
                              <p:cond delay="2750"/>
                            </p:stCondLst>
                            <p:childTnLst>
                              <p:par>
                                <p:cTn id="24" presetID="23" presetClass="entr" presetSubtype="32" fill="hold" grpId="0" nodeType="afterEffect">
                                  <p:stCondLst>
                                    <p:cond delay="0"/>
                                  </p:stCondLst>
                                  <p:childTnLst>
                                    <p:set>
                                      <p:cBhvr>
                                        <p:cTn id="25" dur="1" fill="hold">
                                          <p:stCondLst>
                                            <p:cond delay="0"/>
                                          </p:stCondLst>
                                        </p:cTn>
                                        <p:tgtEl>
                                          <p:spTgt spid="78">
                                            <p:txEl>
                                              <p:pRg st="0" end="0"/>
                                            </p:txEl>
                                          </p:spTgt>
                                        </p:tgtEl>
                                        <p:attrNameLst>
                                          <p:attrName>style.visibility</p:attrName>
                                        </p:attrNameLst>
                                      </p:cBhvr>
                                      <p:to>
                                        <p:strVal val="visible"/>
                                      </p:to>
                                    </p:set>
                                    <p:anim calcmode="lin" valueType="num">
                                      <p:cBhvr>
                                        <p:cTn id="26" dur="500" fill="hold"/>
                                        <p:tgtEl>
                                          <p:spTgt spid="78">
                                            <p:txEl>
                                              <p:pRg st="0" end="0"/>
                                            </p:txEl>
                                          </p:spTgt>
                                        </p:tgtEl>
                                        <p:attrNameLst>
                                          <p:attrName>ppt_w</p:attrName>
                                        </p:attrNameLst>
                                      </p:cBhvr>
                                      <p:tavLst>
                                        <p:tav tm="0">
                                          <p:val>
                                            <p:strVal val="4*#ppt_w"/>
                                          </p:val>
                                        </p:tav>
                                        <p:tav tm="100000">
                                          <p:val>
                                            <p:strVal val="#ppt_w"/>
                                          </p:val>
                                        </p:tav>
                                      </p:tavLst>
                                    </p:anim>
                                    <p:anim calcmode="lin" valueType="num">
                                      <p:cBhvr>
                                        <p:cTn id="27" dur="500" fill="hold"/>
                                        <p:tgtEl>
                                          <p:spTgt spid="78">
                                            <p:txEl>
                                              <p:pRg st="0" end="0"/>
                                            </p:txEl>
                                          </p:spTgt>
                                        </p:tgtEl>
                                        <p:attrNameLst>
                                          <p:attrName>ppt_h</p:attrName>
                                        </p:attrNameLst>
                                      </p:cBhvr>
                                      <p:tavLst>
                                        <p:tav tm="0">
                                          <p:val>
                                            <p:strVal val="4*#ppt_h"/>
                                          </p:val>
                                        </p:tav>
                                        <p:tav tm="100000">
                                          <p:val>
                                            <p:strVal val="#ppt_h"/>
                                          </p:val>
                                        </p:tav>
                                      </p:tavLst>
                                    </p:anim>
                                  </p:childTnLst>
                                </p:cTn>
                              </p:par>
                            </p:childTnLst>
                          </p:cTn>
                        </p:par>
                        <p:par>
                          <p:cTn id="28" fill="hold">
                            <p:stCondLst>
                              <p:cond delay="3250"/>
                            </p:stCondLst>
                            <p:childTnLst>
                              <p:par>
                                <p:cTn id="29" presetID="22" presetClass="entr" presetSubtype="8" fill="hold" grpId="0" nodeType="afterEffect">
                                  <p:stCondLst>
                                    <p:cond delay="0"/>
                                  </p:stCondLst>
                                  <p:childTnLst>
                                    <p:set>
                                      <p:cBhvr>
                                        <p:cTn id="30" dur="1" fill="hold">
                                          <p:stCondLst>
                                            <p:cond delay="0"/>
                                          </p:stCondLst>
                                        </p:cTn>
                                        <p:tgtEl>
                                          <p:spTgt spid="82">
                                            <p:txEl>
                                              <p:pRg st="0" end="0"/>
                                            </p:txEl>
                                          </p:spTgt>
                                        </p:tgtEl>
                                        <p:attrNameLst>
                                          <p:attrName>style.visibility</p:attrName>
                                        </p:attrNameLst>
                                      </p:cBhvr>
                                      <p:to>
                                        <p:strVal val="visible"/>
                                      </p:to>
                                    </p:set>
                                    <p:animEffect transition="in" filter="wipe(left)">
                                      <p:cBhvr>
                                        <p:cTn id="31" dur="500"/>
                                        <p:tgtEl>
                                          <p:spTgt spid="82">
                                            <p:txEl>
                                              <p:pRg st="0" end="0"/>
                                            </p:txEl>
                                          </p:spTgt>
                                        </p:tgtEl>
                                      </p:cBhvr>
                                    </p:animEffect>
                                  </p:childTnLst>
                                </p:cTn>
                              </p:par>
                            </p:childTnLst>
                          </p:cTn>
                        </p:par>
                        <p:par>
                          <p:cTn id="32" fill="hold">
                            <p:stCondLst>
                              <p:cond delay="3750"/>
                            </p:stCondLst>
                            <p:childTnLst>
                              <p:par>
                                <p:cTn id="33" presetID="22" presetClass="entr" presetSubtype="2" fill="hold" nodeType="after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right)">
                                      <p:cBhvr>
                                        <p:cTn id="35" dur="500"/>
                                        <p:tgtEl>
                                          <p:spTgt spid="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childTnLst>
                          </p:cTn>
                        </p:par>
                        <p:par>
                          <p:cTn id="39" fill="hold">
                            <p:stCondLst>
                              <p:cond delay="4250"/>
                            </p:stCondLst>
                            <p:childTnLst>
                              <p:par>
                                <p:cTn id="40" presetID="21" presetClass="entr" presetSubtype="1"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wheel(1)">
                                      <p:cBhvr>
                                        <p:cTn id="42" dur="1000"/>
                                        <p:tgtEl>
                                          <p:spTgt spid="38"/>
                                        </p:tgtEl>
                                      </p:cBhvr>
                                    </p:animEffect>
                                  </p:childTnLst>
                                </p:cTn>
                              </p:par>
                            </p:childTnLst>
                          </p:cTn>
                        </p:par>
                        <p:par>
                          <p:cTn id="43" fill="hold">
                            <p:stCondLst>
                              <p:cond delay="5250"/>
                            </p:stCondLst>
                            <p:childTnLst>
                              <p:par>
                                <p:cTn id="44" presetID="49" presetClass="entr" presetSubtype="0" decel="100000" fill="hold" grpId="0" nodeType="afterEffect">
                                  <p:stCondLst>
                                    <p:cond delay="0"/>
                                  </p:stCondLst>
                                  <p:childTnLst>
                                    <p:set>
                                      <p:cBhvr>
                                        <p:cTn id="45" dur="1" fill="hold">
                                          <p:stCondLst>
                                            <p:cond delay="0"/>
                                          </p:stCondLst>
                                        </p:cTn>
                                        <p:tgtEl>
                                          <p:spTgt spid="39"/>
                                        </p:tgtEl>
                                        <p:attrNameLst>
                                          <p:attrName>style.visibility</p:attrName>
                                        </p:attrNameLst>
                                      </p:cBhvr>
                                      <p:to>
                                        <p:strVal val="visible"/>
                                      </p:to>
                                    </p:set>
                                    <p:anim calcmode="lin" valueType="num">
                                      <p:cBhvr>
                                        <p:cTn id="46" dur="500" fill="hold"/>
                                        <p:tgtEl>
                                          <p:spTgt spid="39"/>
                                        </p:tgtEl>
                                        <p:attrNameLst>
                                          <p:attrName>ppt_w</p:attrName>
                                        </p:attrNameLst>
                                      </p:cBhvr>
                                      <p:tavLst>
                                        <p:tav tm="0">
                                          <p:val>
                                            <p:fltVal val="0"/>
                                          </p:val>
                                        </p:tav>
                                        <p:tav tm="100000">
                                          <p:val>
                                            <p:strVal val="#ppt_w"/>
                                          </p:val>
                                        </p:tav>
                                      </p:tavLst>
                                    </p:anim>
                                    <p:anim calcmode="lin" valueType="num">
                                      <p:cBhvr>
                                        <p:cTn id="47" dur="500" fill="hold"/>
                                        <p:tgtEl>
                                          <p:spTgt spid="39"/>
                                        </p:tgtEl>
                                        <p:attrNameLst>
                                          <p:attrName>ppt_h</p:attrName>
                                        </p:attrNameLst>
                                      </p:cBhvr>
                                      <p:tavLst>
                                        <p:tav tm="0">
                                          <p:val>
                                            <p:fltVal val="0"/>
                                          </p:val>
                                        </p:tav>
                                        <p:tav tm="100000">
                                          <p:val>
                                            <p:strVal val="#ppt_h"/>
                                          </p:val>
                                        </p:tav>
                                      </p:tavLst>
                                    </p:anim>
                                    <p:anim calcmode="lin" valueType="num">
                                      <p:cBhvr>
                                        <p:cTn id="48" dur="500" fill="hold"/>
                                        <p:tgtEl>
                                          <p:spTgt spid="39"/>
                                        </p:tgtEl>
                                        <p:attrNameLst>
                                          <p:attrName>style.rotation</p:attrName>
                                        </p:attrNameLst>
                                      </p:cBhvr>
                                      <p:tavLst>
                                        <p:tav tm="0">
                                          <p:val>
                                            <p:fltVal val="360"/>
                                          </p:val>
                                        </p:tav>
                                        <p:tav tm="100000">
                                          <p:val>
                                            <p:fltVal val="0"/>
                                          </p:val>
                                        </p:tav>
                                      </p:tavLst>
                                    </p:anim>
                                    <p:animEffect transition="in" filter="fade">
                                      <p:cBhvr>
                                        <p:cTn id="49" dur="500"/>
                                        <p:tgtEl>
                                          <p:spTgt spid="39"/>
                                        </p:tgtEl>
                                      </p:cBhvr>
                                    </p:animEffect>
                                  </p:childTnLst>
                                </p:cTn>
                              </p:par>
                            </p:childTnLst>
                          </p:cTn>
                        </p:par>
                        <p:par>
                          <p:cTn id="50" fill="hold">
                            <p:stCondLst>
                              <p:cond delay="5750"/>
                            </p:stCondLst>
                            <p:childTnLst>
                              <p:par>
                                <p:cTn id="51" presetID="22" presetClass="entr" presetSubtype="8" fill="hold" grpId="0" nodeType="afterEffect">
                                  <p:stCondLst>
                                    <p:cond delay="0"/>
                                  </p:stCondLst>
                                  <p:childTnLst>
                                    <p:set>
                                      <p:cBhvr>
                                        <p:cTn id="52" dur="1" fill="hold">
                                          <p:stCondLst>
                                            <p:cond delay="0"/>
                                          </p:stCondLst>
                                        </p:cTn>
                                        <p:tgtEl>
                                          <p:spTgt spid="81">
                                            <p:txEl>
                                              <p:pRg st="0" end="0"/>
                                            </p:txEl>
                                          </p:spTgt>
                                        </p:tgtEl>
                                        <p:attrNameLst>
                                          <p:attrName>style.visibility</p:attrName>
                                        </p:attrNameLst>
                                      </p:cBhvr>
                                      <p:to>
                                        <p:strVal val="visible"/>
                                      </p:to>
                                    </p:set>
                                    <p:animEffect transition="in" filter="wipe(left)">
                                      <p:cBhvr>
                                        <p:cTn id="53" dur="500"/>
                                        <p:tgtEl>
                                          <p:spTgt spid="81">
                                            <p:txEl>
                                              <p:pRg st="0" end="0"/>
                                            </p:txEl>
                                          </p:spTgt>
                                        </p:tgtEl>
                                      </p:cBhvr>
                                    </p:animEffect>
                                  </p:childTnLst>
                                </p:cTn>
                              </p:par>
                            </p:childTnLst>
                          </p:cTn>
                        </p:par>
                        <p:par>
                          <p:cTn id="54" fill="hold">
                            <p:stCondLst>
                              <p:cond delay="6250"/>
                            </p:stCondLst>
                            <p:childTnLst>
                              <p:par>
                                <p:cTn id="55" presetID="22" presetClass="entr" presetSubtype="2" fill="hold" nodeType="after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wipe(right)">
                                      <p:cBhvr>
                                        <p:cTn id="57" dur="500"/>
                                        <p:tgtEl>
                                          <p:spTgt spid="5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8"/>
                                        </p:tgtEl>
                                        <p:attrNameLst>
                                          <p:attrName>style.visibility</p:attrName>
                                        </p:attrNameLst>
                                      </p:cBhvr>
                                      <p:to>
                                        <p:strVal val="visible"/>
                                      </p:to>
                                    </p:set>
                                    <p:animEffect transition="in" filter="fade">
                                      <p:cBhvr>
                                        <p:cTn id="60" dur="500"/>
                                        <p:tgtEl>
                                          <p:spTgt spid="48"/>
                                        </p:tgtEl>
                                      </p:cBhvr>
                                    </p:animEffect>
                                  </p:childTnLst>
                                </p:cTn>
                              </p:par>
                            </p:childTnLst>
                          </p:cTn>
                        </p:par>
                        <p:par>
                          <p:cTn id="61" fill="hold">
                            <p:stCondLst>
                              <p:cond delay="6750"/>
                            </p:stCondLst>
                            <p:childTnLst>
                              <p:par>
                                <p:cTn id="62" presetID="21" presetClass="entr" presetSubtype="1" fill="hold" grpId="0" nodeType="after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wheel(1)">
                                      <p:cBhvr>
                                        <p:cTn id="64" dur="1000"/>
                                        <p:tgtEl>
                                          <p:spTgt spid="49"/>
                                        </p:tgtEl>
                                      </p:cBhvr>
                                    </p:animEffect>
                                  </p:childTnLst>
                                </p:cTn>
                              </p:par>
                            </p:childTnLst>
                          </p:cTn>
                        </p:par>
                        <p:par>
                          <p:cTn id="65" fill="hold">
                            <p:stCondLst>
                              <p:cond delay="7750"/>
                            </p:stCondLst>
                            <p:childTnLst>
                              <p:par>
                                <p:cTn id="66" presetID="49" presetClass="entr" presetSubtype="0" decel="100000" fill="hold" grpId="0" nodeType="afterEffect">
                                  <p:stCondLst>
                                    <p:cond delay="0"/>
                                  </p:stCondLst>
                                  <p:childTnLst>
                                    <p:set>
                                      <p:cBhvr>
                                        <p:cTn id="67" dur="1" fill="hold">
                                          <p:stCondLst>
                                            <p:cond delay="0"/>
                                          </p:stCondLst>
                                        </p:cTn>
                                        <p:tgtEl>
                                          <p:spTgt spid="50"/>
                                        </p:tgtEl>
                                        <p:attrNameLst>
                                          <p:attrName>style.visibility</p:attrName>
                                        </p:attrNameLst>
                                      </p:cBhvr>
                                      <p:to>
                                        <p:strVal val="visible"/>
                                      </p:to>
                                    </p:set>
                                    <p:anim calcmode="lin" valueType="num">
                                      <p:cBhvr>
                                        <p:cTn id="68" dur="500" fill="hold"/>
                                        <p:tgtEl>
                                          <p:spTgt spid="50"/>
                                        </p:tgtEl>
                                        <p:attrNameLst>
                                          <p:attrName>ppt_w</p:attrName>
                                        </p:attrNameLst>
                                      </p:cBhvr>
                                      <p:tavLst>
                                        <p:tav tm="0">
                                          <p:val>
                                            <p:fltVal val="0"/>
                                          </p:val>
                                        </p:tav>
                                        <p:tav tm="100000">
                                          <p:val>
                                            <p:strVal val="#ppt_w"/>
                                          </p:val>
                                        </p:tav>
                                      </p:tavLst>
                                    </p:anim>
                                    <p:anim calcmode="lin" valueType="num">
                                      <p:cBhvr>
                                        <p:cTn id="69" dur="500" fill="hold"/>
                                        <p:tgtEl>
                                          <p:spTgt spid="50"/>
                                        </p:tgtEl>
                                        <p:attrNameLst>
                                          <p:attrName>ppt_h</p:attrName>
                                        </p:attrNameLst>
                                      </p:cBhvr>
                                      <p:tavLst>
                                        <p:tav tm="0">
                                          <p:val>
                                            <p:fltVal val="0"/>
                                          </p:val>
                                        </p:tav>
                                        <p:tav tm="100000">
                                          <p:val>
                                            <p:strVal val="#ppt_h"/>
                                          </p:val>
                                        </p:tav>
                                      </p:tavLst>
                                    </p:anim>
                                    <p:anim calcmode="lin" valueType="num">
                                      <p:cBhvr>
                                        <p:cTn id="70" dur="500" fill="hold"/>
                                        <p:tgtEl>
                                          <p:spTgt spid="50"/>
                                        </p:tgtEl>
                                        <p:attrNameLst>
                                          <p:attrName>style.rotation</p:attrName>
                                        </p:attrNameLst>
                                      </p:cBhvr>
                                      <p:tavLst>
                                        <p:tav tm="0">
                                          <p:val>
                                            <p:fltVal val="360"/>
                                          </p:val>
                                        </p:tav>
                                        <p:tav tm="100000">
                                          <p:val>
                                            <p:fltVal val="0"/>
                                          </p:val>
                                        </p:tav>
                                      </p:tavLst>
                                    </p:anim>
                                    <p:animEffect transition="in" filter="fade">
                                      <p:cBhvr>
                                        <p:cTn id="71" dur="500"/>
                                        <p:tgtEl>
                                          <p:spTgt spid="50"/>
                                        </p:tgtEl>
                                      </p:cBhvr>
                                    </p:animEffect>
                                  </p:childTnLst>
                                </p:cTn>
                              </p:par>
                            </p:childTnLst>
                          </p:cTn>
                        </p:par>
                        <p:par>
                          <p:cTn id="72" fill="hold">
                            <p:stCondLst>
                              <p:cond delay="8250"/>
                            </p:stCondLst>
                            <p:childTnLst>
                              <p:par>
                                <p:cTn id="73" presetID="22" presetClass="entr" presetSubtype="8" fill="hold" grpId="0" nodeType="afterEffect">
                                  <p:stCondLst>
                                    <p:cond delay="0"/>
                                  </p:stCondLst>
                                  <p:childTnLst>
                                    <p:set>
                                      <p:cBhvr>
                                        <p:cTn id="74" dur="1" fill="hold">
                                          <p:stCondLst>
                                            <p:cond delay="0"/>
                                          </p:stCondLst>
                                        </p:cTn>
                                        <p:tgtEl>
                                          <p:spTgt spid="80">
                                            <p:txEl>
                                              <p:pRg st="0" end="0"/>
                                            </p:txEl>
                                          </p:spTgt>
                                        </p:tgtEl>
                                        <p:attrNameLst>
                                          <p:attrName>style.visibility</p:attrName>
                                        </p:attrNameLst>
                                      </p:cBhvr>
                                      <p:to>
                                        <p:strVal val="visible"/>
                                      </p:to>
                                    </p:set>
                                    <p:animEffect transition="in" filter="wipe(left)">
                                      <p:cBhvr>
                                        <p:cTn id="75" dur="500"/>
                                        <p:tgtEl>
                                          <p:spTgt spid="80">
                                            <p:txEl>
                                              <p:pRg st="0" end="0"/>
                                            </p:txEl>
                                          </p:spTgt>
                                        </p:tgtEl>
                                      </p:cBhvr>
                                    </p:animEffect>
                                  </p:childTnLst>
                                </p:cTn>
                              </p:par>
                            </p:childTnLst>
                          </p:cTn>
                        </p:par>
                        <p:par>
                          <p:cTn id="76" fill="hold">
                            <p:stCondLst>
                              <p:cond delay="8750"/>
                            </p:stCondLst>
                            <p:childTnLst>
                              <p:par>
                                <p:cTn id="77" presetID="22" presetClass="entr" presetSubtype="2" fill="hold" nodeType="afterEffect">
                                  <p:stCondLst>
                                    <p:cond delay="0"/>
                                  </p:stCondLst>
                                  <p:childTnLst>
                                    <p:set>
                                      <p:cBhvr>
                                        <p:cTn id="78" dur="1" fill="hold">
                                          <p:stCondLst>
                                            <p:cond delay="0"/>
                                          </p:stCondLst>
                                        </p:cTn>
                                        <p:tgtEl>
                                          <p:spTgt spid="57"/>
                                        </p:tgtEl>
                                        <p:attrNameLst>
                                          <p:attrName>style.visibility</p:attrName>
                                        </p:attrNameLst>
                                      </p:cBhvr>
                                      <p:to>
                                        <p:strVal val="visible"/>
                                      </p:to>
                                    </p:set>
                                    <p:animEffect transition="in" filter="wipe(right)">
                                      <p:cBhvr>
                                        <p:cTn id="79" dur="500"/>
                                        <p:tgtEl>
                                          <p:spTgt spid="5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1"/>
                                        </p:tgtEl>
                                        <p:attrNameLst>
                                          <p:attrName>style.visibility</p:attrName>
                                        </p:attrNameLst>
                                      </p:cBhvr>
                                      <p:to>
                                        <p:strVal val="visible"/>
                                      </p:to>
                                    </p:set>
                                    <p:animEffect transition="in" filter="fade">
                                      <p:cBhvr>
                                        <p:cTn id="82" dur="500"/>
                                        <p:tgtEl>
                                          <p:spTgt spid="51"/>
                                        </p:tgtEl>
                                      </p:cBhvr>
                                    </p:animEffect>
                                  </p:childTnLst>
                                </p:cTn>
                              </p:par>
                            </p:childTnLst>
                          </p:cTn>
                        </p:par>
                        <p:par>
                          <p:cTn id="83" fill="hold">
                            <p:stCondLst>
                              <p:cond delay="9250"/>
                            </p:stCondLst>
                            <p:childTnLst>
                              <p:par>
                                <p:cTn id="84" presetID="21" presetClass="entr" presetSubtype="1" fill="hold" grpId="0" nodeType="afterEffect">
                                  <p:stCondLst>
                                    <p:cond delay="0"/>
                                  </p:stCondLst>
                                  <p:childTnLst>
                                    <p:set>
                                      <p:cBhvr>
                                        <p:cTn id="85" dur="1" fill="hold">
                                          <p:stCondLst>
                                            <p:cond delay="0"/>
                                          </p:stCondLst>
                                        </p:cTn>
                                        <p:tgtEl>
                                          <p:spTgt spid="52"/>
                                        </p:tgtEl>
                                        <p:attrNameLst>
                                          <p:attrName>style.visibility</p:attrName>
                                        </p:attrNameLst>
                                      </p:cBhvr>
                                      <p:to>
                                        <p:strVal val="visible"/>
                                      </p:to>
                                    </p:set>
                                    <p:animEffect transition="in" filter="wheel(1)">
                                      <p:cBhvr>
                                        <p:cTn id="86" dur="1000"/>
                                        <p:tgtEl>
                                          <p:spTgt spid="52"/>
                                        </p:tgtEl>
                                      </p:cBhvr>
                                    </p:animEffect>
                                  </p:childTnLst>
                                </p:cTn>
                              </p:par>
                            </p:childTnLst>
                          </p:cTn>
                        </p:par>
                        <p:par>
                          <p:cTn id="87" fill="hold">
                            <p:stCondLst>
                              <p:cond delay="10250"/>
                            </p:stCondLst>
                            <p:childTnLst>
                              <p:par>
                                <p:cTn id="88" presetID="49" presetClass="entr" presetSubtype="0" decel="100000" fill="hold" grpId="0" nodeType="afterEffect">
                                  <p:stCondLst>
                                    <p:cond delay="0"/>
                                  </p:stCondLst>
                                  <p:childTnLst>
                                    <p:set>
                                      <p:cBhvr>
                                        <p:cTn id="89" dur="1" fill="hold">
                                          <p:stCondLst>
                                            <p:cond delay="0"/>
                                          </p:stCondLst>
                                        </p:cTn>
                                        <p:tgtEl>
                                          <p:spTgt spid="53"/>
                                        </p:tgtEl>
                                        <p:attrNameLst>
                                          <p:attrName>style.visibility</p:attrName>
                                        </p:attrNameLst>
                                      </p:cBhvr>
                                      <p:to>
                                        <p:strVal val="visible"/>
                                      </p:to>
                                    </p:set>
                                    <p:anim calcmode="lin" valueType="num">
                                      <p:cBhvr>
                                        <p:cTn id="90" dur="500" fill="hold"/>
                                        <p:tgtEl>
                                          <p:spTgt spid="53"/>
                                        </p:tgtEl>
                                        <p:attrNameLst>
                                          <p:attrName>ppt_w</p:attrName>
                                        </p:attrNameLst>
                                      </p:cBhvr>
                                      <p:tavLst>
                                        <p:tav tm="0">
                                          <p:val>
                                            <p:fltVal val="0"/>
                                          </p:val>
                                        </p:tav>
                                        <p:tav tm="100000">
                                          <p:val>
                                            <p:strVal val="#ppt_w"/>
                                          </p:val>
                                        </p:tav>
                                      </p:tavLst>
                                    </p:anim>
                                    <p:anim calcmode="lin" valueType="num">
                                      <p:cBhvr>
                                        <p:cTn id="91" dur="500" fill="hold"/>
                                        <p:tgtEl>
                                          <p:spTgt spid="53"/>
                                        </p:tgtEl>
                                        <p:attrNameLst>
                                          <p:attrName>ppt_h</p:attrName>
                                        </p:attrNameLst>
                                      </p:cBhvr>
                                      <p:tavLst>
                                        <p:tav tm="0">
                                          <p:val>
                                            <p:fltVal val="0"/>
                                          </p:val>
                                        </p:tav>
                                        <p:tav tm="100000">
                                          <p:val>
                                            <p:strVal val="#ppt_h"/>
                                          </p:val>
                                        </p:tav>
                                      </p:tavLst>
                                    </p:anim>
                                    <p:anim calcmode="lin" valueType="num">
                                      <p:cBhvr>
                                        <p:cTn id="92" dur="500" fill="hold"/>
                                        <p:tgtEl>
                                          <p:spTgt spid="53"/>
                                        </p:tgtEl>
                                        <p:attrNameLst>
                                          <p:attrName>style.rotation</p:attrName>
                                        </p:attrNameLst>
                                      </p:cBhvr>
                                      <p:tavLst>
                                        <p:tav tm="0">
                                          <p:val>
                                            <p:fltVal val="360"/>
                                          </p:val>
                                        </p:tav>
                                        <p:tav tm="100000">
                                          <p:val>
                                            <p:fltVal val="0"/>
                                          </p:val>
                                        </p:tav>
                                      </p:tavLst>
                                    </p:anim>
                                    <p:animEffect transition="in" filter="fade">
                                      <p:cBhvr>
                                        <p:cTn id="93" dur="500"/>
                                        <p:tgtEl>
                                          <p:spTgt spid="53"/>
                                        </p:tgtEl>
                                      </p:cBhvr>
                                    </p:animEffect>
                                  </p:childTnLst>
                                </p:cTn>
                              </p:par>
                            </p:childTnLst>
                          </p:cTn>
                        </p:par>
                        <p:par>
                          <p:cTn id="94" fill="hold">
                            <p:stCondLst>
                              <p:cond delay="10750"/>
                            </p:stCondLst>
                            <p:childTnLst>
                              <p:par>
                                <p:cTn id="95" presetID="22" presetClass="entr" presetSubtype="8" fill="hold" grpId="0" nodeType="afterEffect">
                                  <p:stCondLst>
                                    <p:cond delay="0"/>
                                  </p:stCondLst>
                                  <p:childTnLst>
                                    <p:set>
                                      <p:cBhvr>
                                        <p:cTn id="96" dur="1" fill="hold">
                                          <p:stCondLst>
                                            <p:cond delay="0"/>
                                          </p:stCondLst>
                                        </p:cTn>
                                        <p:tgtEl>
                                          <p:spTgt spid="79">
                                            <p:txEl>
                                              <p:pRg st="0" end="0"/>
                                            </p:txEl>
                                          </p:spTgt>
                                        </p:tgtEl>
                                        <p:attrNameLst>
                                          <p:attrName>style.visibility</p:attrName>
                                        </p:attrNameLst>
                                      </p:cBhvr>
                                      <p:to>
                                        <p:strVal val="visible"/>
                                      </p:to>
                                    </p:set>
                                    <p:animEffect transition="in" filter="wipe(left)">
                                      <p:cBhvr>
                                        <p:cTn id="97" dur="500"/>
                                        <p:tgtEl>
                                          <p:spTgt spid="79">
                                            <p:txEl>
                                              <p:pRg st="0" end="0"/>
                                            </p:txEl>
                                          </p:spTgt>
                                        </p:tgtEl>
                                      </p:cBhvr>
                                    </p:animEffect>
                                  </p:childTnLst>
                                </p:cTn>
                              </p:par>
                            </p:childTnLst>
                          </p:cTn>
                        </p:par>
                        <p:par>
                          <p:cTn id="98" fill="hold">
                            <p:stCondLst>
                              <p:cond delay="11250"/>
                            </p:stCondLst>
                            <p:childTnLst>
                              <p:par>
                                <p:cTn id="99" presetID="22" presetClass="entr" presetSubtype="4" fill="hold" nodeType="afterEffect">
                                  <p:stCondLst>
                                    <p:cond delay="0"/>
                                  </p:stCondLst>
                                  <p:childTnLst>
                                    <p:set>
                                      <p:cBhvr>
                                        <p:cTn id="100" dur="1" fill="hold">
                                          <p:stCondLst>
                                            <p:cond delay="0"/>
                                          </p:stCondLst>
                                        </p:cTn>
                                        <p:tgtEl>
                                          <p:spTgt spid="60"/>
                                        </p:tgtEl>
                                        <p:attrNameLst>
                                          <p:attrName>style.visibility</p:attrName>
                                        </p:attrNameLst>
                                      </p:cBhvr>
                                      <p:to>
                                        <p:strVal val="visible"/>
                                      </p:to>
                                    </p:set>
                                    <p:animEffect transition="in" filter="wipe(down)">
                                      <p:cBhvr>
                                        <p:cTn id="101" dur="500"/>
                                        <p:tgtEl>
                                          <p:spTgt spid="6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22"/>
                                        </p:tgtEl>
                                        <p:attrNameLst>
                                          <p:attrName>style.visibility</p:attrName>
                                        </p:attrNameLst>
                                      </p:cBhvr>
                                      <p:to>
                                        <p:strVal val="visible"/>
                                      </p:to>
                                    </p:set>
                                    <p:animEffect transition="in" filter="fade">
                                      <p:cBhvr>
                                        <p:cTn id="104" dur="500"/>
                                        <p:tgtEl>
                                          <p:spTgt spid="22"/>
                                        </p:tgtEl>
                                      </p:cBhvr>
                                    </p:animEffect>
                                  </p:childTnLst>
                                </p:cTn>
                              </p:par>
                              <p:par>
                                <p:cTn id="105" presetID="21" presetClass="entr" presetSubtype="1" fill="hold" grpId="0" nodeType="withEffect">
                                  <p:stCondLst>
                                    <p:cond delay="0"/>
                                  </p:stCondLst>
                                  <p:childTnLst>
                                    <p:set>
                                      <p:cBhvr>
                                        <p:cTn id="106" dur="1" fill="hold">
                                          <p:stCondLst>
                                            <p:cond delay="0"/>
                                          </p:stCondLst>
                                        </p:cTn>
                                        <p:tgtEl>
                                          <p:spTgt spid="23"/>
                                        </p:tgtEl>
                                        <p:attrNameLst>
                                          <p:attrName>style.visibility</p:attrName>
                                        </p:attrNameLst>
                                      </p:cBhvr>
                                      <p:to>
                                        <p:strVal val="visible"/>
                                      </p:to>
                                    </p:set>
                                    <p:animEffect transition="in" filter="wheel(1)">
                                      <p:cBhvr>
                                        <p:cTn id="107" dur="1000"/>
                                        <p:tgtEl>
                                          <p:spTgt spid="23"/>
                                        </p:tgtEl>
                                      </p:cBhvr>
                                    </p:animEffect>
                                  </p:childTnLst>
                                </p:cTn>
                              </p:par>
                              <p:par>
                                <p:cTn id="108" presetID="49" presetClass="entr" presetSubtype="0" decel="100000" fill="hold" grpId="0" nodeType="withEffect">
                                  <p:stCondLst>
                                    <p:cond delay="0"/>
                                  </p:stCondLst>
                                  <p:childTnLst>
                                    <p:set>
                                      <p:cBhvr>
                                        <p:cTn id="109" dur="1" fill="hold">
                                          <p:stCondLst>
                                            <p:cond delay="0"/>
                                          </p:stCondLst>
                                        </p:cTn>
                                        <p:tgtEl>
                                          <p:spTgt spid="24"/>
                                        </p:tgtEl>
                                        <p:attrNameLst>
                                          <p:attrName>style.visibility</p:attrName>
                                        </p:attrNameLst>
                                      </p:cBhvr>
                                      <p:to>
                                        <p:strVal val="visible"/>
                                      </p:to>
                                    </p:set>
                                    <p:anim calcmode="lin" valueType="num">
                                      <p:cBhvr>
                                        <p:cTn id="110" dur="500" fill="hold"/>
                                        <p:tgtEl>
                                          <p:spTgt spid="24"/>
                                        </p:tgtEl>
                                        <p:attrNameLst>
                                          <p:attrName>ppt_w</p:attrName>
                                        </p:attrNameLst>
                                      </p:cBhvr>
                                      <p:tavLst>
                                        <p:tav tm="0">
                                          <p:val>
                                            <p:fltVal val="0"/>
                                          </p:val>
                                        </p:tav>
                                        <p:tav tm="100000">
                                          <p:val>
                                            <p:strVal val="#ppt_w"/>
                                          </p:val>
                                        </p:tav>
                                      </p:tavLst>
                                    </p:anim>
                                    <p:anim calcmode="lin" valueType="num">
                                      <p:cBhvr>
                                        <p:cTn id="111" dur="500" fill="hold"/>
                                        <p:tgtEl>
                                          <p:spTgt spid="24"/>
                                        </p:tgtEl>
                                        <p:attrNameLst>
                                          <p:attrName>ppt_h</p:attrName>
                                        </p:attrNameLst>
                                      </p:cBhvr>
                                      <p:tavLst>
                                        <p:tav tm="0">
                                          <p:val>
                                            <p:fltVal val="0"/>
                                          </p:val>
                                        </p:tav>
                                        <p:tav tm="100000">
                                          <p:val>
                                            <p:strVal val="#ppt_h"/>
                                          </p:val>
                                        </p:tav>
                                      </p:tavLst>
                                    </p:anim>
                                    <p:anim calcmode="lin" valueType="num">
                                      <p:cBhvr>
                                        <p:cTn id="112" dur="500" fill="hold"/>
                                        <p:tgtEl>
                                          <p:spTgt spid="24"/>
                                        </p:tgtEl>
                                        <p:attrNameLst>
                                          <p:attrName>style.rotation</p:attrName>
                                        </p:attrNameLst>
                                      </p:cBhvr>
                                      <p:tavLst>
                                        <p:tav tm="0">
                                          <p:val>
                                            <p:fltVal val="360"/>
                                          </p:val>
                                        </p:tav>
                                        <p:tav tm="100000">
                                          <p:val>
                                            <p:fltVal val="0"/>
                                          </p:val>
                                        </p:tav>
                                      </p:tavLst>
                                    </p:anim>
                                    <p:animEffect transition="in" filter="fade">
                                      <p:cBhvr>
                                        <p:cTn id="113" dur="500"/>
                                        <p:tgtEl>
                                          <p:spTgt spid="24"/>
                                        </p:tgtEl>
                                      </p:cBhvr>
                                    </p:animEffect>
                                  </p:childTnLst>
                                </p:cTn>
                              </p:par>
                              <p:par>
                                <p:cTn id="114" presetID="22" presetClass="entr" presetSubtype="8" fill="hold" grpId="0" nodeType="withEffect">
                                  <p:stCondLst>
                                    <p:cond delay="0"/>
                                  </p:stCondLst>
                                  <p:childTnLst>
                                    <p:set>
                                      <p:cBhvr>
                                        <p:cTn id="115" dur="1" fill="hold">
                                          <p:stCondLst>
                                            <p:cond delay="0"/>
                                          </p:stCondLst>
                                        </p:cTn>
                                        <p:tgtEl>
                                          <p:spTgt spid="71">
                                            <p:txEl>
                                              <p:pRg st="0" end="0"/>
                                            </p:txEl>
                                          </p:spTgt>
                                        </p:tgtEl>
                                        <p:attrNameLst>
                                          <p:attrName>style.visibility</p:attrName>
                                        </p:attrNameLst>
                                      </p:cBhvr>
                                      <p:to>
                                        <p:strVal val="visible"/>
                                      </p:to>
                                    </p:set>
                                    <p:animEffect transition="in" filter="wipe(left)">
                                      <p:cBhvr>
                                        <p:cTn id="116" dur="500"/>
                                        <p:tgtEl>
                                          <p:spTgt spid="71">
                                            <p:txEl>
                                              <p:pRg st="0" end="0"/>
                                            </p:txEl>
                                          </p:spTgt>
                                        </p:tgtEl>
                                      </p:cBhvr>
                                    </p:animEffect>
                                  </p:childTnLst>
                                </p:cTn>
                              </p:par>
                            </p:childTnLst>
                          </p:cTn>
                        </p:par>
                        <p:par>
                          <p:cTn id="117" fill="hold">
                            <p:stCondLst>
                              <p:cond delay="12250"/>
                            </p:stCondLst>
                            <p:childTnLst>
                              <p:par>
                                <p:cTn id="118" presetID="22" presetClass="entr" presetSubtype="8" fill="hold" nodeType="afterEffect">
                                  <p:stCondLst>
                                    <p:cond delay="0"/>
                                  </p:stCondLst>
                                  <p:childTnLst>
                                    <p:set>
                                      <p:cBhvr>
                                        <p:cTn id="119" dur="1" fill="hold">
                                          <p:stCondLst>
                                            <p:cond delay="0"/>
                                          </p:stCondLst>
                                        </p:cTn>
                                        <p:tgtEl>
                                          <p:spTgt spid="64"/>
                                        </p:tgtEl>
                                        <p:attrNameLst>
                                          <p:attrName>style.visibility</p:attrName>
                                        </p:attrNameLst>
                                      </p:cBhvr>
                                      <p:to>
                                        <p:strVal val="visible"/>
                                      </p:to>
                                    </p:set>
                                    <p:animEffect transition="in" filter="wipe(left)">
                                      <p:cBhvr>
                                        <p:cTn id="120" dur="500"/>
                                        <p:tgtEl>
                                          <p:spTgt spid="64"/>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25"/>
                                        </p:tgtEl>
                                        <p:attrNameLst>
                                          <p:attrName>style.visibility</p:attrName>
                                        </p:attrNameLst>
                                      </p:cBhvr>
                                      <p:to>
                                        <p:strVal val="visible"/>
                                      </p:to>
                                    </p:set>
                                    <p:animEffect transition="in" filter="fade">
                                      <p:cBhvr>
                                        <p:cTn id="123" dur="500"/>
                                        <p:tgtEl>
                                          <p:spTgt spid="25"/>
                                        </p:tgtEl>
                                      </p:cBhvr>
                                    </p:animEffect>
                                  </p:childTnLst>
                                </p:cTn>
                              </p:par>
                              <p:par>
                                <p:cTn id="124" presetID="21" presetClass="entr" presetSubtype="1" fill="hold" grpId="0" nodeType="withEffect">
                                  <p:stCondLst>
                                    <p:cond delay="0"/>
                                  </p:stCondLst>
                                  <p:childTnLst>
                                    <p:set>
                                      <p:cBhvr>
                                        <p:cTn id="125" dur="1" fill="hold">
                                          <p:stCondLst>
                                            <p:cond delay="0"/>
                                          </p:stCondLst>
                                        </p:cTn>
                                        <p:tgtEl>
                                          <p:spTgt spid="26"/>
                                        </p:tgtEl>
                                        <p:attrNameLst>
                                          <p:attrName>style.visibility</p:attrName>
                                        </p:attrNameLst>
                                      </p:cBhvr>
                                      <p:to>
                                        <p:strVal val="visible"/>
                                      </p:to>
                                    </p:set>
                                    <p:animEffect transition="in" filter="wheel(1)">
                                      <p:cBhvr>
                                        <p:cTn id="126" dur="1000"/>
                                        <p:tgtEl>
                                          <p:spTgt spid="26"/>
                                        </p:tgtEl>
                                      </p:cBhvr>
                                    </p:animEffect>
                                  </p:childTnLst>
                                </p:cTn>
                              </p:par>
                              <p:par>
                                <p:cTn id="127" presetID="49" presetClass="entr" presetSubtype="0" decel="100000" fill="hold" grpId="0" nodeType="withEffect">
                                  <p:stCondLst>
                                    <p:cond delay="0"/>
                                  </p:stCondLst>
                                  <p:childTnLst>
                                    <p:set>
                                      <p:cBhvr>
                                        <p:cTn id="128" dur="1" fill="hold">
                                          <p:stCondLst>
                                            <p:cond delay="0"/>
                                          </p:stCondLst>
                                        </p:cTn>
                                        <p:tgtEl>
                                          <p:spTgt spid="27"/>
                                        </p:tgtEl>
                                        <p:attrNameLst>
                                          <p:attrName>style.visibility</p:attrName>
                                        </p:attrNameLst>
                                      </p:cBhvr>
                                      <p:to>
                                        <p:strVal val="visible"/>
                                      </p:to>
                                    </p:set>
                                    <p:anim calcmode="lin" valueType="num">
                                      <p:cBhvr>
                                        <p:cTn id="129" dur="500" fill="hold"/>
                                        <p:tgtEl>
                                          <p:spTgt spid="27"/>
                                        </p:tgtEl>
                                        <p:attrNameLst>
                                          <p:attrName>ppt_w</p:attrName>
                                        </p:attrNameLst>
                                      </p:cBhvr>
                                      <p:tavLst>
                                        <p:tav tm="0">
                                          <p:val>
                                            <p:fltVal val="0"/>
                                          </p:val>
                                        </p:tav>
                                        <p:tav tm="100000">
                                          <p:val>
                                            <p:strVal val="#ppt_w"/>
                                          </p:val>
                                        </p:tav>
                                      </p:tavLst>
                                    </p:anim>
                                    <p:anim calcmode="lin" valueType="num">
                                      <p:cBhvr>
                                        <p:cTn id="130" dur="500" fill="hold"/>
                                        <p:tgtEl>
                                          <p:spTgt spid="27"/>
                                        </p:tgtEl>
                                        <p:attrNameLst>
                                          <p:attrName>ppt_h</p:attrName>
                                        </p:attrNameLst>
                                      </p:cBhvr>
                                      <p:tavLst>
                                        <p:tav tm="0">
                                          <p:val>
                                            <p:fltVal val="0"/>
                                          </p:val>
                                        </p:tav>
                                        <p:tav tm="100000">
                                          <p:val>
                                            <p:strVal val="#ppt_h"/>
                                          </p:val>
                                        </p:tav>
                                      </p:tavLst>
                                    </p:anim>
                                    <p:anim calcmode="lin" valueType="num">
                                      <p:cBhvr>
                                        <p:cTn id="131" dur="500" fill="hold"/>
                                        <p:tgtEl>
                                          <p:spTgt spid="27"/>
                                        </p:tgtEl>
                                        <p:attrNameLst>
                                          <p:attrName>style.rotation</p:attrName>
                                        </p:attrNameLst>
                                      </p:cBhvr>
                                      <p:tavLst>
                                        <p:tav tm="0">
                                          <p:val>
                                            <p:fltVal val="360"/>
                                          </p:val>
                                        </p:tav>
                                        <p:tav tm="100000">
                                          <p:val>
                                            <p:fltVal val="0"/>
                                          </p:val>
                                        </p:tav>
                                      </p:tavLst>
                                    </p:anim>
                                    <p:animEffect transition="in" filter="fade">
                                      <p:cBhvr>
                                        <p:cTn id="132" dur="500"/>
                                        <p:tgtEl>
                                          <p:spTgt spid="27"/>
                                        </p:tgtEl>
                                      </p:cBhvr>
                                    </p:animEffect>
                                  </p:childTnLst>
                                </p:cTn>
                              </p:par>
                              <p:par>
                                <p:cTn id="133" presetID="22" presetClass="entr" presetSubtype="8" fill="hold" grpId="0" nodeType="withEffect">
                                  <p:stCondLst>
                                    <p:cond delay="0"/>
                                  </p:stCondLst>
                                  <p:childTnLst>
                                    <p:set>
                                      <p:cBhvr>
                                        <p:cTn id="134" dur="1" fill="hold">
                                          <p:stCondLst>
                                            <p:cond delay="0"/>
                                          </p:stCondLst>
                                        </p:cTn>
                                        <p:tgtEl>
                                          <p:spTgt spid="75">
                                            <p:txEl>
                                              <p:pRg st="0" end="0"/>
                                            </p:txEl>
                                          </p:spTgt>
                                        </p:tgtEl>
                                        <p:attrNameLst>
                                          <p:attrName>style.visibility</p:attrName>
                                        </p:attrNameLst>
                                      </p:cBhvr>
                                      <p:to>
                                        <p:strVal val="visible"/>
                                      </p:to>
                                    </p:set>
                                    <p:animEffect transition="in" filter="wipe(left)">
                                      <p:cBhvr>
                                        <p:cTn id="135" dur="500"/>
                                        <p:tgtEl>
                                          <p:spTgt spid="75">
                                            <p:txEl>
                                              <p:pRg st="0" end="0"/>
                                            </p:txEl>
                                          </p:spTgt>
                                        </p:tgtEl>
                                      </p:cBhvr>
                                    </p:animEffect>
                                  </p:childTnLst>
                                </p:cTn>
                              </p:par>
                            </p:childTnLst>
                          </p:cTn>
                        </p:par>
                        <p:par>
                          <p:cTn id="136" fill="hold">
                            <p:stCondLst>
                              <p:cond delay="13250"/>
                            </p:stCondLst>
                            <p:childTnLst>
                              <p:par>
                                <p:cTn id="137" presetID="22" presetClass="entr" presetSubtype="8" fill="hold" nodeType="afterEffect">
                                  <p:stCondLst>
                                    <p:cond delay="0"/>
                                  </p:stCondLst>
                                  <p:childTnLst>
                                    <p:set>
                                      <p:cBhvr>
                                        <p:cTn id="138" dur="1" fill="hold">
                                          <p:stCondLst>
                                            <p:cond delay="0"/>
                                          </p:stCondLst>
                                        </p:cTn>
                                        <p:tgtEl>
                                          <p:spTgt spid="67"/>
                                        </p:tgtEl>
                                        <p:attrNameLst>
                                          <p:attrName>style.visibility</p:attrName>
                                        </p:attrNameLst>
                                      </p:cBhvr>
                                      <p:to>
                                        <p:strVal val="visible"/>
                                      </p:to>
                                    </p:set>
                                    <p:animEffect transition="in" filter="wipe(left)">
                                      <p:cBhvr>
                                        <p:cTn id="139" dur="500"/>
                                        <p:tgtEl>
                                          <p:spTgt spid="67"/>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28"/>
                                        </p:tgtEl>
                                        <p:attrNameLst>
                                          <p:attrName>style.visibility</p:attrName>
                                        </p:attrNameLst>
                                      </p:cBhvr>
                                      <p:to>
                                        <p:strVal val="visible"/>
                                      </p:to>
                                    </p:set>
                                    <p:animEffect transition="in" filter="fade">
                                      <p:cBhvr>
                                        <p:cTn id="142" dur="500"/>
                                        <p:tgtEl>
                                          <p:spTgt spid="28"/>
                                        </p:tgtEl>
                                      </p:cBhvr>
                                    </p:animEffect>
                                  </p:childTnLst>
                                </p:cTn>
                              </p:par>
                              <p:par>
                                <p:cTn id="143" presetID="21" presetClass="entr" presetSubtype="1" fill="hold" grpId="0" nodeType="withEffect">
                                  <p:stCondLst>
                                    <p:cond delay="0"/>
                                  </p:stCondLst>
                                  <p:childTnLst>
                                    <p:set>
                                      <p:cBhvr>
                                        <p:cTn id="144" dur="1" fill="hold">
                                          <p:stCondLst>
                                            <p:cond delay="0"/>
                                          </p:stCondLst>
                                        </p:cTn>
                                        <p:tgtEl>
                                          <p:spTgt spid="29"/>
                                        </p:tgtEl>
                                        <p:attrNameLst>
                                          <p:attrName>style.visibility</p:attrName>
                                        </p:attrNameLst>
                                      </p:cBhvr>
                                      <p:to>
                                        <p:strVal val="visible"/>
                                      </p:to>
                                    </p:set>
                                    <p:animEffect transition="in" filter="wheel(1)">
                                      <p:cBhvr>
                                        <p:cTn id="145" dur="1000"/>
                                        <p:tgtEl>
                                          <p:spTgt spid="29"/>
                                        </p:tgtEl>
                                      </p:cBhvr>
                                    </p:animEffect>
                                  </p:childTnLst>
                                </p:cTn>
                              </p:par>
                              <p:par>
                                <p:cTn id="146" presetID="49" presetClass="entr" presetSubtype="0" decel="100000" fill="hold" grpId="0" nodeType="withEffect">
                                  <p:stCondLst>
                                    <p:cond delay="0"/>
                                  </p:stCondLst>
                                  <p:childTnLst>
                                    <p:set>
                                      <p:cBhvr>
                                        <p:cTn id="147" dur="1" fill="hold">
                                          <p:stCondLst>
                                            <p:cond delay="0"/>
                                          </p:stCondLst>
                                        </p:cTn>
                                        <p:tgtEl>
                                          <p:spTgt spid="30"/>
                                        </p:tgtEl>
                                        <p:attrNameLst>
                                          <p:attrName>style.visibility</p:attrName>
                                        </p:attrNameLst>
                                      </p:cBhvr>
                                      <p:to>
                                        <p:strVal val="visible"/>
                                      </p:to>
                                    </p:set>
                                    <p:anim calcmode="lin" valueType="num">
                                      <p:cBhvr>
                                        <p:cTn id="148" dur="500" fill="hold"/>
                                        <p:tgtEl>
                                          <p:spTgt spid="30"/>
                                        </p:tgtEl>
                                        <p:attrNameLst>
                                          <p:attrName>ppt_w</p:attrName>
                                        </p:attrNameLst>
                                      </p:cBhvr>
                                      <p:tavLst>
                                        <p:tav tm="0">
                                          <p:val>
                                            <p:fltVal val="0"/>
                                          </p:val>
                                        </p:tav>
                                        <p:tav tm="100000">
                                          <p:val>
                                            <p:strVal val="#ppt_w"/>
                                          </p:val>
                                        </p:tav>
                                      </p:tavLst>
                                    </p:anim>
                                    <p:anim calcmode="lin" valueType="num">
                                      <p:cBhvr>
                                        <p:cTn id="149" dur="500" fill="hold"/>
                                        <p:tgtEl>
                                          <p:spTgt spid="30"/>
                                        </p:tgtEl>
                                        <p:attrNameLst>
                                          <p:attrName>ppt_h</p:attrName>
                                        </p:attrNameLst>
                                      </p:cBhvr>
                                      <p:tavLst>
                                        <p:tav tm="0">
                                          <p:val>
                                            <p:fltVal val="0"/>
                                          </p:val>
                                        </p:tav>
                                        <p:tav tm="100000">
                                          <p:val>
                                            <p:strVal val="#ppt_h"/>
                                          </p:val>
                                        </p:tav>
                                      </p:tavLst>
                                    </p:anim>
                                    <p:anim calcmode="lin" valueType="num">
                                      <p:cBhvr>
                                        <p:cTn id="150" dur="500" fill="hold"/>
                                        <p:tgtEl>
                                          <p:spTgt spid="30"/>
                                        </p:tgtEl>
                                        <p:attrNameLst>
                                          <p:attrName>style.rotation</p:attrName>
                                        </p:attrNameLst>
                                      </p:cBhvr>
                                      <p:tavLst>
                                        <p:tav tm="0">
                                          <p:val>
                                            <p:fltVal val="360"/>
                                          </p:val>
                                        </p:tav>
                                        <p:tav tm="100000">
                                          <p:val>
                                            <p:fltVal val="0"/>
                                          </p:val>
                                        </p:tav>
                                      </p:tavLst>
                                    </p:anim>
                                    <p:animEffect transition="in" filter="fade">
                                      <p:cBhvr>
                                        <p:cTn id="151" dur="500"/>
                                        <p:tgtEl>
                                          <p:spTgt spid="30"/>
                                        </p:tgtEl>
                                      </p:cBhvr>
                                    </p:animEffect>
                                  </p:childTnLst>
                                </p:cTn>
                              </p:par>
                              <p:par>
                                <p:cTn id="152" presetID="22" presetClass="entr" presetSubtype="8" fill="hold" grpId="0" nodeType="withEffect">
                                  <p:stCondLst>
                                    <p:cond delay="0"/>
                                  </p:stCondLst>
                                  <p:childTnLst>
                                    <p:set>
                                      <p:cBhvr>
                                        <p:cTn id="153" dur="1" fill="hold">
                                          <p:stCondLst>
                                            <p:cond delay="0"/>
                                          </p:stCondLst>
                                        </p:cTn>
                                        <p:tgtEl>
                                          <p:spTgt spid="73">
                                            <p:txEl>
                                              <p:pRg st="0" end="0"/>
                                            </p:txEl>
                                          </p:spTgt>
                                        </p:tgtEl>
                                        <p:attrNameLst>
                                          <p:attrName>style.visibility</p:attrName>
                                        </p:attrNameLst>
                                      </p:cBhvr>
                                      <p:to>
                                        <p:strVal val="visible"/>
                                      </p:to>
                                    </p:set>
                                    <p:animEffect transition="in" filter="wipe(left)">
                                      <p:cBhvr>
                                        <p:cTn id="154" dur="500"/>
                                        <p:tgtEl>
                                          <p:spTgt spid="73">
                                            <p:txEl>
                                              <p:pRg st="0" end="0"/>
                                            </p:txEl>
                                          </p:spTgt>
                                        </p:tgtEl>
                                      </p:cBhvr>
                                    </p:animEffect>
                                  </p:childTnLst>
                                </p:cTn>
                              </p:par>
                            </p:childTnLst>
                          </p:cTn>
                        </p:par>
                        <p:par>
                          <p:cTn id="155" fill="hold">
                            <p:stCondLst>
                              <p:cond delay="14250"/>
                            </p:stCondLst>
                            <p:childTnLst>
                              <p:par>
                                <p:cTn id="156" presetID="2" presetClass="entr" presetSubtype="4" decel="100000" fill="hold" grpId="0" nodeType="afterEffect">
                                  <p:stCondLst>
                                    <p:cond delay="250"/>
                                  </p:stCondLst>
                                  <p:childTnLst>
                                    <p:set>
                                      <p:cBhvr>
                                        <p:cTn id="157" dur="1" fill="hold">
                                          <p:stCondLst>
                                            <p:cond delay="0"/>
                                          </p:stCondLst>
                                        </p:cTn>
                                        <p:tgtEl>
                                          <p:spTgt spid="83">
                                            <p:txEl>
                                              <p:pRg st="0" end="0"/>
                                            </p:txEl>
                                          </p:spTgt>
                                        </p:tgtEl>
                                        <p:attrNameLst>
                                          <p:attrName>style.visibility</p:attrName>
                                        </p:attrNameLst>
                                      </p:cBhvr>
                                      <p:to>
                                        <p:strVal val="visible"/>
                                      </p:to>
                                    </p:set>
                                    <p:anim calcmode="lin" valueType="num">
                                      <p:cBhvr additive="base">
                                        <p:cTn id="158" dur="500" fill="hold"/>
                                        <p:tgtEl>
                                          <p:spTgt spid="83">
                                            <p:txEl>
                                              <p:pRg st="0" end="0"/>
                                            </p:txEl>
                                          </p:spTgt>
                                        </p:tgtEl>
                                        <p:attrNameLst>
                                          <p:attrName>ppt_x</p:attrName>
                                        </p:attrNameLst>
                                      </p:cBhvr>
                                      <p:tavLst>
                                        <p:tav tm="0">
                                          <p:val>
                                            <p:strVal val="#ppt_x"/>
                                          </p:val>
                                        </p:tav>
                                        <p:tav tm="100000">
                                          <p:val>
                                            <p:strVal val="#ppt_x"/>
                                          </p:val>
                                        </p:tav>
                                      </p:tavLst>
                                    </p:anim>
                                    <p:anim calcmode="lin" valueType="num">
                                      <p:cBhvr additive="base">
                                        <p:cTn id="159" dur="500" fill="hold"/>
                                        <p:tgtEl>
                                          <p:spTgt spid="8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22" grpId="0" animBg="1"/>
      <p:bldP spid="23" grpId="0" animBg="1"/>
      <p:bldP spid="24" grpId="0"/>
      <p:bldP spid="25" grpId="0" animBg="1"/>
      <p:bldP spid="26" grpId="0" animBg="1"/>
      <p:bldP spid="27" grpId="0"/>
      <p:bldP spid="28" grpId="0" animBg="1"/>
      <p:bldP spid="29" grpId="0" animBg="1"/>
      <p:bldP spid="30" grpId="0"/>
      <p:bldP spid="33" grpId="0" animBg="1"/>
      <p:bldP spid="34" grpId="0" animBg="1"/>
      <p:bldP spid="36" grpId="0"/>
      <p:bldP spid="37" grpId="0" animBg="1"/>
      <p:bldP spid="38" grpId="0" animBg="1"/>
      <p:bldP spid="39" grpId="0"/>
      <p:bldP spid="48" grpId="0" animBg="1"/>
      <p:bldP spid="49" grpId="0" animBg="1"/>
      <p:bldP spid="50" grpId="0"/>
      <p:bldP spid="51" grpId="0" animBg="1"/>
      <p:bldP spid="52" grpId="0" animBg="1"/>
      <p:bldP spid="53" grpId="0"/>
      <p:bldP spid="71" grpId="0" build="p">
        <p:tmplLst>
          <p:tmpl lvl="1">
            <p:tnLst>
              <p:par>
                <p:cTn presetID="22" presetClass="entr" presetSubtype="8" fill="hold" nodeType="withEffect">
                  <p:stCondLst>
                    <p:cond delay="0"/>
                  </p:stCondLst>
                  <p:childTnLst>
                    <p:set>
                      <p:cBhvr>
                        <p:cTn dur="1" fill="hold">
                          <p:stCondLst>
                            <p:cond delay="0"/>
                          </p:stCondLst>
                        </p:cTn>
                        <p:tgtEl>
                          <p:spTgt spid="71"/>
                        </p:tgtEl>
                        <p:attrNameLst>
                          <p:attrName>style.visibility</p:attrName>
                        </p:attrNameLst>
                      </p:cBhvr>
                      <p:to>
                        <p:strVal val="visible"/>
                      </p:to>
                    </p:set>
                    <p:animEffect transition="in" filter="wipe(left)">
                      <p:cBhvr>
                        <p:cTn dur="500"/>
                        <p:tgtEl>
                          <p:spTgt spid="71"/>
                        </p:tgtEl>
                      </p:cBhvr>
                    </p:animEffect>
                  </p:childTnLst>
                </p:cTn>
              </p:par>
            </p:tnLst>
          </p:tmpl>
        </p:tmplLst>
      </p:bldP>
      <p:bldP spid="73" grpId="0" build="p">
        <p:tmplLst>
          <p:tmpl lvl="1">
            <p:tnLst>
              <p:par>
                <p:cTn presetID="22" presetClass="entr" presetSubtype="8" fill="hold" nodeType="withEffect">
                  <p:stCondLst>
                    <p:cond delay="0"/>
                  </p:stCondLst>
                  <p:childTnLst>
                    <p:set>
                      <p:cBhvr>
                        <p:cTn dur="1" fill="hold">
                          <p:stCondLst>
                            <p:cond delay="0"/>
                          </p:stCondLst>
                        </p:cTn>
                        <p:tgtEl>
                          <p:spTgt spid="73"/>
                        </p:tgtEl>
                        <p:attrNameLst>
                          <p:attrName>style.visibility</p:attrName>
                        </p:attrNameLst>
                      </p:cBhvr>
                      <p:to>
                        <p:strVal val="visible"/>
                      </p:to>
                    </p:set>
                    <p:animEffect transition="in" filter="wipe(left)">
                      <p:cBhvr>
                        <p:cTn dur="500"/>
                        <p:tgtEl>
                          <p:spTgt spid="73"/>
                        </p:tgtEl>
                      </p:cBhvr>
                    </p:animEffect>
                  </p:childTnLst>
                </p:cTn>
              </p:par>
            </p:tnLst>
          </p:tmpl>
        </p:tmplLst>
      </p:bldP>
      <p:bldP spid="75" grpId="0" build="p">
        <p:tmplLst>
          <p:tmpl lvl="1">
            <p:tnLst>
              <p:par>
                <p:cTn presetID="22" presetClass="entr" presetSubtype="8"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wipe(left)">
                      <p:cBhvr>
                        <p:cTn dur="500"/>
                        <p:tgtEl>
                          <p:spTgt spid="75"/>
                        </p:tgtEl>
                      </p:cBhvr>
                    </p:animEffect>
                  </p:childTnLst>
                </p:cTn>
              </p:par>
            </p:tnLst>
          </p:tmpl>
        </p:tmplLst>
      </p:bldP>
      <p:bldP spid="78" grpId="0" build="p">
        <p:tmplLst>
          <p:tmpl lvl="1">
            <p:tnLst>
              <p:par>
                <p:cTn presetID="23" presetClass="entr" presetSubtype="32" fill="hold" nodeType="afterEffect">
                  <p:stCondLst>
                    <p:cond delay="0"/>
                  </p:stCondLst>
                  <p:childTnLst>
                    <p:set>
                      <p:cBhvr>
                        <p:cTn dur="1" fill="hold">
                          <p:stCondLst>
                            <p:cond delay="0"/>
                          </p:stCondLst>
                        </p:cTn>
                        <p:tgtEl>
                          <p:spTgt spid="78"/>
                        </p:tgtEl>
                        <p:attrNameLst>
                          <p:attrName>style.visibility</p:attrName>
                        </p:attrNameLst>
                      </p:cBhvr>
                      <p:to>
                        <p:strVal val="visible"/>
                      </p:to>
                    </p:set>
                    <p:anim calcmode="lin" valueType="num">
                      <p:cBhvr>
                        <p:cTn dur="500" fill="hold"/>
                        <p:tgtEl>
                          <p:spTgt spid="78"/>
                        </p:tgtEl>
                        <p:attrNameLst>
                          <p:attrName>ppt_w</p:attrName>
                        </p:attrNameLst>
                      </p:cBhvr>
                      <p:tavLst>
                        <p:tav tm="0">
                          <p:val>
                            <p:strVal val="4*#ppt_w"/>
                          </p:val>
                        </p:tav>
                        <p:tav tm="100000">
                          <p:val>
                            <p:strVal val="#ppt_w"/>
                          </p:val>
                        </p:tav>
                      </p:tavLst>
                    </p:anim>
                    <p:anim calcmode="lin" valueType="num">
                      <p:cBhvr>
                        <p:cTn dur="500" fill="hold"/>
                        <p:tgtEl>
                          <p:spTgt spid="78"/>
                        </p:tgtEl>
                        <p:attrNameLst>
                          <p:attrName>ppt_h</p:attrName>
                        </p:attrNameLst>
                      </p:cBhvr>
                      <p:tavLst>
                        <p:tav tm="0">
                          <p:val>
                            <p:strVal val="4*#ppt_h"/>
                          </p:val>
                        </p:tav>
                        <p:tav tm="100000">
                          <p:val>
                            <p:strVal val="#ppt_h"/>
                          </p:val>
                        </p:tav>
                      </p:tavLst>
                    </p:anim>
                  </p:childTnLst>
                </p:cTn>
              </p:par>
            </p:tnLst>
          </p:tmpl>
        </p:tmplLst>
      </p:bldP>
      <p:bldP spid="79" grpId="0" build="p">
        <p:tmplLst>
          <p:tmpl lvl="1">
            <p:tnLst>
              <p:par>
                <p:cTn presetID="22" presetClass="entr" presetSubtype="8" fill="hold" nodeType="afterEffect">
                  <p:stCondLst>
                    <p:cond delay="0"/>
                  </p:stCondLst>
                  <p:childTnLst>
                    <p:set>
                      <p:cBhvr>
                        <p:cTn dur="1" fill="hold">
                          <p:stCondLst>
                            <p:cond delay="0"/>
                          </p:stCondLst>
                        </p:cTn>
                        <p:tgtEl>
                          <p:spTgt spid="79"/>
                        </p:tgtEl>
                        <p:attrNameLst>
                          <p:attrName>style.visibility</p:attrName>
                        </p:attrNameLst>
                      </p:cBhvr>
                      <p:to>
                        <p:strVal val="visible"/>
                      </p:to>
                    </p:set>
                    <p:animEffect transition="in" filter="wipe(left)">
                      <p:cBhvr>
                        <p:cTn dur="500"/>
                        <p:tgtEl>
                          <p:spTgt spid="79"/>
                        </p:tgtEl>
                      </p:cBhvr>
                    </p:animEffect>
                  </p:childTnLst>
                </p:cTn>
              </p:par>
            </p:tnLst>
          </p:tmpl>
        </p:tmplLst>
      </p:bldP>
      <p:bldP spid="80" grpId="0" build="p">
        <p:tmplLst>
          <p:tmpl lvl="1">
            <p:tnLst>
              <p:par>
                <p:cTn presetID="22" presetClass="entr" presetSubtype="8" fill="hold" nodeType="afterEffect">
                  <p:stCondLst>
                    <p:cond delay="0"/>
                  </p:stCondLst>
                  <p:childTnLst>
                    <p:set>
                      <p:cBhvr>
                        <p:cTn dur="1" fill="hold">
                          <p:stCondLst>
                            <p:cond delay="0"/>
                          </p:stCondLst>
                        </p:cTn>
                        <p:tgtEl>
                          <p:spTgt spid="80"/>
                        </p:tgtEl>
                        <p:attrNameLst>
                          <p:attrName>style.visibility</p:attrName>
                        </p:attrNameLst>
                      </p:cBhvr>
                      <p:to>
                        <p:strVal val="visible"/>
                      </p:to>
                    </p:set>
                    <p:animEffect transition="in" filter="wipe(left)">
                      <p:cBhvr>
                        <p:cTn dur="500"/>
                        <p:tgtEl>
                          <p:spTgt spid="80"/>
                        </p:tgtEl>
                      </p:cBhvr>
                    </p:animEffect>
                  </p:childTnLst>
                </p:cTn>
              </p:par>
            </p:tnLst>
          </p:tmpl>
        </p:tmplLst>
      </p:bldP>
      <p:bldP spid="81" grpId="0" build="p">
        <p:tmplLst>
          <p:tmpl lvl="1">
            <p:tnLst>
              <p:par>
                <p:cTn presetID="22" presetClass="entr" presetSubtype="8" fill="hold" nodeType="after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wipe(left)">
                      <p:cBhvr>
                        <p:cTn dur="500"/>
                        <p:tgtEl>
                          <p:spTgt spid="81"/>
                        </p:tgtEl>
                      </p:cBhvr>
                    </p:animEffect>
                  </p:childTnLst>
                </p:cTn>
              </p:par>
            </p:tnLst>
          </p:tmpl>
        </p:tmplLst>
      </p:bldP>
      <p:bldP spid="82" grpId="0" build="p">
        <p:tmplLst>
          <p:tmpl lvl="1">
            <p:tnLst>
              <p:par>
                <p:cTn presetID="22" presetClass="entr" presetSubtype="8" fill="hold" nodeType="afterEffect">
                  <p:stCondLst>
                    <p:cond delay="0"/>
                  </p:stCondLst>
                  <p:childTnLst>
                    <p:set>
                      <p:cBhvr>
                        <p:cTn dur="1" fill="hold">
                          <p:stCondLst>
                            <p:cond delay="0"/>
                          </p:stCondLst>
                        </p:cTn>
                        <p:tgtEl>
                          <p:spTgt spid="82"/>
                        </p:tgtEl>
                        <p:attrNameLst>
                          <p:attrName>style.visibility</p:attrName>
                        </p:attrNameLst>
                      </p:cBhvr>
                      <p:to>
                        <p:strVal val="visible"/>
                      </p:to>
                    </p:set>
                    <p:animEffect transition="in" filter="wipe(left)">
                      <p:cBhvr>
                        <p:cTn dur="500"/>
                        <p:tgtEl>
                          <p:spTgt spid="82"/>
                        </p:tgtEl>
                      </p:cBhvr>
                    </p:animEffect>
                  </p:childTnLst>
                </p:cTn>
              </p:par>
            </p:tnLst>
          </p:tmpl>
        </p:tmplLst>
      </p:bldP>
      <p:bldP spid="83" grpId="0" build="p">
        <p:tmplLst>
          <p:tmpl lvl="1">
            <p:tnLst>
              <p:par>
                <p:cTn presetID="2" presetClass="entr" presetSubtype="4" decel="100000" fill="hold" nodeType="afterEffect">
                  <p:stCondLst>
                    <p:cond delay="250"/>
                  </p:stCondLst>
                  <p:childTnLst>
                    <p:set>
                      <p:cBhvr>
                        <p:cTn dur="1" fill="hold">
                          <p:stCondLst>
                            <p:cond delay="0"/>
                          </p:stCondLst>
                        </p:cTn>
                        <p:tgtEl>
                          <p:spTgt spid="83"/>
                        </p:tgtEl>
                        <p:attrNameLst>
                          <p:attrName>style.visibility</p:attrName>
                        </p:attrNameLst>
                      </p:cBhvr>
                      <p:to>
                        <p:strVal val="visible"/>
                      </p:to>
                    </p:set>
                    <p:anim calcmode="lin" valueType="num">
                      <p:cBhvr additive="base">
                        <p:cTn dur="500" fill="hold"/>
                        <p:tgtEl>
                          <p:spTgt spid="83"/>
                        </p:tgtEl>
                        <p:attrNameLst>
                          <p:attrName>ppt_x</p:attrName>
                        </p:attrNameLst>
                      </p:cBhvr>
                      <p:tavLst>
                        <p:tav tm="0">
                          <p:val>
                            <p:strVal val="#ppt_x"/>
                          </p:val>
                        </p:tav>
                        <p:tav tm="100000">
                          <p:val>
                            <p:strVal val="#ppt_x"/>
                          </p:val>
                        </p:tav>
                      </p:tavLst>
                    </p:anim>
                    <p:anim calcmode="lin" valueType="num">
                      <p:cBhvr additive="base">
                        <p:cTn dur="500" fill="hold"/>
                        <p:tgtEl>
                          <p:spTgt spid="8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ight">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 name="円/楕円 5"/>
          <p:cNvSpPr/>
          <p:nvPr userDrawn="1"/>
        </p:nvSpPr>
        <p:spPr>
          <a:xfrm>
            <a:off x="7403930" y="3547081"/>
            <a:ext cx="3432516" cy="3685003"/>
          </a:xfrm>
          <a:custGeom>
            <a:avLst/>
            <a:gdLst/>
            <a:ahLst/>
            <a:cxnLst/>
            <a:rect l="l" t="t" r="r" b="b"/>
            <a:pathLst>
              <a:path w="3432516" h="3685003">
                <a:moveTo>
                  <a:pt x="1716258" y="0"/>
                </a:moveTo>
                <a:cubicBezTo>
                  <a:pt x="2664121" y="0"/>
                  <a:pt x="3432516" y="768395"/>
                  <a:pt x="3432516" y="1716258"/>
                </a:cubicBezTo>
                <a:cubicBezTo>
                  <a:pt x="3432516" y="2398507"/>
                  <a:pt x="3034429" y="2987777"/>
                  <a:pt x="2456986" y="3262631"/>
                </a:cubicBezTo>
                <a:lnTo>
                  <a:pt x="2456986" y="3541067"/>
                </a:lnTo>
                <a:cubicBezTo>
                  <a:pt x="2456986" y="3620561"/>
                  <a:pt x="2392544" y="3685003"/>
                  <a:pt x="2313050" y="3685003"/>
                </a:cubicBezTo>
                <a:lnTo>
                  <a:pt x="1119467" y="3685003"/>
                </a:lnTo>
                <a:cubicBezTo>
                  <a:pt x="1039973" y="3685003"/>
                  <a:pt x="975531" y="3620561"/>
                  <a:pt x="975531" y="3541067"/>
                </a:cubicBezTo>
                <a:lnTo>
                  <a:pt x="975531" y="3262631"/>
                </a:lnTo>
                <a:cubicBezTo>
                  <a:pt x="398088" y="2987778"/>
                  <a:pt x="0" y="2398507"/>
                  <a:pt x="0" y="1716258"/>
                </a:cubicBezTo>
                <a:cubicBezTo>
                  <a:pt x="0" y="768395"/>
                  <a:pt x="768395" y="0"/>
                  <a:pt x="1716258" y="0"/>
                </a:cubicBezTo>
                <a:close/>
              </a:path>
            </a:pathLst>
          </a:custGeom>
          <a:blipFill dpi="0" rotWithShape="1">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0" name="角丸四角形 19"/>
          <p:cNvSpPr/>
          <p:nvPr userDrawn="1"/>
        </p:nvSpPr>
        <p:spPr>
          <a:xfrm>
            <a:off x="8379461" y="7311459"/>
            <a:ext cx="1481455" cy="241300"/>
          </a:xfrm>
          <a:prstGeom prst="roundRect">
            <a:avLst>
              <a:gd name="adj" fmla="val 50000"/>
            </a:avLst>
          </a:pr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1" name="角丸四角形 20"/>
          <p:cNvSpPr/>
          <p:nvPr userDrawn="1"/>
        </p:nvSpPr>
        <p:spPr>
          <a:xfrm>
            <a:off x="8379461" y="7632134"/>
            <a:ext cx="1481455" cy="241300"/>
          </a:xfrm>
          <a:prstGeom prst="roundRect">
            <a:avLst>
              <a:gd name="adj" fmla="val 50000"/>
            </a:avLst>
          </a:pr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円/楕円 7"/>
          <p:cNvSpPr/>
          <p:nvPr userDrawn="1"/>
        </p:nvSpPr>
        <p:spPr>
          <a:xfrm>
            <a:off x="8740832" y="7809934"/>
            <a:ext cx="758714" cy="322215"/>
          </a:xfrm>
          <a:custGeom>
            <a:avLst/>
            <a:gdLst/>
            <a:ahLst/>
            <a:cxnLst/>
            <a:rect l="l" t="t" r="r" b="b"/>
            <a:pathLst>
              <a:path w="758714" h="322215">
                <a:moveTo>
                  <a:pt x="0" y="0"/>
                </a:moveTo>
                <a:lnTo>
                  <a:pt x="758714" y="0"/>
                </a:lnTo>
                <a:cubicBezTo>
                  <a:pt x="729497" y="182913"/>
                  <a:pt x="570695" y="322215"/>
                  <a:pt x="379357" y="322215"/>
                </a:cubicBezTo>
                <a:cubicBezTo>
                  <a:pt x="188019" y="322215"/>
                  <a:pt x="29217" y="182913"/>
                  <a:pt x="0" y="0"/>
                </a:cubicBez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4" name="角丸四角形 23"/>
          <p:cNvSpPr/>
          <p:nvPr userDrawn="1"/>
        </p:nvSpPr>
        <p:spPr>
          <a:xfrm>
            <a:off x="11027411" y="5142689"/>
            <a:ext cx="740727" cy="241300"/>
          </a:xfrm>
          <a:prstGeom prst="roundRect">
            <a:avLst>
              <a:gd name="adj" fmla="val 50000"/>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5" name="角丸四角形 24"/>
          <p:cNvSpPr/>
          <p:nvPr userDrawn="1"/>
        </p:nvSpPr>
        <p:spPr>
          <a:xfrm>
            <a:off x="6483986" y="5142689"/>
            <a:ext cx="740727" cy="241300"/>
          </a:xfrm>
          <a:prstGeom prst="roundRect">
            <a:avLst>
              <a:gd name="adj" fmla="val 50000"/>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6" name="角丸四角形 25"/>
          <p:cNvSpPr/>
          <p:nvPr userDrawn="1"/>
        </p:nvSpPr>
        <p:spPr>
          <a:xfrm rot="5400000">
            <a:off x="8749824" y="2875740"/>
            <a:ext cx="740727" cy="241300"/>
          </a:xfrm>
          <a:prstGeom prst="roundRect">
            <a:avLst>
              <a:gd name="adj" fmla="val 50000"/>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7" name="角丸四角形 26"/>
          <p:cNvSpPr/>
          <p:nvPr userDrawn="1"/>
        </p:nvSpPr>
        <p:spPr>
          <a:xfrm rot="2700000">
            <a:off x="7071838" y="3573970"/>
            <a:ext cx="740727" cy="241300"/>
          </a:xfrm>
          <a:prstGeom prst="roundRect">
            <a:avLst>
              <a:gd name="adj" fmla="val 50000"/>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8" name="角丸四角形 27"/>
          <p:cNvSpPr/>
          <p:nvPr userDrawn="1"/>
        </p:nvSpPr>
        <p:spPr>
          <a:xfrm rot="8100000">
            <a:off x="10447034" y="3573970"/>
            <a:ext cx="740727" cy="241300"/>
          </a:xfrm>
          <a:prstGeom prst="roundRect">
            <a:avLst>
              <a:gd name="adj" fmla="val 50000"/>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9" name="角丸四角形 28"/>
          <p:cNvSpPr/>
          <p:nvPr userDrawn="1"/>
        </p:nvSpPr>
        <p:spPr>
          <a:xfrm rot="2700000">
            <a:off x="10466082" y="6595032"/>
            <a:ext cx="740727" cy="241300"/>
          </a:xfrm>
          <a:prstGeom prst="roundRect">
            <a:avLst>
              <a:gd name="adj" fmla="val 50000"/>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0" name="角丸四角形 29"/>
          <p:cNvSpPr/>
          <p:nvPr userDrawn="1"/>
        </p:nvSpPr>
        <p:spPr>
          <a:xfrm rot="8100000">
            <a:off x="7033566" y="6595032"/>
            <a:ext cx="740727" cy="241300"/>
          </a:xfrm>
          <a:prstGeom prst="roundRect">
            <a:avLst>
              <a:gd name="adj" fmla="val 50000"/>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6" name="テキスト プレースホルダー 5"/>
          <p:cNvSpPr>
            <a:spLocks noGrp="1"/>
          </p:cNvSpPr>
          <p:nvPr>
            <p:ph type="body" sz="quarter" idx="20" hasCustomPrompt="1"/>
          </p:nvPr>
        </p:nvSpPr>
        <p:spPr>
          <a:xfrm>
            <a:off x="12149455" y="3028737"/>
            <a:ext cx="5227161"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7" name="テキスト プレースホルダー 5"/>
          <p:cNvSpPr>
            <a:spLocks noGrp="1"/>
          </p:cNvSpPr>
          <p:nvPr>
            <p:ph type="body" sz="quarter" idx="21" hasCustomPrompt="1"/>
          </p:nvPr>
        </p:nvSpPr>
        <p:spPr>
          <a:xfrm>
            <a:off x="12149455" y="3547080"/>
            <a:ext cx="5227161" cy="2098825"/>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8" name="テキスト プレースホルダー 5"/>
          <p:cNvSpPr>
            <a:spLocks noGrp="1"/>
          </p:cNvSpPr>
          <p:nvPr>
            <p:ph type="body" sz="quarter" idx="22" hasCustomPrompt="1"/>
          </p:nvPr>
        </p:nvSpPr>
        <p:spPr>
          <a:xfrm>
            <a:off x="914559" y="6167883"/>
            <a:ext cx="5199434"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9" name="テキスト プレースホルダー 5"/>
          <p:cNvSpPr>
            <a:spLocks noGrp="1"/>
          </p:cNvSpPr>
          <p:nvPr>
            <p:ph type="body" sz="quarter" idx="23" hasCustomPrompt="1"/>
          </p:nvPr>
        </p:nvSpPr>
        <p:spPr>
          <a:xfrm>
            <a:off x="914559" y="6686226"/>
            <a:ext cx="5199434" cy="1855279"/>
          </a:xfrm>
        </p:spPr>
        <p:txBody>
          <a:bodyPr anchor="t">
            <a:normAutofit/>
          </a:bodyPr>
          <a:lstStyle>
            <a:lvl1pPr algn="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41" name="テキスト プレースホルダー 5"/>
          <p:cNvSpPr>
            <a:spLocks noGrp="1"/>
          </p:cNvSpPr>
          <p:nvPr>
            <p:ph type="body" sz="quarter" idx="24" hasCustomPrompt="1"/>
          </p:nvPr>
        </p:nvSpPr>
        <p:spPr>
          <a:xfrm>
            <a:off x="12149455" y="6171993"/>
            <a:ext cx="5227161"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42" name="テキスト プレースホルダー 5"/>
          <p:cNvSpPr>
            <a:spLocks noGrp="1"/>
          </p:cNvSpPr>
          <p:nvPr>
            <p:ph type="body" sz="quarter" idx="25" hasCustomPrompt="1"/>
          </p:nvPr>
        </p:nvSpPr>
        <p:spPr>
          <a:xfrm>
            <a:off x="12149455" y="6690336"/>
            <a:ext cx="5227161" cy="1952769"/>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43" name="テキスト プレースホルダー 5"/>
          <p:cNvSpPr>
            <a:spLocks noGrp="1"/>
          </p:cNvSpPr>
          <p:nvPr>
            <p:ph type="body" sz="quarter" idx="26" hasCustomPrompt="1"/>
          </p:nvPr>
        </p:nvSpPr>
        <p:spPr>
          <a:xfrm>
            <a:off x="914559" y="3046927"/>
            <a:ext cx="5199434"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44" name="テキスト プレースホルダー 5"/>
          <p:cNvSpPr>
            <a:spLocks noGrp="1"/>
          </p:cNvSpPr>
          <p:nvPr>
            <p:ph type="body" sz="quarter" idx="27" hasCustomPrompt="1"/>
          </p:nvPr>
        </p:nvSpPr>
        <p:spPr>
          <a:xfrm>
            <a:off x="914559" y="3565271"/>
            <a:ext cx="5199434" cy="2080634"/>
          </a:xfrm>
        </p:spPr>
        <p:txBody>
          <a:bodyPr anchor="t">
            <a:normAutofit/>
          </a:bodyPr>
          <a:lstStyle>
            <a:lvl1pPr algn="r">
              <a:lnSpc>
                <a:spcPct val="130000"/>
              </a:lnSpc>
              <a:defRPr sz="2000" baseline="0">
                <a:solidFill>
                  <a:schemeClr val="tx2"/>
                </a:solidFill>
              </a:defRPr>
            </a:lvl1pPr>
          </a:lstStyle>
          <a:p>
            <a:pPr lvl="0"/>
            <a:r>
              <a:rPr kumimoji="1" lang="en-US" altLang="ja-JP" dirty="0"/>
              <a:t>Text Here</a:t>
            </a:r>
            <a:endParaRPr kumimoji="1" lang="ja-JP" altLang="en-US" dirty="0"/>
          </a:p>
        </p:txBody>
      </p:sp>
      <p:cxnSp>
        <p:nvCxnSpPr>
          <p:cNvPr id="45" name="直線コネクタ 44"/>
          <p:cNvCxnSpPr>
            <a:stCxn id="21" idx="1"/>
            <a:endCxn id="38" idx="3"/>
          </p:cNvCxnSpPr>
          <p:nvPr userDrawn="1"/>
        </p:nvCxnSpPr>
        <p:spPr>
          <a:xfrm rot="10800000">
            <a:off x="6113993" y="6491730"/>
            <a:ext cx="2265468" cy="1261054"/>
          </a:xfrm>
          <a:prstGeom prst="bentConnector3">
            <a:avLst>
              <a:gd name="adj1" fmla="val 73545"/>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a:endCxn id="43" idx="3"/>
          </p:cNvCxnSpPr>
          <p:nvPr userDrawn="1"/>
        </p:nvCxnSpPr>
        <p:spPr>
          <a:xfrm rot="10800000">
            <a:off x="6113994" y="3370774"/>
            <a:ext cx="1066325" cy="305656"/>
          </a:xfrm>
          <a:prstGeom prst="bentConnector3">
            <a:avLst>
              <a:gd name="adj1" fmla="val 50000"/>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3" name="直線コネクタ 52"/>
          <p:cNvCxnSpPr>
            <a:endCxn id="36" idx="1"/>
          </p:cNvCxnSpPr>
          <p:nvPr userDrawn="1"/>
        </p:nvCxnSpPr>
        <p:spPr>
          <a:xfrm flipV="1">
            <a:off x="10617200" y="3352584"/>
            <a:ext cx="1532255" cy="1048722"/>
          </a:xfrm>
          <a:prstGeom prst="bentConnector3">
            <a:avLst>
              <a:gd name="adj1" fmla="val 50000"/>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直線コネクタ 56"/>
          <p:cNvCxnSpPr>
            <a:stCxn id="20" idx="3"/>
            <a:endCxn id="41" idx="1"/>
          </p:cNvCxnSpPr>
          <p:nvPr userDrawn="1"/>
        </p:nvCxnSpPr>
        <p:spPr>
          <a:xfrm flipV="1">
            <a:off x="9860916" y="6495840"/>
            <a:ext cx="2288539" cy="936269"/>
          </a:xfrm>
          <a:prstGeom prst="bentConnector3">
            <a:avLst>
              <a:gd name="adj1" fmla="val 78857"/>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70" name="テキスト プレースホルダー 5"/>
          <p:cNvSpPr>
            <a:spLocks noGrp="1"/>
          </p:cNvSpPr>
          <p:nvPr>
            <p:ph type="body" sz="quarter" idx="28" hasCustomPrompt="1"/>
          </p:nvPr>
        </p:nvSpPr>
        <p:spPr>
          <a:xfrm>
            <a:off x="7583633" y="4910969"/>
            <a:ext cx="3098509" cy="663575"/>
          </a:xfrm>
          <a:prstGeom prst="rect">
            <a:avLst/>
          </a:prstGeom>
        </p:spPr>
        <p:txBody>
          <a:bodyPr anchor="ctr">
            <a:noAutofit/>
          </a:bodyPr>
          <a:lstStyle>
            <a:lvl1pPr algn="ctr">
              <a:lnSpc>
                <a:spcPct val="100000"/>
              </a:lnSpc>
              <a:spcBef>
                <a:spcPts val="0"/>
              </a:spcBef>
              <a:defRPr sz="48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Tree>
    <p:extLst>
      <p:ext uri="{BB962C8B-B14F-4D97-AF65-F5344CB8AC3E}">
        <p14:creationId xmlns:p14="http://schemas.microsoft.com/office/powerpoint/2010/main" val="3342468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4" decel="100000"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par>
                                <p:cTn id="14" presetID="2" presetClass="entr" presetSubtype="4" decel="10000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500" fill="hold"/>
                                        <p:tgtEl>
                                          <p:spTgt spid="21"/>
                                        </p:tgtEl>
                                        <p:attrNameLst>
                                          <p:attrName>ppt_x</p:attrName>
                                        </p:attrNameLst>
                                      </p:cBhvr>
                                      <p:tavLst>
                                        <p:tav tm="0">
                                          <p:val>
                                            <p:strVal val="#ppt_x"/>
                                          </p:val>
                                        </p:tav>
                                        <p:tav tm="100000">
                                          <p:val>
                                            <p:strVal val="#ppt_x"/>
                                          </p:val>
                                        </p:tav>
                                      </p:tavLst>
                                    </p:anim>
                                    <p:anim calcmode="lin" valueType="num">
                                      <p:cBhvr additive="base">
                                        <p:cTn id="17" dur="500" fill="hold"/>
                                        <p:tgtEl>
                                          <p:spTgt spid="21"/>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2" presetClass="entr" presetSubtype="2" fill="hold" nodeType="after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wipe(right)">
                                      <p:cBhvr>
                                        <p:cTn id="21" dur="500"/>
                                        <p:tgtEl>
                                          <p:spTgt spid="45"/>
                                        </p:tgtEl>
                                      </p:cBhvr>
                                    </p:animEffect>
                                  </p:childTnLst>
                                </p:cTn>
                              </p:par>
                            </p:childTnLst>
                          </p:cTn>
                        </p:par>
                        <p:par>
                          <p:cTn id="22" fill="hold">
                            <p:stCondLst>
                              <p:cond delay="1500"/>
                            </p:stCondLst>
                            <p:childTnLst>
                              <p:par>
                                <p:cTn id="23" presetID="2" presetClass="entr" presetSubtype="8" decel="100000" fill="hold" grpId="0" nodeType="afterEffect">
                                  <p:stCondLst>
                                    <p:cond delay="0"/>
                                  </p:stCondLst>
                                  <p:childTnLst>
                                    <p:set>
                                      <p:cBhvr>
                                        <p:cTn id="24" dur="1" fill="hold">
                                          <p:stCondLst>
                                            <p:cond delay="0"/>
                                          </p:stCondLst>
                                        </p:cTn>
                                        <p:tgtEl>
                                          <p:spTgt spid="38">
                                            <p:txEl>
                                              <p:pRg st="0" end="0"/>
                                            </p:txEl>
                                          </p:spTgt>
                                        </p:tgtEl>
                                        <p:attrNameLst>
                                          <p:attrName>style.visibility</p:attrName>
                                        </p:attrNameLst>
                                      </p:cBhvr>
                                      <p:to>
                                        <p:strVal val="visible"/>
                                      </p:to>
                                    </p:set>
                                    <p:anim calcmode="lin" valueType="num">
                                      <p:cBhvr additive="base">
                                        <p:cTn id="25" dur="500" fill="hold"/>
                                        <p:tgtEl>
                                          <p:spTgt spid="38">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8">
                                            <p:txEl>
                                              <p:pRg st="0" end="0"/>
                                            </p:txEl>
                                          </p:spTgt>
                                        </p:tgtEl>
                                        <p:attrNameLst>
                                          <p:attrName>ppt_y</p:attrName>
                                        </p:attrNameLst>
                                      </p:cBhvr>
                                      <p:tavLst>
                                        <p:tav tm="0">
                                          <p:val>
                                            <p:strVal val="#ppt_y"/>
                                          </p:val>
                                        </p:tav>
                                        <p:tav tm="100000">
                                          <p:val>
                                            <p:strVal val="#ppt_y"/>
                                          </p:val>
                                        </p:tav>
                                      </p:tavLst>
                                    </p:anim>
                                  </p:childTnLst>
                                </p:cTn>
                              </p:par>
                              <p:par>
                                <p:cTn id="27" presetID="2" presetClass="entr" presetSubtype="8" decel="100000" fill="hold" grpId="0" nodeType="withEffect">
                                  <p:stCondLst>
                                    <p:cond delay="100"/>
                                  </p:stCondLst>
                                  <p:childTnLst>
                                    <p:set>
                                      <p:cBhvr>
                                        <p:cTn id="28" dur="1" fill="hold">
                                          <p:stCondLst>
                                            <p:cond delay="0"/>
                                          </p:stCondLst>
                                        </p:cTn>
                                        <p:tgtEl>
                                          <p:spTgt spid="39"/>
                                        </p:tgtEl>
                                        <p:attrNameLst>
                                          <p:attrName>style.visibility</p:attrName>
                                        </p:attrNameLst>
                                      </p:cBhvr>
                                      <p:to>
                                        <p:strVal val="visible"/>
                                      </p:to>
                                    </p:set>
                                    <p:anim calcmode="lin" valueType="num">
                                      <p:cBhvr additive="base">
                                        <p:cTn id="29" dur="500" fill="hold"/>
                                        <p:tgtEl>
                                          <p:spTgt spid="39"/>
                                        </p:tgtEl>
                                        <p:attrNameLst>
                                          <p:attrName>ppt_x</p:attrName>
                                        </p:attrNameLst>
                                      </p:cBhvr>
                                      <p:tavLst>
                                        <p:tav tm="0">
                                          <p:val>
                                            <p:strVal val="0-#ppt_w/2"/>
                                          </p:val>
                                        </p:tav>
                                        <p:tav tm="100000">
                                          <p:val>
                                            <p:strVal val="#ppt_x"/>
                                          </p:val>
                                        </p:tav>
                                      </p:tavLst>
                                    </p:anim>
                                    <p:anim calcmode="lin" valueType="num">
                                      <p:cBhvr additive="base">
                                        <p:cTn id="30" dur="500" fill="hold"/>
                                        <p:tgtEl>
                                          <p:spTgt spid="39"/>
                                        </p:tgtEl>
                                        <p:attrNameLst>
                                          <p:attrName>ppt_y</p:attrName>
                                        </p:attrNameLst>
                                      </p:cBhvr>
                                      <p:tavLst>
                                        <p:tav tm="0">
                                          <p:val>
                                            <p:strVal val="#ppt_y"/>
                                          </p:val>
                                        </p:tav>
                                        <p:tav tm="100000">
                                          <p:val>
                                            <p:strVal val="#ppt_y"/>
                                          </p:val>
                                        </p:tav>
                                      </p:tavLst>
                                    </p:anim>
                                  </p:childTnLst>
                                </p:cTn>
                              </p:par>
                            </p:childTnLst>
                          </p:cTn>
                        </p:par>
                        <p:par>
                          <p:cTn id="31" fill="hold">
                            <p:stCondLst>
                              <p:cond delay="2100"/>
                            </p:stCondLst>
                            <p:childTnLst>
                              <p:par>
                                <p:cTn id="32" presetID="2" presetClass="entr" presetSubtype="4" decel="100000" fill="hold" grpId="0" nodeType="afterEffect">
                                  <p:stCondLst>
                                    <p:cond delay="250"/>
                                  </p:stCondLst>
                                  <p:childTnLst>
                                    <p:set>
                                      <p:cBhvr>
                                        <p:cTn id="33" dur="1" fill="hold">
                                          <p:stCondLst>
                                            <p:cond delay="0"/>
                                          </p:stCondLst>
                                        </p:cTn>
                                        <p:tgtEl>
                                          <p:spTgt spid="20"/>
                                        </p:tgtEl>
                                        <p:attrNameLst>
                                          <p:attrName>style.visibility</p:attrName>
                                        </p:attrNameLst>
                                      </p:cBhvr>
                                      <p:to>
                                        <p:strVal val="visible"/>
                                      </p:to>
                                    </p:set>
                                    <p:anim calcmode="lin" valueType="num">
                                      <p:cBhvr additive="base">
                                        <p:cTn id="34" dur="500" fill="hold"/>
                                        <p:tgtEl>
                                          <p:spTgt spid="20"/>
                                        </p:tgtEl>
                                        <p:attrNameLst>
                                          <p:attrName>ppt_x</p:attrName>
                                        </p:attrNameLst>
                                      </p:cBhvr>
                                      <p:tavLst>
                                        <p:tav tm="0">
                                          <p:val>
                                            <p:strVal val="#ppt_x"/>
                                          </p:val>
                                        </p:tav>
                                        <p:tav tm="100000">
                                          <p:val>
                                            <p:strVal val="#ppt_x"/>
                                          </p:val>
                                        </p:tav>
                                      </p:tavLst>
                                    </p:anim>
                                    <p:anim calcmode="lin" valueType="num">
                                      <p:cBhvr additive="base">
                                        <p:cTn id="35" dur="500" fill="hold"/>
                                        <p:tgtEl>
                                          <p:spTgt spid="20"/>
                                        </p:tgtEl>
                                        <p:attrNameLst>
                                          <p:attrName>ppt_y</p:attrName>
                                        </p:attrNameLst>
                                      </p:cBhvr>
                                      <p:tavLst>
                                        <p:tav tm="0">
                                          <p:val>
                                            <p:strVal val="1+#ppt_h/2"/>
                                          </p:val>
                                        </p:tav>
                                        <p:tav tm="100000">
                                          <p:val>
                                            <p:strVal val="#ppt_y"/>
                                          </p:val>
                                        </p:tav>
                                      </p:tavLst>
                                    </p:anim>
                                  </p:childTnLst>
                                </p:cTn>
                              </p:par>
                            </p:childTnLst>
                          </p:cTn>
                        </p:par>
                        <p:par>
                          <p:cTn id="36" fill="hold">
                            <p:stCondLst>
                              <p:cond delay="2850"/>
                            </p:stCondLst>
                            <p:childTnLst>
                              <p:par>
                                <p:cTn id="37" presetID="22" presetClass="entr" presetSubtype="8" fill="hold" nodeType="afterEffect">
                                  <p:stCondLst>
                                    <p:cond delay="0"/>
                                  </p:stCondLst>
                                  <p:childTnLst>
                                    <p:set>
                                      <p:cBhvr>
                                        <p:cTn id="38" dur="1" fill="hold">
                                          <p:stCondLst>
                                            <p:cond delay="0"/>
                                          </p:stCondLst>
                                        </p:cTn>
                                        <p:tgtEl>
                                          <p:spTgt spid="57"/>
                                        </p:tgtEl>
                                        <p:attrNameLst>
                                          <p:attrName>style.visibility</p:attrName>
                                        </p:attrNameLst>
                                      </p:cBhvr>
                                      <p:to>
                                        <p:strVal val="visible"/>
                                      </p:to>
                                    </p:set>
                                    <p:animEffect transition="in" filter="wipe(left)">
                                      <p:cBhvr>
                                        <p:cTn id="39" dur="500"/>
                                        <p:tgtEl>
                                          <p:spTgt spid="57"/>
                                        </p:tgtEl>
                                      </p:cBhvr>
                                    </p:animEffect>
                                  </p:childTnLst>
                                </p:cTn>
                              </p:par>
                            </p:childTnLst>
                          </p:cTn>
                        </p:par>
                        <p:par>
                          <p:cTn id="40" fill="hold">
                            <p:stCondLst>
                              <p:cond delay="3350"/>
                            </p:stCondLst>
                            <p:childTnLst>
                              <p:par>
                                <p:cTn id="41" presetID="2" presetClass="entr" presetSubtype="2" decel="100000" fill="hold" grpId="0" nodeType="afterEffect">
                                  <p:stCondLst>
                                    <p:cond delay="0"/>
                                  </p:stCondLst>
                                  <p:childTnLst>
                                    <p:set>
                                      <p:cBhvr>
                                        <p:cTn id="42" dur="1" fill="hold">
                                          <p:stCondLst>
                                            <p:cond delay="0"/>
                                          </p:stCondLst>
                                        </p:cTn>
                                        <p:tgtEl>
                                          <p:spTgt spid="41">
                                            <p:txEl>
                                              <p:pRg st="0" end="0"/>
                                            </p:txEl>
                                          </p:spTgt>
                                        </p:tgtEl>
                                        <p:attrNameLst>
                                          <p:attrName>style.visibility</p:attrName>
                                        </p:attrNameLst>
                                      </p:cBhvr>
                                      <p:to>
                                        <p:strVal val="visible"/>
                                      </p:to>
                                    </p:set>
                                    <p:anim calcmode="lin" valueType="num">
                                      <p:cBhvr additive="base">
                                        <p:cTn id="43" dur="500" fill="hold"/>
                                        <p:tgtEl>
                                          <p:spTgt spid="41">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41">
                                            <p:txEl>
                                              <p:pRg st="0" end="0"/>
                                            </p:txEl>
                                          </p:spTgt>
                                        </p:tgtEl>
                                        <p:attrNameLst>
                                          <p:attrName>ppt_y</p:attrName>
                                        </p:attrNameLst>
                                      </p:cBhvr>
                                      <p:tavLst>
                                        <p:tav tm="0">
                                          <p:val>
                                            <p:strVal val="#ppt_y"/>
                                          </p:val>
                                        </p:tav>
                                        <p:tav tm="100000">
                                          <p:val>
                                            <p:strVal val="#ppt_y"/>
                                          </p:val>
                                        </p:tav>
                                      </p:tavLst>
                                    </p:anim>
                                  </p:childTnLst>
                                </p:cTn>
                              </p:par>
                              <p:par>
                                <p:cTn id="45" presetID="2" presetClass="entr" presetSubtype="2" decel="100000" fill="hold" grpId="0" nodeType="withEffect">
                                  <p:stCondLst>
                                    <p:cond delay="100"/>
                                  </p:stCondLst>
                                  <p:childTnLst>
                                    <p:set>
                                      <p:cBhvr>
                                        <p:cTn id="46" dur="1" fill="hold">
                                          <p:stCondLst>
                                            <p:cond delay="0"/>
                                          </p:stCondLst>
                                        </p:cTn>
                                        <p:tgtEl>
                                          <p:spTgt spid="42"/>
                                        </p:tgtEl>
                                        <p:attrNameLst>
                                          <p:attrName>style.visibility</p:attrName>
                                        </p:attrNameLst>
                                      </p:cBhvr>
                                      <p:to>
                                        <p:strVal val="visible"/>
                                      </p:to>
                                    </p:set>
                                    <p:anim calcmode="lin" valueType="num">
                                      <p:cBhvr additive="base">
                                        <p:cTn id="47" dur="500" fill="hold"/>
                                        <p:tgtEl>
                                          <p:spTgt spid="42"/>
                                        </p:tgtEl>
                                        <p:attrNameLst>
                                          <p:attrName>ppt_x</p:attrName>
                                        </p:attrNameLst>
                                      </p:cBhvr>
                                      <p:tavLst>
                                        <p:tav tm="0">
                                          <p:val>
                                            <p:strVal val="1+#ppt_w/2"/>
                                          </p:val>
                                        </p:tav>
                                        <p:tav tm="100000">
                                          <p:val>
                                            <p:strVal val="#ppt_x"/>
                                          </p:val>
                                        </p:tav>
                                      </p:tavLst>
                                    </p:anim>
                                    <p:anim calcmode="lin" valueType="num">
                                      <p:cBhvr additive="base">
                                        <p:cTn id="48" dur="500" fill="hold"/>
                                        <p:tgtEl>
                                          <p:spTgt spid="42"/>
                                        </p:tgtEl>
                                        <p:attrNameLst>
                                          <p:attrName>ppt_y</p:attrName>
                                        </p:attrNameLst>
                                      </p:cBhvr>
                                      <p:tavLst>
                                        <p:tav tm="0">
                                          <p:val>
                                            <p:strVal val="#ppt_y"/>
                                          </p:val>
                                        </p:tav>
                                        <p:tav tm="100000">
                                          <p:val>
                                            <p:strVal val="#ppt_y"/>
                                          </p:val>
                                        </p:tav>
                                      </p:tavLst>
                                    </p:anim>
                                  </p:childTnLst>
                                </p:cTn>
                              </p:par>
                            </p:childTnLst>
                          </p:cTn>
                        </p:par>
                        <p:par>
                          <p:cTn id="49" fill="hold">
                            <p:stCondLst>
                              <p:cond delay="3950"/>
                            </p:stCondLst>
                            <p:childTnLst>
                              <p:par>
                                <p:cTn id="50" presetID="2" presetClass="entr" presetSubtype="1" decel="100000" fill="hold" grpId="0" nodeType="afterEffect">
                                  <p:stCondLst>
                                    <p:cond delay="250"/>
                                  </p:stCondLst>
                                  <p:childTnLst>
                                    <p:set>
                                      <p:cBhvr>
                                        <p:cTn id="51" dur="1" fill="hold">
                                          <p:stCondLst>
                                            <p:cond delay="0"/>
                                          </p:stCondLst>
                                        </p:cTn>
                                        <p:tgtEl>
                                          <p:spTgt spid="6"/>
                                        </p:tgtEl>
                                        <p:attrNameLst>
                                          <p:attrName>style.visibility</p:attrName>
                                        </p:attrNameLst>
                                      </p:cBhvr>
                                      <p:to>
                                        <p:strVal val="visible"/>
                                      </p:to>
                                    </p:set>
                                    <p:anim calcmode="lin" valueType="num">
                                      <p:cBhvr additive="base">
                                        <p:cTn id="52" dur="750" fill="hold"/>
                                        <p:tgtEl>
                                          <p:spTgt spid="6"/>
                                        </p:tgtEl>
                                        <p:attrNameLst>
                                          <p:attrName>ppt_x</p:attrName>
                                        </p:attrNameLst>
                                      </p:cBhvr>
                                      <p:tavLst>
                                        <p:tav tm="0">
                                          <p:val>
                                            <p:strVal val="#ppt_x"/>
                                          </p:val>
                                        </p:tav>
                                        <p:tav tm="100000">
                                          <p:val>
                                            <p:strVal val="#ppt_x"/>
                                          </p:val>
                                        </p:tav>
                                      </p:tavLst>
                                    </p:anim>
                                    <p:anim calcmode="lin" valueType="num">
                                      <p:cBhvr additive="base">
                                        <p:cTn id="53" dur="750" fill="hold"/>
                                        <p:tgtEl>
                                          <p:spTgt spid="6"/>
                                        </p:tgtEl>
                                        <p:attrNameLst>
                                          <p:attrName>ppt_y</p:attrName>
                                        </p:attrNameLst>
                                      </p:cBhvr>
                                      <p:tavLst>
                                        <p:tav tm="0">
                                          <p:val>
                                            <p:strVal val="0-#ppt_h/2"/>
                                          </p:val>
                                        </p:tav>
                                        <p:tav tm="100000">
                                          <p:val>
                                            <p:strVal val="#ppt_y"/>
                                          </p:val>
                                        </p:tav>
                                      </p:tavLst>
                                    </p:anim>
                                  </p:childTnLst>
                                </p:cTn>
                              </p:par>
                            </p:childTnLst>
                          </p:cTn>
                        </p:par>
                        <p:par>
                          <p:cTn id="54" fill="hold">
                            <p:stCondLst>
                              <p:cond delay="4950"/>
                            </p:stCondLst>
                            <p:childTnLst>
                              <p:par>
                                <p:cTn id="55" presetID="22" presetClass="entr" presetSubtype="8" fill="hold" nodeType="after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wipe(left)">
                                      <p:cBhvr>
                                        <p:cTn id="57" dur="500"/>
                                        <p:tgtEl>
                                          <p:spTgt spid="53"/>
                                        </p:tgtEl>
                                      </p:cBhvr>
                                    </p:animEffect>
                                  </p:childTnLst>
                                </p:cTn>
                              </p:par>
                            </p:childTnLst>
                          </p:cTn>
                        </p:par>
                        <p:par>
                          <p:cTn id="58" fill="hold">
                            <p:stCondLst>
                              <p:cond delay="5450"/>
                            </p:stCondLst>
                            <p:childTnLst>
                              <p:par>
                                <p:cTn id="59" presetID="2" presetClass="entr" presetSubtype="2" decel="100000" fill="hold" grpId="0" nodeType="afterEffect">
                                  <p:stCondLst>
                                    <p:cond delay="0"/>
                                  </p:stCondLst>
                                  <p:childTnLst>
                                    <p:set>
                                      <p:cBhvr>
                                        <p:cTn id="60" dur="1" fill="hold">
                                          <p:stCondLst>
                                            <p:cond delay="0"/>
                                          </p:stCondLst>
                                        </p:cTn>
                                        <p:tgtEl>
                                          <p:spTgt spid="36">
                                            <p:txEl>
                                              <p:pRg st="0" end="0"/>
                                            </p:txEl>
                                          </p:spTgt>
                                        </p:tgtEl>
                                        <p:attrNameLst>
                                          <p:attrName>style.visibility</p:attrName>
                                        </p:attrNameLst>
                                      </p:cBhvr>
                                      <p:to>
                                        <p:strVal val="visible"/>
                                      </p:to>
                                    </p:set>
                                    <p:anim calcmode="lin" valueType="num">
                                      <p:cBhvr additive="base">
                                        <p:cTn id="61" dur="500" fill="hold"/>
                                        <p:tgtEl>
                                          <p:spTgt spid="36">
                                            <p:txEl>
                                              <p:pRg st="0" end="0"/>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36">
                                            <p:txEl>
                                              <p:pRg st="0" end="0"/>
                                            </p:txEl>
                                          </p:spTgt>
                                        </p:tgtEl>
                                        <p:attrNameLst>
                                          <p:attrName>ppt_y</p:attrName>
                                        </p:attrNameLst>
                                      </p:cBhvr>
                                      <p:tavLst>
                                        <p:tav tm="0">
                                          <p:val>
                                            <p:strVal val="#ppt_y"/>
                                          </p:val>
                                        </p:tav>
                                        <p:tav tm="100000">
                                          <p:val>
                                            <p:strVal val="#ppt_y"/>
                                          </p:val>
                                        </p:tav>
                                      </p:tavLst>
                                    </p:anim>
                                  </p:childTnLst>
                                </p:cTn>
                              </p:par>
                              <p:par>
                                <p:cTn id="63" presetID="2" presetClass="entr" presetSubtype="2" decel="100000" fill="hold" grpId="0" nodeType="withEffect">
                                  <p:stCondLst>
                                    <p:cond delay="100"/>
                                  </p:stCondLst>
                                  <p:childTnLst>
                                    <p:set>
                                      <p:cBhvr>
                                        <p:cTn id="64" dur="1" fill="hold">
                                          <p:stCondLst>
                                            <p:cond delay="0"/>
                                          </p:stCondLst>
                                        </p:cTn>
                                        <p:tgtEl>
                                          <p:spTgt spid="37"/>
                                        </p:tgtEl>
                                        <p:attrNameLst>
                                          <p:attrName>style.visibility</p:attrName>
                                        </p:attrNameLst>
                                      </p:cBhvr>
                                      <p:to>
                                        <p:strVal val="visible"/>
                                      </p:to>
                                    </p:set>
                                    <p:anim calcmode="lin" valueType="num">
                                      <p:cBhvr additive="base">
                                        <p:cTn id="65" dur="500" fill="hold"/>
                                        <p:tgtEl>
                                          <p:spTgt spid="37"/>
                                        </p:tgtEl>
                                        <p:attrNameLst>
                                          <p:attrName>ppt_x</p:attrName>
                                        </p:attrNameLst>
                                      </p:cBhvr>
                                      <p:tavLst>
                                        <p:tav tm="0">
                                          <p:val>
                                            <p:strVal val="1+#ppt_w/2"/>
                                          </p:val>
                                        </p:tav>
                                        <p:tav tm="100000">
                                          <p:val>
                                            <p:strVal val="#ppt_x"/>
                                          </p:val>
                                        </p:tav>
                                      </p:tavLst>
                                    </p:anim>
                                    <p:anim calcmode="lin" valueType="num">
                                      <p:cBhvr additive="base">
                                        <p:cTn id="66" dur="500" fill="hold"/>
                                        <p:tgtEl>
                                          <p:spTgt spid="37"/>
                                        </p:tgtEl>
                                        <p:attrNameLst>
                                          <p:attrName>ppt_y</p:attrName>
                                        </p:attrNameLst>
                                      </p:cBhvr>
                                      <p:tavLst>
                                        <p:tav tm="0">
                                          <p:val>
                                            <p:strVal val="#ppt_y"/>
                                          </p:val>
                                        </p:tav>
                                        <p:tav tm="100000">
                                          <p:val>
                                            <p:strVal val="#ppt_y"/>
                                          </p:val>
                                        </p:tav>
                                      </p:tavLst>
                                    </p:anim>
                                  </p:childTnLst>
                                </p:cTn>
                              </p:par>
                            </p:childTnLst>
                          </p:cTn>
                        </p:par>
                        <p:par>
                          <p:cTn id="67" fill="hold">
                            <p:stCondLst>
                              <p:cond delay="6050"/>
                            </p:stCondLst>
                            <p:childTnLst>
                              <p:par>
                                <p:cTn id="68" presetID="10" presetClass="entr" presetSubtype="0" fill="hold" grpId="0" nodeType="after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10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par>
                                <p:cTn id="74" presetID="10" presetClass="entr" presetSubtype="0" fill="hold" grpId="0" nodeType="withEffect">
                                  <p:stCondLst>
                                    <p:cond delay="20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500"/>
                                        <p:tgtEl>
                                          <p:spTgt spid="24"/>
                                        </p:tgtEl>
                                      </p:cBhvr>
                                    </p:animEffect>
                                  </p:childTnLst>
                                </p:cTn>
                              </p:par>
                              <p:par>
                                <p:cTn id="77" presetID="10" presetClass="entr" presetSubtype="0" fill="hold" grpId="0" nodeType="withEffect">
                                  <p:stCondLst>
                                    <p:cond delay="30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40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500"/>
                                  </p:stCondLst>
                                  <p:childTnLst>
                                    <p:set>
                                      <p:cBhvr>
                                        <p:cTn id="84" dur="1" fill="hold">
                                          <p:stCondLst>
                                            <p:cond delay="0"/>
                                          </p:stCondLst>
                                        </p:cTn>
                                        <p:tgtEl>
                                          <p:spTgt spid="25"/>
                                        </p:tgtEl>
                                        <p:attrNameLst>
                                          <p:attrName>style.visibility</p:attrName>
                                        </p:attrNameLst>
                                      </p:cBhvr>
                                      <p:to>
                                        <p:strVal val="visible"/>
                                      </p:to>
                                    </p:set>
                                    <p:animEffect transition="in" filter="fade">
                                      <p:cBhvr>
                                        <p:cTn id="85" dur="500"/>
                                        <p:tgtEl>
                                          <p:spTgt spid="25"/>
                                        </p:tgtEl>
                                      </p:cBhvr>
                                    </p:animEffect>
                                  </p:childTnLst>
                                </p:cTn>
                              </p:par>
                              <p:par>
                                <p:cTn id="86" presetID="10" presetClass="entr" presetSubtype="0" fill="hold" grpId="0" nodeType="withEffect">
                                  <p:stCondLst>
                                    <p:cond delay="60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500"/>
                                        <p:tgtEl>
                                          <p:spTgt spid="27"/>
                                        </p:tgtEl>
                                      </p:cBhvr>
                                    </p:animEffect>
                                  </p:childTnLst>
                                </p:cTn>
                              </p:par>
                            </p:childTnLst>
                          </p:cTn>
                        </p:par>
                        <p:par>
                          <p:cTn id="89" fill="hold">
                            <p:stCondLst>
                              <p:cond delay="7150"/>
                            </p:stCondLst>
                            <p:childTnLst>
                              <p:par>
                                <p:cTn id="90" presetID="22" presetClass="entr" presetSubtype="2" fill="hold" nodeType="after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wipe(right)">
                                      <p:cBhvr>
                                        <p:cTn id="92" dur="500"/>
                                        <p:tgtEl>
                                          <p:spTgt spid="47"/>
                                        </p:tgtEl>
                                      </p:cBhvr>
                                    </p:animEffect>
                                  </p:childTnLst>
                                </p:cTn>
                              </p:par>
                            </p:childTnLst>
                          </p:cTn>
                        </p:par>
                        <p:par>
                          <p:cTn id="93" fill="hold">
                            <p:stCondLst>
                              <p:cond delay="7650"/>
                            </p:stCondLst>
                            <p:childTnLst>
                              <p:par>
                                <p:cTn id="94" presetID="2" presetClass="entr" presetSubtype="8" decel="100000" fill="hold" grpId="0" nodeType="afterEffect">
                                  <p:stCondLst>
                                    <p:cond delay="0"/>
                                  </p:stCondLst>
                                  <p:childTnLst>
                                    <p:set>
                                      <p:cBhvr>
                                        <p:cTn id="95" dur="1" fill="hold">
                                          <p:stCondLst>
                                            <p:cond delay="0"/>
                                          </p:stCondLst>
                                        </p:cTn>
                                        <p:tgtEl>
                                          <p:spTgt spid="43">
                                            <p:txEl>
                                              <p:pRg st="0" end="0"/>
                                            </p:txEl>
                                          </p:spTgt>
                                        </p:tgtEl>
                                        <p:attrNameLst>
                                          <p:attrName>style.visibility</p:attrName>
                                        </p:attrNameLst>
                                      </p:cBhvr>
                                      <p:to>
                                        <p:strVal val="visible"/>
                                      </p:to>
                                    </p:set>
                                    <p:anim calcmode="lin" valueType="num">
                                      <p:cBhvr additive="base">
                                        <p:cTn id="96" dur="500" fill="hold"/>
                                        <p:tgtEl>
                                          <p:spTgt spid="43">
                                            <p:txEl>
                                              <p:pRg st="0" end="0"/>
                                            </p:txEl>
                                          </p:spTgt>
                                        </p:tgtEl>
                                        <p:attrNameLst>
                                          <p:attrName>ppt_x</p:attrName>
                                        </p:attrNameLst>
                                      </p:cBhvr>
                                      <p:tavLst>
                                        <p:tav tm="0">
                                          <p:val>
                                            <p:strVal val="0-#ppt_w/2"/>
                                          </p:val>
                                        </p:tav>
                                        <p:tav tm="100000">
                                          <p:val>
                                            <p:strVal val="#ppt_x"/>
                                          </p:val>
                                        </p:tav>
                                      </p:tavLst>
                                    </p:anim>
                                    <p:anim calcmode="lin" valueType="num">
                                      <p:cBhvr additive="base">
                                        <p:cTn id="97" dur="500" fill="hold"/>
                                        <p:tgtEl>
                                          <p:spTgt spid="43">
                                            <p:txEl>
                                              <p:pRg st="0" end="0"/>
                                            </p:txEl>
                                          </p:spTgt>
                                        </p:tgtEl>
                                        <p:attrNameLst>
                                          <p:attrName>ppt_y</p:attrName>
                                        </p:attrNameLst>
                                      </p:cBhvr>
                                      <p:tavLst>
                                        <p:tav tm="0">
                                          <p:val>
                                            <p:strVal val="#ppt_y"/>
                                          </p:val>
                                        </p:tav>
                                        <p:tav tm="100000">
                                          <p:val>
                                            <p:strVal val="#ppt_y"/>
                                          </p:val>
                                        </p:tav>
                                      </p:tavLst>
                                    </p:anim>
                                  </p:childTnLst>
                                </p:cTn>
                              </p:par>
                              <p:par>
                                <p:cTn id="98" presetID="2" presetClass="entr" presetSubtype="8" decel="100000" fill="hold" grpId="0" nodeType="withEffect">
                                  <p:stCondLst>
                                    <p:cond delay="100"/>
                                  </p:stCondLst>
                                  <p:childTnLst>
                                    <p:set>
                                      <p:cBhvr>
                                        <p:cTn id="99" dur="1" fill="hold">
                                          <p:stCondLst>
                                            <p:cond delay="0"/>
                                          </p:stCondLst>
                                        </p:cTn>
                                        <p:tgtEl>
                                          <p:spTgt spid="44"/>
                                        </p:tgtEl>
                                        <p:attrNameLst>
                                          <p:attrName>style.visibility</p:attrName>
                                        </p:attrNameLst>
                                      </p:cBhvr>
                                      <p:to>
                                        <p:strVal val="visible"/>
                                      </p:to>
                                    </p:set>
                                    <p:anim calcmode="lin" valueType="num">
                                      <p:cBhvr additive="base">
                                        <p:cTn id="100" dur="500" fill="hold"/>
                                        <p:tgtEl>
                                          <p:spTgt spid="44"/>
                                        </p:tgtEl>
                                        <p:attrNameLst>
                                          <p:attrName>ppt_x</p:attrName>
                                        </p:attrNameLst>
                                      </p:cBhvr>
                                      <p:tavLst>
                                        <p:tav tm="0">
                                          <p:val>
                                            <p:strVal val="0-#ppt_w/2"/>
                                          </p:val>
                                        </p:tav>
                                        <p:tav tm="100000">
                                          <p:val>
                                            <p:strVal val="#ppt_x"/>
                                          </p:val>
                                        </p:tav>
                                      </p:tavLst>
                                    </p:anim>
                                    <p:anim calcmode="lin" valueType="num">
                                      <p:cBhvr additive="base">
                                        <p:cTn id="101" dur="500" fill="hold"/>
                                        <p:tgtEl>
                                          <p:spTgt spid="44"/>
                                        </p:tgtEl>
                                        <p:attrNameLst>
                                          <p:attrName>ppt_y</p:attrName>
                                        </p:attrNameLst>
                                      </p:cBhvr>
                                      <p:tavLst>
                                        <p:tav tm="0">
                                          <p:val>
                                            <p:strVal val="#ppt_y"/>
                                          </p:val>
                                        </p:tav>
                                        <p:tav tm="100000">
                                          <p:val>
                                            <p:strVal val="#ppt_y"/>
                                          </p:val>
                                        </p:tav>
                                      </p:tavLst>
                                    </p:anim>
                                  </p:childTnLst>
                                </p:cTn>
                              </p:par>
                            </p:childTnLst>
                          </p:cTn>
                        </p:par>
                        <p:par>
                          <p:cTn id="102" fill="hold">
                            <p:stCondLst>
                              <p:cond delay="8250"/>
                            </p:stCondLst>
                            <p:childTnLst>
                              <p:par>
                                <p:cTn id="103" presetID="49" presetClass="entr" presetSubtype="0" decel="100000" fill="hold" grpId="0" nodeType="afterEffect">
                                  <p:stCondLst>
                                    <p:cond delay="0"/>
                                  </p:stCondLst>
                                  <p:childTnLst>
                                    <p:set>
                                      <p:cBhvr>
                                        <p:cTn id="104" dur="1" fill="hold">
                                          <p:stCondLst>
                                            <p:cond delay="0"/>
                                          </p:stCondLst>
                                        </p:cTn>
                                        <p:tgtEl>
                                          <p:spTgt spid="70">
                                            <p:txEl>
                                              <p:pRg st="0" end="0"/>
                                            </p:txEl>
                                          </p:spTgt>
                                        </p:tgtEl>
                                        <p:attrNameLst>
                                          <p:attrName>style.visibility</p:attrName>
                                        </p:attrNameLst>
                                      </p:cBhvr>
                                      <p:to>
                                        <p:strVal val="visible"/>
                                      </p:to>
                                    </p:set>
                                    <p:anim calcmode="lin" valueType="num">
                                      <p:cBhvr>
                                        <p:cTn id="105" dur="500" fill="hold"/>
                                        <p:tgtEl>
                                          <p:spTgt spid="70">
                                            <p:txEl>
                                              <p:pRg st="0" end="0"/>
                                            </p:txEl>
                                          </p:spTgt>
                                        </p:tgtEl>
                                        <p:attrNameLst>
                                          <p:attrName>ppt_w</p:attrName>
                                        </p:attrNameLst>
                                      </p:cBhvr>
                                      <p:tavLst>
                                        <p:tav tm="0">
                                          <p:val>
                                            <p:fltVal val="0"/>
                                          </p:val>
                                        </p:tav>
                                        <p:tav tm="100000">
                                          <p:val>
                                            <p:strVal val="#ppt_w"/>
                                          </p:val>
                                        </p:tav>
                                      </p:tavLst>
                                    </p:anim>
                                    <p:anim calcmode="lin" valueType="num">
                                      <p:cBhvr>
                                        <p:cTn id="106" dur="500" fill="hold"/>
                                        <p:tgtEl>
                                          <p:spTgt spid="70">
                                            <p:txEl>
                                              <p:pRg st="0" end="0"/>
                                            </p:txEl>
                                          </p:spTgt>
                                        </p:tgtEl>
                                        <p:attrNameLst>
                                          <p:attrName>ppt_h</p:attrName>
                                        </p:attrNameLst>
                                      </p:cBhvr>
                                      <p:tavLst>
                                        <p:tav tm="0">
                                          <p:val>
                                            <p:fltVal val="0"/>
                                          </p:val>
                                        </p:tav>
                                        <p:tav tm="100000">
                                          <p:val>
                                            <p:strVal val="#ppt_h"/>
                                          </p:val>
                                        </p:tav>
                                      </p:tavLst>
                                    </p:anim>
                                    <p:anim calcmode="lin" valueType="num">
                                      <p:cBhvr>
                                        <p:cTn id="107" dur="500" fill="hold"/>
                                        <p:tgtEl>
                                          <p:spTgt spid="70">
                                            <p:txEl>
                                              <p:pRg st="0" end="0"/>
                                            </p:txEl>
                                          </p:spTgt>
                                        </p:tgtEl>
                                        <p:attrNameLst>
                                          <p:attrName>style.rotation</p:attrName>
                                        </p:attrNameLst>
                                      </p:cBhvr>
                                      <p:tavLst>
                                        <p:tav tm="0">
                                          <p:val>
                                            <p:fltVal val="360"/>
                                          </p:val>
                                        </p:tav>
                                        <p:tav tm="100000">
                                          <p:val>
                                            <p:fltVal val="0"/>
                                          </p:val>
                                        </p:tav>
                                      </p:tavLst>
                                    </p:anim>
                                    <p:animEffect transition="in" filter="fade">
                                      <p:cBhvr>
                                        <p:cTn id="108" dur="500"/>
                                        <p:tgtEl>
                                          <p:spTgt spid="7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6" grpId="0" animBg="1"/>
      <p:bldP spid="20" grpId="0" animBg="1"/>
      <p:bldP spid="21" grpId="0" animBg="1"/>
      <p:bldP spid="8" grpId="0" animBg="1"/>
      <p:bldP spid="24" grpId="0" animBg="1"/>
      <p:bldP spid="25" grpId="0" animBg="1"/>
      <p:bldP spid="26" grpId="0" animBg="1"/>
      <p:bldP spid="27" grpId="0" animBg="1"/>
      <p:bldP spid="28" grpId="0" animBg="1"/>
      <p:bldP spid="29" grpId="0" animBg="1"/>
      <p:bldP spid="30" grpId="0" animBg="1"/>
      <p:bldP spid="36" grpId="0" build="p">
        <p:tmplLst>
          <p:tmpl lvl="1">
            <p:tnLst>
              <p:par>
                <p:cTn presetID="2" presetClass="entr" presetSubtype="2" decel="10000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1+#ppt_w/2"/>
                          </p:val>
                        </p:tav>
                        <p:tav tm="100000">
                          <p:val>
                            <p:strVal val="#ppt_x"/>
                          </p:val>
                        </p:tav>
                      </p:tavLst>
                    </p:anim>
                    <p:anim calcmode="lin" valueType="num">
                      <p:cBhvr additive="base">
                        <p:cTn dur="500" fill="hold"/>
                        <p:tgtEl>
                          <p:spTgt spid="36"/>
                        </p:tgtEl>
                        <p:attrNameLst>
                          <p:attrName>ppt_y</p:attrName>
                        </p:attrNameLst>
                      </p:cBhvr>
                      <p:tavLst>
                        <p:tav tm="0">
                          <p:val>
                            <p:strVal val="#ppt_y"/>
                          </p:val>
                        </p:tav>
                        <p:tav tm="100000">
                          <p:val>
                            <p:strVal val="#ppt_y"/>
                          </p:val>
                        </p:tav>
                      </p:tavLst>
                    </p:anim>
                  </p:childTnLst>
                </p:cTn>
              </p:par>
            </p:tnLst>
          </p:tmpl>
        </p:tmplLst>
      </p:bldP>
      <p:bldP spid="37" grpId="0">
        <p:tmplLst>
          <p:tmpl>
            <p:tnLst>
              <p:par>
                <p:cTn presetID="2" presetClass="entr" presetSubtype="2" decel="100000" fill="hold" nodeType="withEffect">
                  <p:stCondLst>
                    <p:cond delay="10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500" fill="hold"/>
                        <p:tgtEl>
                          <p:spTgt spid="37"/>
                        </p:tgtEl>
                        <p:attrNameLst>
                          <p:attrName>ppt_x</p:attrName>
                        </p:attrNameLst>
                      </p:cBhvr>
                      <p:tavLst>
                        <p:tav tm="0">
                          <p:val>
                            <p:strVal val="1+#ppt_w/2"/>
                          </p:val>
                        </p:tav>
                        <p:tav tm="100000">
                          <p:val>
                            <p:strVal val="#ppt_x"/>
                          </p:val>
                        </p:tav>
                      </p:tavLst>
                    </p:anim>
                    <p:anim calcmode="lin" valueType="num">
                      <p:cBhvr additive="base">
                        <p:cTn dur="500" fill="hold"/>
                        <p:tgtEl>
                          <p:spTgt spid="37"/>
                        </p:tgtEl>
                        <p:attrNameLst>
                          <p:attrName>ppt_y</p:attrName>
                        </p:attrNameLst>
                      </p:cBhvr>
                      <p:tavLst>
                        <p:tav tm="0">
                          <p:val>
                            <p:strVal val="#ppt_y"/>
                          </p:val>
                        </p:tav>
                        <p:tav tm="100000">
                          <p:val>
                            <p:strVal val="#ppt_y"/>
                          </p:val>
                        </p:tav>
                      </p:tavLst>
                    </p:anim>
                  </p:childTnLst>
                </p:cTn>
              </p:par>
            </p:tnLst>
          </p:tmpl>
        </p:tmplLst>
      </p:bldP>
      <p:bldP spid="38" grpId="0" build="p">
        <p:tmplLst>
          <p:tmpl lvl="1">
            <p:tnLst>
              <p:par>
                <p:cTn presetID="2" presetClass="entr" presetSubtype="8" decel="10000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0-#ppt_w/2"/>
                          </p:val>
                        </p:tav>
                        <p:tav tm="100000">
                          <p:val>
                            <p:strVal val="#ppt_x"/>
                          </p:val>
                        </p:tav>
                      </p:tavLst>
                    </p:anim>
                    <p:anim calcmode="lin" valueType="num">
                      <p:cBhvr additive="base">
                        <p:cTn dur="500" fill="hold"/>
                        <p:tgtEl>
                          <p:spTgt spid="38"/>
                        </p:tgtEl>
                        <p:attrNameLst>
                          <p:attrName>ppt_y</p:attrName>
                        </p:attrNameLst>
                      </p:cBhvr>
                      <p:tavLst>
                        <p:tav tm="0">
                          <p:val>
                            <p:strVal val="#ppt_y"/>
                          </p:val>
                        </p:tav>
                        <p:tav tm="100000">
                          <p:val>
                            <p:strVal val="#ppt_y"/>
                          </p:val>
                        </p:tav>
                      </p:tavLst>
                    </p:anim>
                  </p:childTnLst>
                </p:cTn>
              </p:par>
            </p:tnLst>
          </p:tmpl>
        </p:tmplLst>
      </p:bldP>
      <p:bldP spid="39" grpId="0">
        <p:tmplLst>
          <p:tmpl>
            <p:tnLst>
              <p:par>
                <p:cTn presetID="2" presetClass="entr" presetSubtype="8" decel="100000" fill="hold" nodeType="withEffect">
                  <p:stCondLst>
                    <p:cond delay="10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500" fill="hold"/>
                        <p:tgtEl>
                          <p:spTgt spid="39"/>
                        </p:tgtEl>
                        <p:attrNameLst>
                          <p:attrName>ppt_x</p:attrName>
                        </p:attrNameLst>
                      </p:cBhvr>
                      <p:tavLst>
                        <p:tav tm="0">
                          <p:val>
                            <p:strVal val="0-#ppt_w/2"/>
                          </p:val>
                        </p:tav>
                        <p:tav tm="100000">
                          <p:val>
                            <p:strVal val="#ppt_x"/>
                          </p:val>
                        </p:tav>
                      </p:tavLst>
                    </p:anim>
                    <p:anim calcmode="lin" valueType="num">
                      <p:cBhvr additive="base">
                        <p:cTn dur="500" fill="hold"/>
                        <p:tgtEl>
                          <p:spTgt spid="39"/>
                        </p:tgtEl>
                        <p:attrNameLst>
                          <p:attrName>ppt_y</p:attrName>
                        </p:attrNameLst>
                      </p:cBhvr>
                      <p:tavLst>
                        <p:tav tm="0">
                          <p:val>
                            <p:strVal val="#ppt_y"/>
                          </p:val>
                        </p:tav>
                        <p:tav tm="100000">
                          <p:val>
                            <p:strVal val="#ppt_y"/>
                          </p:val>
                        </p:tav>
                      </p:tavLst>
                    </p:anim>
                  </p:childTnLst>
                </p:cTn>
              </p:par>
            </p:tnLst>
          </p:tmpl>
        </p:tmplLst>
      </p:bldP>
      <p:bldP spid="41" grpId="0" build="p">
        <p:tmplLst>
          <p:tmpl lvl="1">
            <p:tnLst>
              <p:par>
                <p:cTn presetID="2" presetClass="entr" presetSubtype="2" decel="100000" fill="hold" nodeType="afterEffect">
                  <p:stCondLst>
                    <p:cond delay="0"/>
                  </p:stCondLst>
                  <p:childTnLst>
                    <p:set>
                      <p:cBhvr>
                        <p:cTn dur="1" fill="hold">
                          <p:stCondLst>
                            <p:cond delay="0"/>
                          </p:stCondLst>
                        </p:cTn>
                        <p:tgtEl>
                          <p:spTgt spid="41"/>
                        </p:tgtEl>
                        <p:attrNameLst>
                          <p:attrName>style.visibility</p:attrName>
                        </p:attrNameLst>
                      </p:cBhvr>
                      <p:to>
                        <p:strVal val="visible"/>
                      </p:to>
                    </p:set>
                    <p:anim calcmode="lin" valueType="num">
                      <p:cBhvr additive="base">
                        <p:cTn dur="500" fill="hold"/>
                        <p:tgtEl>
                          <p:spTgt spid="41"/>
                        </p:tgtEl>
                        <p:attrNameLst>
                          <p:attrName>ppt_x</p:attrName>
                        </p:attrNameLst>
                      </p:cBhvr>
                      <p:tavLst>
                        <p:tav tm="0">
                          <p:val>
                            <p:strVal val="1+#ppt_w/2"/>
                          </p:val>
                        </p:tav>
                        <p:tav tm="100000">
                          <p:val>
                            <p:strVal val="#ppt_x"/>
                          </p:val>
                        </p:tav>
                      </p:tavLst>
                    </p:anim>
                    <p:anim calcmode="lin" valueType="num">
                      <p:cBhvr additive="base">
                        <p:cTn dur="500" fill="hold"/>
                        <p:tgtEl>
                          <p:spTgt spid="41"/>
                        </p:tgtEl>
                        <p:attrNameLst>
                          <p:attrName>ppt_y</p:attrName>
                        </p:attrNameLst>
                      </p:cBhvr>
                      <p:tavLst>
                        <p:tav tm="0">
                          <p:val>
                            <p:strVal val="#ppt_y"/>
                          </p:val>
                        </p:tav>
                        <p:tav tm="100000">
                          <p:val>
                            <p:strVal val="#ppt_y"/>
                          </p:val>
                        </p:tav>
                      </p:tavLst>
                    </p:anim>
                  </p:childTnLst>
                </p:cTn>
              </p:par>
            </p:tnLst>
          </p:tmpl>
        </p:tmplLst>
      </p:bldP>
      <p:bldP spid="42" grpId="0">
        <p:tmplLst>
          <p:tmpl>
            <p:tnLst>
              <p:par>
                <p:cTn presetID="2" presetClass="entr" presetSubtype="2" decel="100000" fill="hold" nodeType="withEffect">
                  <p:stCondLst>
                    <p:cond delay="10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500" fill="hold"/>
                        <p:tgtEl>
                          <p:spTgt spid="42"/>
                        </p:tgtEl>
                        <p:attrNameLst>
                          <p:attrName>ppt_x</p:attrName>
                        </p:attrNameLst>
                      </p:cBhvr>
                      <p:tavLst>
                        <p:tav tm="0">
                          <p:val>
                            <p:strVal val="1+#ppt_w/2"/>
                          </p:val>
                        </p:tav>
                        <p:tav tm="100000">
                          <p:val>
                            <p:strVal val="#ppt_x"/>
                          </p:val>
                        </p:tav>
                      </p:tavLst>
                    </p:anim>
                    <p:anim calcmode="lin" valueType="num">
                      <p:cBhvr additive="base">
                        <p:cTn dur="500" fill="hold"/>
                        <p:tgtEl>
                          <p:spTgt spid="42"/>
                        </p:tgtEl>
                        <p:attrNameLst>
                          <p:attrName>ppt_y</p:attrName>
                        </p:attrNameLst>
                      </p:cBhvr>
                      <p:tavLst>
                        <p:tav tm="0">
                          <p:val>
                            <p:strVal val="#ppt_y"/>
                          </p:val>
                        </p:tav>
                        <p:tav tm="100000">
                          <p:val>
                            <p:strVal val="#ppt_y"/>
                          </p:val>
                        </p:tav>
                      </p:tavLst>
                    </p:anim>
                  </p:childTnLst>
                </p:cTn>
              </p:par>
            </p:tnLst>
          </p:tmpl>
        </p:tmplLst>
      </p:bldP>
      <p:bldP spid="43" grpId="0" build="p">
        <p:tmplLst>
          <p:tmpl lvl="1">
            <p:tnLst>
              <p:par>
                <p:cTn presetID="2" presetClass="entr" presetSubtype="8" decel="100000"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0-#ppt_w/2"/>
                          </p:val>
                        </p:tav>
                        <p:tav tm="100000">
                          <p:val>
                            <p:strVal val="#ppt_x"/>
                          </p:val>
                        </p:tav>
                      </p:tavLst>
                    </p:anim>
                    <p:anim calcmode="lin" valueType="num">
                      <p:cBhvr additive="base">
                        <p:cTn dur="500" fill="hold"/>
                        <p:tgtEl>
                          <p:spTgt spid="43"/>
                        </p:tgtEl>
                        <p:attrNameLst>
                          <p:attrName>ppt_y</p:attrName>
                        </p:attrNameLst>
                      </p:cBhvr>
                      <p:tavLst>
                        <p:tav tm="0">
                          <p:val>
                            <p:strVal val="#ppt_y"/>
                          </p:val>
                        </p:tav>
                        <p:tav tm="100000">
                          <p:val>
                            <p:strVal val="#ppt_y"/>
                          </p:val>
                        </p:tav>
                      </p:tavLst>
                    </p:anim>
                  </p:childTnLst>
                </p:cTn>
              </p:par>
            </p:tnLst>
          </p:tmpl>
        </p:tmplLst>
      </p:bldP>
      <p:bldP spid="44" grpId="0">
        <p:tmplLst>
          <p:tmpl>
            <p:tnLst>
              <p:par>
                <p:cTn presetID="2" presetClass="entr" presetSubtype="8" decel="100000" fill="hold" nodeType="withEffect">
                  <p:stCondLst>
                    <p:cond delay="100"/>
                  </p:stCondLst>
                  <p:childTnLst>
                    <p:set>
                      <p:cBhvr>
                        <p:cTn dur="1" fill="hold">
                          <p:stCondLst>
                            <p:cond delay="0"/>
                          </p:stCondLst>
                        </p:cTn>
                        <p:tgtEl>
                          <p:spTgt spid="44"/>
                        </p:tgtEl>
                        <p:attrNameLst>
                          <p:attrName>style.visibility</p:attrName>
                        </p:attrNameLst>
                      </p:cBhvr>
                      <p:to>
                        <p:strVal val="visible"/>
                      </p:to>
                    </p:set>
                    <p:anim calcmode="lin" valueType="num">
                      <p:cBhvr additive="base">
                        <p:cTn dur="500" fill="hold"/>
                        <p:tgtEl>
                          <p:spTgt spid="44"/>
                        </p:tgtEl>
                        <p:attrNameLst>
                          <p:attrName>ppt_x</p:attrName>
                        </p:attrNameLst>
                      </p:cBhvr>
                      <p:tavLst>
                        <p:tav tm="0">
                          <p:val>
                            <p:strVal val="0-#ppt_w/2"/>
                          </p:val>
                        </p:tav>
                        <p:tav tm="100000">
                          <p:val>
                            <p:strVal val="#ppt_x"/>
                          </p:val>
                        </p:tav>
                      </p:tavLst>
                    </p:anim>
                    <p:anim calcmode="lin" valueType="num">
                      <p:cBhvr additive="base">
                        <p:cTn dur="500" fill="hold"/>
                        <p:tgtEl>
                          <p:spTgt spid="44"/>
                        </p:tgtEl>
                        <p:attrNameLst>
                          <p:attrName>ppt_y</p:attrName>
                        </p:attrNameLst>
                      </p:cBhvr>
                      <p:tavLst>
                        <p:tav tm="0">
                          <p:val>
                            <p:strVal val="#ppt_y"/>
                          </p:val>
                        </p:tav>
                        <p:tav tm="100000">
                          <p:val>
                            <p:strVal val="#ppt_y"/>
                          </p:val>
                        </p:tav>
                      </p:tavLst>
                    </p:anim>
                  </p:childTnLst>
                </p:cTn>
              </p:par>
            </p:tnLst>
          </p:tmpl>
        </p:tmplLst>
      </p:bldP>
      <p:bldP spid="70" grpId="0" build="p">
        <p:tmplLst>
          <p:tmpl lvl="1">
            <p:tnLst>
              <p:par>
                <p:cTn presetID="49" presetClass="entr" presetSubtype="0" decel="100000" fill="hold" nodeType="afterEffect">
                  <p:stCondLst>
                    <p:cond delay="0"/>
                  </p:stCondLst>
                  <p:childTnLst>
                    <p:set>
                      <p:cBhvr>
                        <p:cTn dur="1" fill="hold">
                          <p:stCondLst>
                            <p:cond delay="0"/>
                          </p:stCondLst>
                        </p:cTn>
                        <p:tgtEl>
                          <p:spTgt spid="70"/>
                        </p:tgtEl>
                        <p:attrNameLst>
                          <p:attrName>style.visibility</p:attrName>
                        </p:attrNameLst>
                      </p:cBhvr>
                      <p:to>
                        <p:strVal val="visible"/>
                      </p:to>
                    </p:set>
                    <p:anim calcmode="lin" valueType="num">
                      <p:cBhvr>
                        <p:cTn dur="500" fill="hold"/>
                        <p:tgtEl>
                          <p:spTgt spid="70"/>
                        </p:tgtEl>
                        <p:attrNameLst>
                          <p:attrName>ppt_w</p:attrName>
                        </p:attrNameLst>
                      </p:cBhvr>
                      <p:tavLst>
                        <p:tav tm="0">
                          <p:val>
                            <p:fltVal val="0"/>
                          </p:val>
                        </p:tav>
                        <p:tav tm="100000">
                          <p:val>
                            <p:strVal val="#ppt_w"/>
                          </p:val>
                        </p:tav>
                      </p:tavLst>
                    </p:anim>
                    <p:anim calcmode="lin" valueType="num">
                      <p:cBhvr>
                        <p:cTn dur="500" fill="hold"/>
                        <p:tgtEl>
                          <p:spTgt spid="70"/>
                        </p:tgtEl>
                        <p:attrNameLst>
                          <p:attrName>ppt_h</p:attrName>
                        </p:attrNameLst>
                      </p:cBhvr>
                      <p:tavLst>
                        <p:tav tm="0">
                          <p:val>
                            <p:fltVal val="0"/>
                          </p:val>
                        </p:tav>
                        <p:tav tm="100000">
                          <p:val>
                            <p:strVal val="#ppt_h"/>
                          </p:val>
                        </p:tav>
                      </p:tavLst>
                    </p:anim>
                    <p:anim calcmode="lin" valueType="num">
                      <p:cBhvr>
                        <p:cTn dur="500" fill="hold"/>
                        <p:tgtEl>
                          <p:spTgt spid="70"/>
                        </p:tgtEl>
                        <p:attrNameLst>
                          <p:attrName>style.rotation</p:attrName>
                        </p:attrNameLst>
                      </p:cBhvr>
                      <p:tavLst>
                        <p:tav tm="0">
                          <p:val>
                            <p:fltVal val="360"/>
                          </p:val>
                        </p:tav>
                        <p:tav tm="100000">
                          <p:val>
                            <p:fltVal val="0"/>
                          </p:val>
                        </p:tav>
                      </p:tavLst>
                    </p:anim>
                    <p:animEffect transition="in" filter="fade">
                      <p:cBhvr>
                        <p:cTn dur="500"/>
                        <p:tgtEl>
                          <p:spTgt spid="70"/>
                        </p:tgtEl>
                      </p:cBhvr>
                    </p:animEffect>
                  </p:childTnLst>
                </p:cTn>
              </p:par>
            </p:tnLst>
          </p:tmpl>
        </p:tmplLst>
      </p:bldP>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ree Diagram">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7" name="正方形/長方形 6"/>
          <p:cNvSpPr/>
          <p:nvPr userDrawn="1"/>
        </p:nvSpPr>
        <p:spPr>
          <a:xfrm>
            <a:off x="1005999" y="5187583"/>
            <a:ext cx="4325656" cy="1142585"/>
          </a:xfrm>
          <a:prstGeom prst="rect">
            <a:avLst/>
          </a:pr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正方形/長方形 7"/>
          <p:cNvSpPr/>
          <p:nvPr userDrawn="1"/>
        </p:nvSpPr>
        <p:spPr>
          <a:xfrm>
            <a:off x="1188075" y="5361048"/>
            <a:ext cx="3961505" cy="795655"/>
          </a:xfrm>
          <a:prstGeom prst="rect">
            <a:avLst/>
          </a:prstGeom>
          <a:noFill/>
          <a:ln w="28575">
            <a:solidFill>
              <a:schemeClr val="bg1">
                <a:lumMod val="9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4" name="テキスト プレースホルダー 5"/>
          <p:cNvSpPr>
            <a:spLocks noGrp="1"/>
          </p:cNvSpPr>
          <p:nvPr>
            <p:ph type="body" sz="quarter" idx="28" hasCustomPrompt="1"/>
          </p:nvPr>
        </p:nvSpPr>
        <p:spPr>
          <a:xfrm>
            <a:off x="1428031" y="5427088"/>
            <a:ext cx="3481593"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50" name="正方形/長方形 49"/>
          <p:cNvSpPr/>
          <p:nvPr userDrawn="1"/>
        </p:nvSpPr>
        <p:spPr>
          <a:xfrm>
            <a:off x="6982760" y="3580459"/>
            <a:ext cx="4325656" cy="1142585"/>
          </a:xfrm>
          <a:prstGeom prst="rect">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正方形/長方形 50"/>
          <p:cNvSpPr/>
          <p:nvPr userDrawn="1"/>
        </p:nvSpPr>
        <p:spPr>
          <a:xfrm>
            <a:off x="7164836" y="3753924"/>
            <a:ext cx="3961505" cy="795655"/>
          </a:xfrm>
          <a:prstGeom prst="rect">
            <a:avLst/>
          </a:prstGeom>
          <a:noFill/>
          <a:ln w="28575">
            <a:solidFill>
              <a:schemeClr val="bg1">
                <a:lumMod val="9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2" name="テキスト プレースホルダー 5"/>
          <p:cNvSpPr>
            <a:spLocks noGrp="1"/>
          </p:cNvSpPr>
          <p:nvPr>
            <p:ph type="body" sz="quarter" idx="29" hasCustomPrompt="1"/>
          </p:nvPr>
        </p:nvSpPr>
        <p:spPr>
          <a:xfrm>
            <a:off x="7404792" y="3819964"/>
            <a:ext cx="3481593"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56" name="正方形/長方形 55"/>
          <p:cNvSpPr/>
          <p:nvPr userDrawn="1"/>
        </p:nvSpPr>
        <p:spPr>
          <a:xfrm>
            <a:off x="6982760" y="6809482"/>
            <a:ext cx="4325656" cy="1142585"/>
          </a:xfrm>
          <a:prstGeom prst="rect">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7" name="正方形/長方形 56"/>
          <p:cNvSpPr/>
          <p:nvPr userDrawn="1"/>
        </p:nvSpPr>
        <p:spPr>
          <a:xfrm>
            <a:off x="7164836" y="6982947"/>
            <a:ext cx="3961505" cy="795655"/>
          </a:xfrm>
          <a:prstGeom prst="rect">
            <a:avLst/>
          </a:prstGeom>
          <a:noFill/>
          <a:ln w="28575">
            <a:solidFill>
              <a:schemeClr val="bg1">
                <a:lumMod val="9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8" name="テキスト プレースホルダー 5"/>
          <p:cNvSpPr>
            <a:spLocks noGrp="1"/>
          </p:cNvSpPr>
          <p:nvPr>
            <p:ph type="body" sz="quarter" idx="30" hasCustomPrompt="1"/>
          </p:nvPr>
        </p:nvSpPr>
        <p:spPr>
          <a:xfrm>
            <a:off x="7404792" y="7048987"/>
            <a:ext cx="3481593"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59" name="正方形/長方形 58"/>
          <p:cNvSpPr/>
          <p:nvPr userDrawn="1"/>
        </p:nvSpPr>
        <p:spPr>
          <a:xfrm>
            <a:off x="12661972" y="2766067"/>
            <a:ext cx="4325656" cy="810797"/>
          </a:xfrm>
          <a:prstGeom prst="rect">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1" name="テキスト プレースホルダー 5"/>
          <p:cNvSpPr>
            <a:spLocks noGrp="1"/>
          </p:cNvSpPr>
          <p:nvPr>
            <p:ph type="body" sz="quarter" idx="31" hasCustomPrompt="1"/>
          </p:nvPr>
        </p:nvSpPr>
        <p:spPr>
          <a:xfrm>
            <a:off x="12835396" y="2836408"/>
            <a:ext cx="4003634" cy="663575"/>
          </a:xfrm>
          <a:prstGeom prst="rect">
            <a:avLst/>
          </a:prstGeom>
        </p:spPr>
        <p:txBody>
          <a:bodyPr anchor="ctr">
            <a:noAutofit/>
          </a:bodyPr>
          <a:lstStyle>
            <a:lvl1pPr algn="ctr">
              <a:lnSpc>
                <a:spcPct val="100000"/>
              </a:lnSpc>
              <a:spcBef>
                <a:spcPts val="0"/>
              </a:spcBef>
              <a:defRPr sz="3600" i="0" baseline="0">
                <a:solidFill>
                  <a:schemeClr val="accent2">
                    <a:lumMod val="75000"/>
                  </a:schemeClr>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62" name="正方形/長方形 61"/>
          <p:cNvSpPr/>
          <p:nvPr userDrawn="1"/>
        </p:nvSpPr>
        <p:spPr>
          <a:xfrm>
            <a:off x="12661972" y="3739488"/>
            <a:ext cx="4325656" cy="810797"/>
          </a:xfrm>
          <a:prstGeom prst="rect">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3" name="テキスト プレースホルダー 5"/>
          <p:cNvSpPr>
            <a:spLocks noGrp="1"/>
          </p:cNvSpPr>
          <p:nvPr>
            <p:ph type="body" sz="quarter" idx="32" hasCustomPrompt="1"/>
          </p:nvPr>
        </p:nvSpPr>
        <p:spPr>
          <a:xfrm>
            <a:off x="12835396" y="3809829"/>
            <a:ext cx="4003634" cy="663575"/>
          </a:xfrm>
          <a:prstGeom prst="rect">
            <a:avLst/>
          </a:prstGeom>
        </p:spPr>
        <p:txBody>
          <a:bodyPr anchor="ctr">
            <a:noAutofit/>
          </a:bodyPr>
          <a:lstStyle>
            <a:lvl1pPr algn="ctr">
              <a:lnSpc>
                <a:spcPct val="100000"/>
              </a:lnSpc>
              <a:spcBef>
                <a:spcPts val="0"/>
              </a:spcBef>
              <a:defRPr sz="3600" i="0" baseline="0">
                <a:solidFill>
                  <a:schemeClr val="accent2">
                    <a:lumMod val="75000"/>
                  </a:schemeClr>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64" name="正方形/長方形 63"/>
          <p:cNvSpPr/>
          <p:nvPr userDrawn="1"/>
        </p:nvSpPr>
        <p:spPr>
          <a:xfrm>
            <a:off x="12661972" y="4697777"/>
            <a:ext cx="4325656" cy="810797"/>
          </a:xfrm>
          <a:prstGeom prst="rect">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5" name="テキスト プレースホルダー 5"/>
          <p:cNvSpPr>
            <a:spLocks noGrp="1"/>
          </p:cNvSpPr>
          <p:nvPr>
            <p:ph type="body" sz="quarter" idx="33" hasCustomPrompt="1"/>
          </p:nvPr>
        </p:nvSpPr>
        <p:spPr>
          <a:xfrm>
            <a:off x="12835396" y="4768118"/>
            <a:ext cx="4003634" cy="663575"/>
          </a:xfrm>
          <a:prstGeom prst="rect">
            <a:avLst/>
          </a:prstGeom>
        </p:spPr>
        <p:txBody>
          <a:bodyPr anchor="ctr">
            <a:noAutofit/>
          </a:bodyPr>
          <a:lstStyle>
            <a:lvl1pPr algn="ctr">
              <a:lnSpc>
                <a:spcPct val="100000"/>
              </a:lnSpc>
              <a:spcBef>
                <a:spcPts val="0"/>
              </a:spcBef>
              <a:defRPr sz="3600" i="0" baseline="0">
                <a:solidFill>
                  <a:schemeClr val="accent2">
                    <a:lumMod val="75000"/>
                  </a:schemeClr>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66" name="正方形/長方形 65"/>
          <p:cNvSpPr/>
          <p:nvPr userDrawn="1"/>
        </p:nvSpPr>
        <p:spPr>
          <a:xfrm>
            <a:off x="12661972" y="5998685"/>
            <a:ext cx="4325656" cy="810797"/>
          </a:xfrm>
          <a:prstGeom prst="rect">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7" name="テキスト プレースホルダー 5"/>
          <p:cNvSpPr>
            <a:spLocks noGrp="1"/>
          </p:cNvSpPr>
          <p:nvPr>
            <p:ph type="body" sz="quarter" idx="34" hasCustomPrompt="1"/>
          </p:nvPr>
        </p:nvSpPr>
        <p:spPr>
          <a:xfrm>
            <a:off x="12835396" y="6069026"/>
            <a:ext cx="4003634" cy="663575"/>
          </a:xfrm>
          <a:prstGeom prst="rect">
            <a:avLst/>
          </a:prstGeom>
        </p:spPr>
        <p:txBody>
          <a:bodyPr anchor="ctr">
            <a:noAutofit/>
          </a:bodyPr>
          <a:lstStyle>
            <a:lvl1pPr algn="ctr">
              <a:lnSpc>
                <a:spcPct val="100000"/>
              </a:lnSpc>
              <a:spcBef>
                <a:spcPts val="0"/>
              </a:spcBef>
              <a:defRPr sz="3600" i="0" baseline="0">
                <a:solidFill>
                  <a:schemeClr val="accent2">
                    <a:lumMod val="75000"/>
                  </a:schemeClr>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68" name="正方形/長方形 67"/>
          <p:cNvSpPr/>
          <p:nvPr userDrawn="1"/>
        </p:nvSpPr>
        <p:spPr>
          <a:xfrm>
            <a:off x="12661972" y="6972106"/>
            <a:ext cx="4325656" cy="810797"/>
          </a:xfrm>
          <a:prstGeom prst="rect">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9" name="テキスト プレースホルダー 5"/>
          <p:cNvSpPr>
            <a:spLocks noGrp="1"/>
          </p:cNvSpPr>
          <p:nvPr>
            <p:ph type="body" sz="quarter" idx="35" hasCustomPrompt="1"/>
          </p:nvPr>
        </p:nvSpPr>
        <p:spPr>
          <a:xfrm>
            <a:off x="12835396" y="7042447"/>
            <a:ext cx="4003634" cy="663575"/>
          </a:xfrm>
          <a:prstGeom prst="rect">
            <a:avLst/>
          </a:prstGeom>
        </p:spPr>
        <p:txBody>
          <a:bodyPr anchor="ctr">
            <a:noAutofit/>
          </a:bodyPr>
          <a:lstStyle>
            <a:lvl1pPr algn="ctr">
              <a:lnSpc>
                <a:spcPct val="100000"/>
              </a:lnSpc>
              <a:spcBef>
                <a:spcPts val="0"/>
              </a:spcBef>
              <a:defRPr sz="3600" i="0" baseline="0">
                <a:solidFill>
                  <a:schemeClr val="accent2">
                    <a:lumMod val="75000"/>
                  </a:schemeClr>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70" name="正方形/長方形 69"/>
          <p:cNvSpPr/>
          <p:nvPr userDrawn="1"/>
        </p:nvSpPr>
        <p:spPr>
          <a:xfrm>
            <a:off x="12661972" y="7930395"/>
            <a:ext cx="4325656" cy="810797"/>
          </a:xfrm>
          <a:prstGeom prst="rect">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71" name="テキスト プレースホルダー 5"/>
          <p:cNvSpPr>
            <a:spLocks noGrp="1"/>
          </p:cNvSpPr>
          <p:nvPr>
            <p:ph type="body" sz="quarter" idx="36" hasCustomPrompt="1"/>
          </p:nvPr>
        </p:nvSpPr>
        <p:spPr>
          <a:xfrm>
            <a:off x="12835396" y="8000736"/>
            <a:ext cx="4003634" cy="663575"/>
          </a:xfrm>
          <a:prstGeom prst="rect">
            <a:avLst/>
          </a:prstGeom>
        </p:spPr>
        <p:txBody>
          <a:bodyPr anchor="ctr">
            <a:noAutofit/>
          </a:bodyPr>
          <a:lstStyle>
            <a:lvl1pPr algn="ctr">
              <a:lnSpc>
                <a:spcPct val="100000"/>
              </a:lnSpc>
              <a:spcBef>
                <a:spcPts val="0"/>
              </a:spcBef>
              <a:defRPr sz="3600" i="0" baseline="0">
                <a:solidFill>
                  <a:schemeClr val="accent2">
                    <a:lumMod val="75000"/>
                  </a:schemeClr>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cxnSp>
        <p:nvCxnSpPr>
          <p:cNvPr id="72" name="直線コネクタ 52"/>
          <p:cNvCxnSpPr>
            <a:stCxn id="7" idx="3"/>
            <a:endCxn id="50" idx="1"/>
          </p:cNvCxnSpPr>
          <p:nvPr userDrawn="1"/>
        </p:nvCxnSpPr>
        <p:spPr>
          <a:xfrm flipV="1">
            <a:off x="5331655" y="4151752"/>
            <a:ext cx="1651105" cy="1607124"/>
          </a:xfrm>
          <a:prstGeom prst="bentConnector3">
            <a:avLst>
              <a:gd name="adj1" fmla="val 50000"/>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3" name="直線コネクタ 52"/>
          <p:cNvCxnSpPr>
            <a:stCxn id="7" idx="3"/>
            <a:endCxn id="56" idx="1"/>
          </p:cNvCxnSpPr>
          <p:nvPr userDrawn="1"/>
        </p:nvCxnSpPr>
        <p:spPr>
          <a:xfrm>
            <a:off x="5331655" y="5758876"/>
            <a:ext cx="1651105" cy="1621899"/>
          </a:xfrm>
          <a:prstGeom prst="bentConnector3">
            <a:avLst>
              <a:gd name="adj1" fmla="val 50000"/>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5" name="直線コネクタ 52"/>
          <p:cNvCxnSpPr>
            <a:stCxn id="62" idx="1"/>
            <a:endCxn id="50" idx="3"/>
          </p:cNvCxnSpPr>
          <p:nvPr userDrawn="1"/>
        </p:nvCxnSpPr>
        <p:spPr>
          <a:xfrm flipH="1">
            <a:off x="11308416" y="4144887"/>
            <a:ext cx="1353556" cy="6865"/>
          </a:xfrm>
          <a:prstGeom prst="straightConnector1">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8" name="直線コネクタ 52"/>
          <p:cNvCxnSpPr>
            <a:stCxn id="68" idx="1"/>
            <a:endCxn id="56" idx="3"/>
          </p:cNvCxnSpPr>
          <p:nvPr userDrawn="1"/>
        </p:nvCxnSpPr>
        <p:spPr>
          <a:xfrm flipH="1">
            <a:off x="11308416" y="7377505"/>
            <a:ext cx="1353556" cy="3270"/>
          </a:xfrm>
          <a:prstGeom prst="straightConnector1">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3" name="直線コネクタ 52"/>
          <p:cNvCxnSpPr>
            <a:stCxn id="59" idx="1"/>
            <a:endCxn id="50" idx="3"/>
          </p:cNvCxnSpPr>
          <p:nvPr userDrawn="1"/>
        </p:nvCxnSpPr>
        <p:spPr>
          <a:xfrm rot="10800000" flipV="1">
            <a:off x="11308416" y="3171466"/>
            <a:ext cx="1353556" cy="980286"/>
          </a:xfrm>
          <a:prstGeom prst="bentConnector3">
            <a:avLst>
              <a:gd name="adj1" fmla="val 50000"/>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6" name="直線コネクタ 52"/>
          <p:cNvCxnSpPr>
            <a:stCxn id="64" idx="1"/>
            <a:endCxn id="50" idx="3"/>
          </p:cNvCxnSpPr>
          <p:nvPr userDrawn="1"/>
        </p:nvCxnSpPr>
        <p:spPr>
          <a:xfrm rot="10800000">
            <a:off x="11308416" y="4151752"/>
            <a:ext cx="1353556" cy="951424"/>
          </a:xfrm>
          <a:prstGeom prst="bentConnector3">
            <a:avLst>
              <a:gd name="adj1" fmla="val 50000"/>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9" name="直線コネクタ 52"/>
          <p:cNvCxnSpPr>
            <a:stCxn id="66" idx="1"/>
            <a:endCxn id="56" idx="3"/>
          </p:cNvCxnSpPr>
          <p:nvPr userDrawn="1"/>
        </p:nvCxnSpPr>
        <p:spPr>
          <a:xfrm rot="10800000" flipV="1">
            <a:off x="11308416" y="6404083"/>
            <a:ext cx="1353556" cy="976691"/>
          </a:xfrm>
          <a:prstGeom prst="bentConnector3">
            <a:avLst>
              <a:gd name="adj1" fmla="val 50000"/>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2" name="直線コネクタ 52"/>
          <p:cNvCxnSpPr>
            <a:stCxn id="70" idx="1"/>
            <a:endCxn id="56" idx="3"/>
          </p:cNvCxnSpPr>
          <p:nvPr userDrawn="1"/>
        </p:nvCxnSpPr>
        <p:spPr>
          <a:xfrm rot="10800000">
            <a:off x="11308416" y="7380776"/>
            <a:ext cx="1353556" cy="955019"/>
          </a:xfrm>
          <a:prstGeom prst="bentConnector3">
            <a:avLst>
              <a:gd name="adj1" fmla="val 50000"/>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229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8" decel="10000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0-#ppt_w/2"/>
                                          </p:val>
                                        </p:tav>
                                        <p:tav tm="100000">
                                          <p:val>
                                            <p:strVal val="#ppt_x"/>
                                          </p:val>
                                        </p:tav>
                                      </p:tavLst>
                                    </p:anim>
                                    <p:anim calcmode="lin" valueType="num">
                                      <p:cBhvr additive="base">
                                        <p:cTn id="17" dur="500" fill="hold"/>
                                        <p:tgtEl>
                                          <p:spTgt spid="8"/>
                                        </p:tgtEl>
                                        <p:attrNameLst>
                                          <p:attrName>ppt_y</p:attrName>
                                        </p:attrNameLst>
                                      </p:cBhvr>
                                      <p:tavLst>
                                        <p:tav tm="0">
                                          <p:val>
                                            <p:strVal val="#ppt_y"/>
                                          </p:val>
                                        </p:tav>
                                        <p:tav tm="100000">
                                          <p:val>
                                            <p:strVal val="#ppt_y"/>
                                          </p:val>
                                        </p:tav>
                                      </p:tavLst>
                                    </p:anim>
                                  </p:childTnLst>
                                </p:cTn>
                              </p:par>
                              <p:par>
                                <p:cTn id="18" presetID="2" presetClass="entr" presetSubtype="8" decel="100000" fill="hold" grpId="0" nodeType="withEffect">
                                  <p:stCondLst>
                                    <p:cond delay="0"/>
                                  </p:stCondLst>
                                  <p:childTnLst>
                                    <p:set>
                                      <p:cBhvr>
                                        <p:cTn id="19" dur="1" fill="hold">
                                          <p:stCondLst>
                                            <p:cond delay="0"/>
                                          </p:stCondLst>
                                        </p:cTn>
                                        <p:tgtEl>
                                          <p:spTgt spid="34">
                                            <p:txEl>
                                              <p:pRg st="0" end="0"/>
                                            </p:txEl>
                                          </p:spTgt>
                                        </p:tgtEl>
                                        <p:attrNameLst>
                                          <p:attrName>style.visibility</p:attrName>
                                        </p:attrNameLst>
                                      </p:cBhvr>
                                      <p:to>
                                        <p:strVal val="visible"/>
                                      </p:to>
                                    </p:set>
                                    <p:anim calcmode="lin" valueType="num">
                                      <p:cBhvr additive="base">
                                        <p:cTn id="20" dur="500" fill="hold"/>
                                        <p:tgtEl>
                                          <p:spTgt spid="34">
                                            <p:txEl>
                                              <p:pRg st="0" end="0"/>
                                            </p:txEl>
                                          </p:spTgt>
                                        </p:tgtEl>
                                        <p:attrNameLst>
                                          <p:attrName>ppt_x</p:attrName>
                                        </p:attrNameLst>
                                      </p:cBhvr>
                                      <p:tavLst>
                                        <p:tav tm="0">
                                          <p:val>
                                            <p:strVal val="0-#ppt_w/2"/>
                                          </p:val>
                                        </p:tav>
                                        <p:tav tm="100000">
                                          <p:val>
                                            <p:strVal val="#ppt_x"/>
                                          </p:val>
                                        </p:tav>
                                      </p:tavLst>
                                    </p:anim>
                                    <p:anim calcmode="lin" valueType="num">
                                      <p:cBhvr additive="base">
                                        <p:cTn id="21" dur="500" fill="hold"/>
                                        <p:tgtEl>
                                          <p:spTgt spid="34">
                                            <p:txEl>
                                              <p:pRg st="0" end="0"/>
                                            </p:txEl>
                                          </p:spTgt>
                                        </p:tgtEl>
                                        <p:attrNameLst>
                                          <p:attrName>ppt_y</p:attrName>
                                        </p:attrNameLst>
                                      </p:cBhvr>
                                      <p:tavLst>
                                        <p:tav tm="0">
                                          <p:val>
                                            <p:strVal val="#ppt_y"/>
                                          </p:val>
                                        </p:tav>
                                        <p:tav tm="100000">
                                          <p:val>
                                            <p:strVal val="#ppt_y"/>
                                          </p:val>
                                        </p:tav>
                                      </p:tavLst>
                                    </p:anim>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72"/>
                                        </p:tgtEl>
                                        <p:attrNameLst>
                                          <p:attrName>style.visibility</p:attrName>
                                        </p:attrNameLst>
                                      </p:cBhvr>
                                      <p:to>
                                        <p:strVal val="visible"/>
                                      </p:to>
                                    </p:set>
                                    <p:animEffect transition="in" filter="wipe(left)">
                                      <p:cBhvr>
                                        <p:cTn id="25" dur="500"/>
                                        <p:tgtEl>
                                          <p:spTgt spid="72"/>
                                        </p:tgtEl>
                                      </p:cBhvr>
                                    </p:animEffect>
                                  </p:childTnLst>
                                </p:cTn>
                              </p:par>
                              <p:par>
                                <p:cTn id="26" presetID="22" presetClass="entr" presetSubtype="8" fill="hold" nodeType="withEffect">
                                  <p:stCondLst>
                                    <p:cond delay="0"/>
                                  </p:stCondLst>
                                  <p:childTnLst>
                                    <p:set>
                                      <p:cBhvr>
                                        <p:cTn id="27" dur="1" fill="hold">
                                          <p:stCondLst>
                                            <p:cond delay="0"/>
                                          </p:stCondLst>
                                        </p:cTn>
                                        <p:tgtEl>
                                          <p:spTgt spid="73"/>
                                        </p:tgtEl>
                                        <p:attrNameLst>
                                          <p:attrName>style.visibility</p:attrName>
                                        </p:attrNameLst>
                                      </p:cBhvr>
                                      <p:to>
                                        <p:strVal val="visible"/>
                                      </p:to>
                                    </p:set>
                                    <p:animEffect transition="in" filter="wipe(left)">
                                      <p:cBhvr>
                                        <p:cTn id="28" dur="500"/>
                                        <p:tgtEl>
                                          <p:spTgt spid="73"/>
                                        </p:tgtEl>
                                      </p:cBhvr>
                                    </p:animEffect>
                                  </p:childTnLst>
                                </p:cTn>
                              </p:par>
                            </p:childTnLst>
                          </p:cTn>
                        </p:par>
                        <p:par>
                          <p:cTn id="29" fill="hold">
                            <p:stCondLst>
                              <p:cond delay="1500"/>
                            </p:stCondLst>
                            <p:childTnLst>
                              <p:par>
                                <p:cTn id="30" presetID="10" presetClass="entr" presetSubtype="0" fill="hold" grpId="0" nodeType="afterEffect">
                                  <p:stCondLst>
                                    <p:cond delay="0"/>
                                  </p:stCondLst>
                                  <p:childTnLst>
                                    <p:set>
                                      <p:cBhvr>
                                        <p:cTn id="31" dur="1" fill="hold">
                                          <p:stCondLst>
                                            <p:cond delay="0"/>
                                          </p:stCondLst>
                                        </p:cTn>
                                        <p:tgtEl>
                                          <p:spTgt spid="50"/>
                                        </p:tgtEl>
                                        <p:attrNameLst>
                                          <p:attrName>style.visibility</p:attrName>
                                        </p:attrNameLst>
                                      </p:cBhvr>
                                      <p:to>
                                        <p:strVal val="visible"/>
                                      </p:to>
                                    </p:set>
                                    <p:animEffect transition="in" filter="fade">
                                      <p:cBhvr>
                                        <p:cTn id="32" dur="500"/>
                                        <p:tgtEl>
                                          <p:spTgt spid="5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fade">
                                      <p:cBhvr>
                                        <p:cTn id="35" dur="500"/>
                                        <p:tgtEl>
                                          <p:spTgt spid="5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2">
                                            <p:txEl>
                                              <p:pRg st="0" end="0"/>
                                            </p:txEl>
                                          </p:spTgt>
                                        </p:tgtEl>
                                        <p:attrNameLst>
                                          <p:attrName>style.visibility</p:attrName>
                                        </p:attrNameLst>
                                      </p:cBhvr>
                                      <p:to>
                                        <p:strVal val="visible"/>
                                      </p:to>
                                    </p:set>
                                    <p:animEffect transition="in" filter="fade">
                                      <p:cBhvr>
                                        <p:cTn id="38" dur="500"/>
                                        <p:tgtEl>
                                          <p:spTgt spid="52">
                                            <p:txEl>
                                              <p:pRg st="0" end="0"/>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animEffect transition="in" filter="fade">
                                      <p:cBhvr>
                                        <p:cTn id="41" dur="500"/>
                                        <p:tgtEl>
                                          <p:spTgt spid="5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7"/>
                                        </p:tgtEl>
                                        <p:attrNameLst>
                                          <p:attrName>style.visibility</p:attrName>
                                        </p:attrNameLst>
                                      </p:cBhvr>
                                      <p:to>
                                        <p:strVal val="visible"/>
                                      </p:to>
                                    </p:set>
                                    <p:animEffect transition="in" filter="fade">
                                      <p:cBhvr>
                                        <p:cTn id="44" dur="500"/>
                                        <p:tgtEl>
                                          <p:spTgt spid="5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8">
                                            <p:txEl>
                                              <p:pRg st="0" end="0"/>
                                            </p:txEl>
                                          </p:spTgt>
                                        </p:tgtEl>
                                        <p:attrNameLst>
                                          <p:attrName>style.visibility</p:attrName>
                                        </p:attrNameLst>
                                      </p:cBhvr>
                                      <p:to>
                                        <p:strVal val="visible"/>
                                      </p:to>
                                    </p:set>
                                    <p:animEffect transition="in" filter="fade">
                                      <p:cBhvr>
                                        <p:cTn id="47" dur="500"/>
                                        <p:tgtEl>
                                          <p:spTgt spid="58">
                                            <p:txEl>
                                              <p:pRg st="0" end="0"/>
                                            </p:txEl>
                                          </p:spTgt>
                                        </p:tgtEl>
                                      </p:cBhvr>
                                    </p:animEffect>
                                  </p:childTnLst>
                                </p:cTn>
                              </p:par>
                            </p:childTnLst>
                          </p:cTn>
                        </p:par>
                        <p:par>
                          <p:cTn id="48" fill="hold">
                            <p:stCondLst>
                              <p:cond delay="2000"/>
                            </p:stCondLst>
                            <p:childTnLst>
                              <p:par>
                                <p:cTn id="49" presetID="22" presetClass="entr" presetSubtype="8" fill="hold" nodeType="afterEffect">
                                  <p:stCondLst>
                                    <p:cond delay="0"/>
                                  </p:stCondLst>
                                  <p:childTnLst>
                                    <p:set>
                                      <p:cBhvr>
                                        <p:cTn id="50" dur="1" fill="hold">
                                          <p:stCondLst>
                                            <p:cond delay="0"/>
                                          </p:stCondLst>
                                        </p:cTn>
                                        <p:tgtEl>
                                          <p:spTgt spid="75"/>
                                        </p:tgtEl>
                                        <p:attrNameLst>
                                          <p:attrName>style.visibility</p:attrName>
                                        </p:attrNameLst>
                                      </p:cBhvr>
                                      <p:to>
                                        <p:strVal val="visible"/>
                                      </p:to>
                                    </p:set>
                                    <p:animEffect transition="in" filter="wipe(left)">
                                      <p:cBhvr>
                                        <p:cTn id="51" dur="500"/>
                                        <p:tgtEl>
                                          <p:spTgt spid="75"/>
                                        </p:tgtEl>
                                      </p:cBhvr>
                                    </p:animEffect>
                                  </p:childTnLst>
                                </p:cTn>
                              </p:par>
                              <p:par>
                                <p:cTn id="52" presetID="22" presetClass="entr" presetSubtype="8" fill="hold" nodeType="withEffect">
                                  <p:stCondLst>
                                    <p:cond delay="0"/>
                                  </p:stCondLst>
                                  <p:childTnLst>
                                    <p:set>
                                      <p:cBhvr>
                                        <p:cTn id="53" dur="1" fill="hold">
                                          <p:stCondLst>
                                            <p:cond delay="0"/>
                                          </p:stCondLst>
                                        </p:cTn>
                                        <p:tgtEl>
                                          <p:spTgt spid="78"/>
                                        </p:tgtEl>
                                        <p:attrNameLst>
                                          <p:attrName>style.visibility</p:attrName>
                                        </p:attrNameLst>
                                      </p:cBhvr>
                                      <p:to>
                                        <p:strVal val="visible"/>
                                      </p:to>
                                    </p:set>
                                    <p:animEffect transition="in" filter="wipe(left)">
                                      <p:cBhvr>
                                        <p:cTn id="54" dur="500"/>
                                        <p:tgtEl>
                                          <p:spTgt spid="78"/>
                                        </p:tgtEl>
                                      </p:cBhvr>
                                    </p:animEffect>
                                  </p:childTnLst>
                                </p:cTn>
                              </p:par>
                              <p:par>
                                <p:cTn id="55" presetID="22" presetClass="entr" presetSubtype="8" fill="hold" nodeType="withEffect">
                                  <p:stCondLst>
                                    <p:cond delay="0"/>
                                  </p:stCondLst>
                                  <p:childTnLst>
                                    <p:set>
                                      <p:cBhvr>
                                        <p:cTn id="56" dur="1" fill="hold">
                                          <p:stCondLst>
                                            <p:cond delay="0"/>
                                          </p:stCondLst>
                                        </p:cTn>
                                        <p:tgtEl>
                                          <p:spTgt spid="83"/>
                                        </p:tgtEl>
                                        <p:attrNameLst>
                                          <p:attrName>style.visibility</p:attrName>
                                        </p:attrNameLst>
                                      </p:cBhvr>
                                      <p:to>
                                        <p:strVal val="visible"/>
                                      </p:to>
                                    </p:set>
                                    <p:animEffect transition="in" filter="wipe(left)">
                                      <p:cBhvr>
                                        <p:cTn id="57" dur="500"/>
                                        <p:tgtEl>
                                          <p:spTgt spid="83"/>
                                        </p:tgtEl>
                                      </p:cBhvr>
                                    </p:animEffect>
                                  </p:childTnLst>
                                </p:cTn>
                              </p:par>
                              <p:par>
                                <p:cTn id="58" presetID="22" presetClass="entr" presetSubtype="8" fill="hold" nodeType="withEffect">
                                  <p:stCondLst>
                                    <p:cond delay="0"/>
                                  </p:stCondLst>
                                  <p:childTnLst>
                                    <p:set>
                                      <p:cBhvr>
                                        <p:cTn id="59" dur="1" fill="hold">
                                          <p:stCondLst>
                                            <p:cond delay="0"/>
                                          </p:stCondLst>
                                        </p:cTn>
                                        <p:tgtEl>
                                          <p:spTgt spid="86"/>
                                        </p:tgtEl>
                                        <p:attrNameLst>
                                          <p:attrName>style.visibility</p:attrName>
                                        </p:attrNameLst>
                                      </p:cBhvr>
                                      <p:to>
                                        <p:strVal val="visible"/>
                                      </p:to>
                                    </p:set>
                                    <p:animEffect transition="in" filter="wipe(left)">
                                      <p:cBhvr>
                                        <p:cTn id="60" dur="500"/>
                                        <p:tgtEl>
                                          <p:spTgt spid="86"/>
                                        </p:tgtEl>
                                      </p:cBhvr>
                                    </p:animEffect>
                                  </p:childTnLst>
                                </p:cTn>
                              </p:par>
                              <p:par>
                                <p:cTn id="61" presetID="22" presetClass="entr" presetSubtype="8" fill="hold" nodeType="withEffect">
                                  <p:stCondLst>
                                    <p:cond delay="0"/>
                                  </p:stCondLst>
                                  <p:childTnLst>
                                    <p:set>
                                      <p:cBhvr>
                                        <p:cTn id="62" dur="1" fill="hold">
                                          <p:stCondLst>
                                            <p:cond delay="0"/>
                                          </p:stCondLst>
                                        </p:cTn>
                                        <p:tgtEl>
                                          <p:spTgt spid="89"/>
                                        </p:tgtEl>
                                        <p:attrNameLst>
                                          <p:attrName>style.visibility</p:attrName>
                                        </p:attrNameLst>
                                      </p:cBhvr>
                                      <p:to>
                                        <p:strVal val="visible"/>
                                      </p:to>
                                    </p:set>
                                    <p:animEffect transition="in" filter="wipe(left)">
                                      <p:cBhvr>
                                        <p:cTn id="63" dur="500"/>
                                        <p:tgtEl>
                                          <p:spTgt spid="89"/>
                                        </p:tgtEl>
                                      </p:cBhvr>
                                    </p:animEffect>
                                  </p:childTnLst>
                                </p:cTn>
                              </p:par>
                              <p:par>
                                <p:cTn id="64" presetID="22" presetClass="entr" presetSubtype="8" fill="hold" nodeType="withEffect">
                                  <p:stCondLst>
                                    <p:cond delay="0"/>
                                  </p:stCondLst>
                                  <p:childTnLst>
                                    <p:set>
                                      <p:cBhvr>
                                        <p:cTn id="65" dur="1" fill="hold">
                                          <p:stCondLst>
                                            <p:cond delay="0"/>
                                          </p:stCondLst>
                                        </p:cTn>
                                        <p:tgtEl>
                                          <p:spTgt spid="92"/>
                                        </p:tgtEl>
                                        <p:attrNameLst>
                                          <p:attrName>style.visibility</p:attrName>
                                        </p:attrNameLst>
                                      </p:cBhvr>
                                      <p:to>
                                        <p:strVal val="visible"/>
                                      </p:to>
                                    </p:set>
                                    <p:animEffect transition="in" filter="wipe(left)">
                                      <p:cBhvr>
                                        <p:cTn id="66" dur="500"/>
                                        <p:tgtEl>
                                          <p:spTgt spid="92"/>
                                        </p:tgtEl>
                                      </p:cBhvr>
                                    </p:animEffect>
                                  </p:childTnLst>
                                </p:cTn>
                              </p:par>
                            </p:childTnLst>
                          </p:cTn>
                        </p:par>
                        <p:par>
                          <p:cTn id="67" fill="hold">
                            <p:stCondLst>
                              <p:cond delay="2500"/>
                            </p:stCondLst>
                            <p:childTnLst>
                              <p:par>
                                <p:cTn id="68" presetID="10" presetClass="entr" presetSubtype="0" fill="hold" grpId="0" nodeType="afterEffect">
                                  <p:stCondLst>
                                    <p:cond delay="0"/>
                                  </p:stCondLst>
                                  <p:childTnLst>
                                    <p:set>
                                      <p:cBhvr>
                                        <p:cTn id="69" dur="1" fill="hold">
                                          <p:stCondLst>
                                            <p:cond delay="0"/>
                                          </p:stCondLst>
                                        </p:cTn>
                                        <p:tgtEl>
                                          <p:spTgt spid="59"/>
                                        </p:tgtEl>
                                        <p:attrNameLst>
                                          <p:attrName>style.visibility</p:attrName>
                                        </p:attrNameLst>
                                      </p:cBhvr>
                                      <p:to>
                                        <p:strVal val="visible"/>
                                      </p:to>
                                    </p:set>
                                    <p:animEffect transition="in" filter="fade">
                                      <p:cBhvr>
                                        <p:cTn id="70" dur="500"/>
                                        <p:tgtEl>
                                          <p:spTgt spid="5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1">
                                            <p:txEl>
                                              <p:pRg st="0" end="0"/>
                                            </p:txEl>
                                          </p:spTgt>
                                        </p:tgtEl>
                                        <p:attrNameLst>
                                          <p:attrName>style.visibility</p:attrName>
                                        </p:attrNameLst>
                                      </p:cBhvr>
                                      <p:to>
                                        <p:strVal val="visible"/>
                                      </p:to>
                                    </p:set>
                                    <p:animEffect transition="in" filter="fade">
                                      <p:cBhvr>
                                        <p:cTn id="73" dur="500"/>
                                        <p:tgtEl>
                                          <p:spTgt spid="61">
                                            <p:txEl>
                                              <p:pRg st="0" end="0"/>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2"/>
                                        </p:tgtEl>
                                        <p:attrNameLst>
                                          <p:attrName>style.visibility</p:attrName>
                                        </p:attrNameLst>
                                      </p:cBhvr>
                                      <p:to>
                                        <p:strVal val="visible"/>
                                      </p:to>
                                    </p:set>
                                    <p:animEffect transition="in" filter="fade">
                                      <p:cBhvr>
                                        <p:cTn id="76" dur="500"/>
                                        <p:tgtEl>
                                          <p:spTgt spid="6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63">
                                            <p:txEl>
                                              <p:pRg st="0" end="0"/>
                                            </p:txEl>
                                          </p:spTgt>
                                        </p:tgtEl>
                                        <p:attrNameLst>
                                          <p:attrName>style.visibility</p:attrName>
                                        </p:attrNameLst>
                                      </p:cBhvr>
                                      <p:to>
                                        <p:strVal val="visible"/>
                                      </p:to>
                                    </p:set>
                                    <p:animEffect transition="in" filter="fade">
                                      <p:cBhvr>
                                        <p:cTn id="79" dur="500"/>
                                        <p:tgtEl>
                                          <p:spTgt spid="63">
                                            <p:txEl>
                                              <p:pRg st="0" end="0"/>
                                            </p:txEl>
                                          </p:spTgt>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64"/>
                                        </p:tgtEl>
                                        <p:attrNameLst>
                                          <p:attrName>style.visibility</p:attrName>
                                        </p:attrNameLst>
                                      </p:cBhvr>
                                      <p:to>
                                        <p:strVal val="visible"/>
                                      </p:to>
                                    </p:set>
                                    <p:animEffect transition="in" filter="fade">
                                      <p:cBhvr>
                                        <p:cTn id="82" dur="500"/>
                                        <p:tgtEl>
                                          <p:spTgt spid="64"/>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65">
                                            <p:txEl>
                                              <p:pRg st="0" end="0"/>
                                            </p:txEl>
                                          </p:spTgt>
                                        </p:tgtEl>
                                        <p:attrNameLst>
                                          <p:attrName>style.visibility</p:attrName>
                                        </p:attrNameLst>
                                      </p:cBhvr>
                                      <p:to>
                                        <p:strVal val="visible"/>
                                      </p:to>
                                    </p:set>
                                    <p:animEffect transition="in" filter="fade">
                                      <p:cBhvr>
                                        <p:cTn id="85" dur="500"/>
                                        <p:tgtEl>
                                          <p:spTgt spid="65">
                                            <p:txEl>
                                              <p:pRg st="0" end="0"/>
                                            </p:txEl>
                                          </p:spTgt>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66"/>
                                        </p:tgtEl>
                                        <p:attrNameLst>
                                          <p:attrName>style.visibility</p:attrName>
                                        </p:attrNameLst>
                                      </p:cBhvr>
                                      <p:to>
                                        <p:strVal val="visible"/>
                                      </p:to>
                                    </p:set>
                                    <p:animEffect transition="in" filter="fade">
                                      <p:cBhvr>
                                        <p:cTn id="88" dur="500"/>
                                        <p:tgtEl>
                                          <p:spTgt spid="66"/>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7">
                                            <p:txEl>
                                              <p:pRg st="0" end="0"/>
                                            </p:txEl>
                                          </p:spTgt>
                                        </p:tgtEl>
                                        <p:attrNameLst>
                                          <p:attrName>style.visibility</p:attrName>
                                        </p:attrNameLst>
                                      </p:cBhvr>
                                      <p:to>
                                        <p:strVal val="visible"/>
                                      </p:to>
                                    </p:set>
                                    <p:animEffect transition="in" filter="fade">
                                      <p:cBhvr>
                                        <p:cTn id="91" dur="500"/>
                                        <p:tgtEl>
                                          <p:spTgt spid="67">
                                            <p:txEl>
                                              <p:pRg st="0" end="0"/>
                                            </p:txEl>
                                          </p:spTgt>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8"/>
                                        </p:tgtEl>
                                        <p:attrNameLst>
                                          <p:attrName>style.visibility</p:attrName>
                                        </p:attrNameLst>
                                      </p:cBhvr>
                                      <p:to>
                                        <p:strVal val="visible"/>
                                      </p:to>
                                    </p:set>
                                    <p:animEffect transition="in" filter="fade">
                                      <p:cBhvr>
                                        <p:cTn id="94" dur="500"/>
                                        <p:tgtEl>
                                          <p:spTgt spid="68"/>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9">
                                            <p:txEl>
                                              <p:pRg st="0" end="0"/>
                                            </p:txEl>
                                          </p:spTgt>
                                        </p:tgtEl>
                                        <p:attrNameLst>
                                          <p:attrName>style.visibility</p:attrName>
                                        </p:attrNameLst>
                                      </p:cBhvr>
                                      <p:to>
                                        <p:strVal val="visible"/>
                                      </p:to>
                                    </p:set>
                                    <p:animEffect transition="in" filter="fade">
                                      <p:cBhvr>
                                        <p:cTn id="97" dur="500"/>
                                        <p:tgtEl>
                                          <p:spTgt spid="69">
                                            <p:txEl>
                                              <p:pRg st="0" end="0"/>
                                            </p:txEl>
                                          </p:spTgt>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70"/>
                                        </p:tgtEl>
                                        <p:attrNameLst>
                                          <p:attrName>style.visibility</p:attrName>
                                        </p:attrNameLst>
                                      </p:cBhvr>
                                      <p:to>
                                        <p:strVal val="visible"/>
                                      </p:to>
                                    </p:set>
                                    <p:animEffect transition="in" filter="fade">
                                      <p:cBhvr>
                                        <p:cTn id="100" dur="500"/>
                                        <p:tgtEl>
                                          <p:spTgt spid="70"/>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71">
                                            <p:txEl>
                                              <p:pRg st="0" end="0"/>
                                            </p:txEl>
                                          </p:spTgt>
                                        </p:tgtEl>
                                        <p:attrNameLst>
                                          <p:attrName>style.visibility</p:attrName>
                                        </p:attrNameLst>
                                      </p:cBhvr>
                                      <p:to>
                                        <p:strVal val="visible"/>
                                      </p:to>
                                    </p:set>
                                    <p:animEffect transition="in" filter="fade">
                                      <p:cBhvr>
                                        <p:cTn id="103" dur="500"/>
                                        <p:tgtEl>
                                          <p:spTgt spid="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7" grpId="0" animBg="1"/>
      <p:bldP spid="8" grpId="0" animBg="1"/>
      <p:bldP spid="34" grpId="0" build="p">
        <p:tmplLst>
          <p:tmpl lvl="1">
            <p:tnLst>
              <p:par>
                <p:cTn presetID="2" presetClass="entr" presetSubtype="8" decel="10000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0-#ppt_w/2"/>
                          </p:val>
                        </p:tav>
                        <p:tav tm="100000">
                          <p:val>
                            <p:strVal val="#ppt_x"/>
                          </p:val>
                        </p:tav>
                      </p:tavLst>
                    </p:anim>
                    <p:anim calcmode="lin" valueType="num">
                      <p:cBhvr additive="base">
                        <p:cTn dur="500" fill="hold"/>
                        <p:tgtEl>
                          <p:spTgt spid="34"/>
                        </p:tgtEl>
                        <p:attrNameLst>
                          <p:attrName>ppt_y</p:attrName>
                        </p:attrNameLst>
                      </p:cBhvr>
                      <p:tavLst>
                        <p:tav tm="0">
                          <p:val>
                            <p:strVal val="#ppt_y"/>
                          </p:val>
                        </p:tav>
                        <p:tav tm="100000">
                          <p:val>
                            <p:strVal val="#ppt_y"/>
                          </p:val>
                        </p:tav>
                      </p:tavLst>
                    </p:anim>
                  </p:childTnLst>
                </p:cTn>
              </p:par>
            </p:tnLst>
          </p:tmpl>
        </p:tmplLst>
      </p:bldP>
      <p:bldP spid="50" grpId="0" animBg="1"/>
      <p:bldP spid="51" grpId="0" animBg="1"/>
      <p:bldP spid="52" grpId="0" build="p">
        <p:tmplLst>
          <p:tmpl lvl="1">
            <p:tnLst>
              <p:par>
                <p:cTn presetID="10" presetClass="entr" presetSubtype="0" fill="hold" nodeType="withEffect">
                  <p:stCondLst>
                    <p:cond delay="0"/>
                  </p:stCondLst>
                  <p:childTnLst>
                    <p:set>
                      <p:cBhvr>
                        <p:cTn dur="1" fill="hold">
                          <p:stCondLst>
                            <p:cond delay="0"/>
                          </p:stCondLst>
                        </p:cTn>
                        <p:tgtEl>
                          <p:spTgt spid="52"/>
                        </p:tgtEl>
                        <p:attrNameLst>
                          <p:attrName>style.visibility</p:attrName>
                        </p:attrNameLst>
                      </p:cBhvr>
                      <p:to>
                        <p:strVal val="visible"/>
                      </p:to>
                    </p:set>
                    <p:animEffect transition="in" filter="fade">
                      <p:cBhvr>
                        <p:cTn dur="500"/>
                        <p:tgtEl>
                          <p:spTgt spid="52"/>
                        </p:tgtEl>
                      </p:cBhvr>
                    </p:animEffect>
                  </p:childTnLst>
                </p:cTn>
              </p:par>
            </p:tnLst>
          </p:tmpl>
        </p:tmplLst>
      </p:bldP>
      <p:bldP spid="56" grpId="0" animBg="1"/>
      <p:bldP spid="57" grpId="0" animBg="1"/>
      <p:bldP spid="58" grpId="0" build="p">
        <p:tmplLst>
          <p:tmpl lvl="1">
            <p:tnLst>
              <p:par>
                <p:cTn presetID="10" presetClass="entr" presetSubtype="0" fill="hold" nodeType="withEffect">
                  <p:stCondLst>
                    <p:cond delay="0"/>
                  </p:stCondLst>
                  <p:childTnLst>
                    <p:set>
                      <p:cBhvr>
                        <p:cTn dur="1" fill="hold">
                          <p:stCondLst>
                            <p:cond delay="0"/>
                          </p:stCondLst>
                        </p:cTn>
                        <p:tgtEl>
                          <p:spTgt spid="58"/>
                        </p:tgtEl>
                        <p:attrNameLst>
                          <p:attrName>style.visibility</p:attrName>
                        </p:attrNameLst>
                      </p:cBhvr>
                      <p:to>
                        <p:strVal val="visible"/>
                      </p:to>
                    </p:set>
                    <p:animEffect transition="in" filter="fade">
                      <p:cBhvr>
                        <p:cTn dur="500"/>
                        <p:tgtEl>
                          <p:spTgt spid="58"/>
                        </p:tgtEl>
                      </p:cBhvr>
                    </p:animEffect>
                  </p:childTnLst>
                </p:cTn>
              </p:par>
            </p:tnLst>
          </p:tmpl>
        </p:tmplLst>
      </p:bldP>
      <p:bldP spid="59" grpId="0" animBg="1"/>
      <p:bldP spid="61" grpId="0" build="p">
        <p:tmplLst>
          <p:tmpl lvl="1">
            <p:tnLst>
              <p:par>
                <p:cTn presetID="10" presetClass="entr" presetSubtype="0" fill="hold" nodeType="with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fade">
                      <p:cBhvr>
                        <p:cTn dur="500"/>
                        <p:tgtEl>
                          <p:spTgt spid="61"/>
                        </p:tgtEl>
                      </p:cBhvr>
                    </p:animEffect>
                  </p:childTnLst>
                </p:cTn>
              </p:par>
            </p:tnLst>
          </p:tmpl>
        </p:tmplLst>
      </p:bldP>
      <p:bldP spid="62" grpId="0" animBg="1"/>
      <p:bldP spid="63" grpId="0" build="p">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4" grpId="0" animBg="1"/>
      <p:bldP spid="65" grpId="0" build="p">
        <p:tmplLst>
          <p:tmpl lvl="1">
            <p:tnLst>
              <p:par>
                <p:cTn presetID="10" presetClass="entr" presetSubtype="0" fill="hold" nodeType="withEffect">
                  <p:stCondLst>
                    <p:cond delay="0"/>
                  </p:stCondLst>
                  <p:childTnLst>
                    <p:set>
                      <p:cBhvr>
                        <p:cTn dur="1" fill="hold">
                          <p:stCondLst>
                            <p:cond delay="0"/>
                          </p:stCondLst>
                        </p:cTn>
                        <p:tgtEl>
                          <p:spTgt spid="65"/>
                        </p:tgtEl>
                        <p:attrNameLst>
                          <p:attrName>style.visibility</p:attrName>
                        </p:attrNameLst>
                      </p:cBhvr>
                      <p:to>
                        <p:strVal val="visible"/>
                      </p:to>
                    </p:set>
                    <p:animEffect transition="in" filter="fade">
                      <p:cBhvr>
                        <p:cTn dur="500"/>
                        <p:tgtEl>
                          <p:spTgt spid="65"/>
                        </p:tgtEl>
                      </p:cBhvr>
                    </p:animEffect>
                  </p:childTnLst>
                </p:cTn>
              </p:par>
            </p:tnLst>
          </p:tmpl>
        </p:tmplLst>
      </p:bldP>
      <p:bldP spid="66" grpId="0" animBg="1"/>
      <p:bldP spid="67" grpId="0" build="p">
        <p:tmplLst>
          <p:tmpl lvl="1">
            <p:tnLst>
              <p:par>
                <p:cTn presetID="10" presetClass="entr" presetSubtype="0" fill="hold" nodeType="withEffect">
                  <p:stCondLst>
                    <p:cond delay="0"/>
                  </p:stCondLst>
                  <p:childTnLst>
                    <p:set>
                      <p:cBhvr>
                        <p:cTn dur="1" fill="hold">
                          <p:stCondLst>
                            <p:cond delay="0"/>
                          </p:stCondLst>
                        </p:cTn>
                        <p:tgtEl>
                          <p:spTgt spid="67"/>
                        </p:tgtEl>
                        <p:attrNameLst>
                          <p:attrName>style.visibility</p:attrName>
                        </p:attrNameLst>
                      </p:cBhvr>
                      <p:to>
                        <p:strVal val="visible"/>
                      </p:to>
                    </p:set>
                    <p:animEffect transition="in" filter="fade">
                      <p:cBhvr>
                        <p:cTn dur="500"/>
                        <p:tgtEl>
                          <p:spTgt spid="67"/>
                        </p:tgtEl>
                      </p:cBhvr>
                    </p:animEffect>
                  </p:childTnLst>
                </p:cTn>
              </p:par>
            </p:tnLst>
          </p:tmpl>
        </p:tmplLst>
      </p:bldP>
      <p:bldP spid="68" grpId="0" animBg="1"/>
      <p:bldP spid="69" grpId="0" build="p">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0" grpId="0" animBg="1"/>
      <p:bldP spid="71" grpId="0" build="p">
        <p:tmplLst>
          <p:tmpl lvl="1">
            <p:tnLst>
              <p:par>
                <p:cTn presetID="10" presetClass="entr" presetSubtype="0" fill="hold" nodeType="withEffect">
                  <p:stCondLst>
                    <p:cond delay="0"/>
                  </p:stCondLst>
                  <p:childTnLst>
                    <p:set>
                      <p:cBhvr>
                        <p:cTn dur="1" fill="hold">
                          <p:stCondLst>
                            <p:cond delay="0"/>
                          </p:stCondLst>
                        </p:cTn>
                        <p:tgtEl>
                          <p:spTgt spid="71"/>
                        </p:tgtEl>
                        <p:attrNameLst>
                          <p:attrName>style.visibility</p:attrName>
                        </p:attrNameLst>
                      </p:cBhvr>
                      <p:to>
                        <p:strVal val="visible"/>
                      </p:to>
                    </p:set>
                    <p:animEffect transition="in" filter="fade">
                      <p:cBhvr>
                        <p:cTn dur="500"/>
                        <p:tgtEl>
                          <p:spTgt spid="71"/>
                        </p:tgtEl>
                      </p:cBhvr>
                    </p:animEffect>
                  </p:childTnLst>
                </p:cTn>
              </p:par>
            </p:tnLst>
          </p:tmpl>
        </p:tmplLst>
      </p:bldP>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imple List with 2 Item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30" name="山形 29"/>
          <p:cNvSpPr/>
          <p:nvPr userDrawn="1"/>
        </p:nvSpPr>
        <p:spPr>
          <a:xfrm>
            <a:off x="2607071" y="4738549"/>
            <a:ext cx="380632" cy="380632"/>
          </a:xfrm>
          <a:prstGeom prst="chevron">
            <a:avLst/>
          </a:prstGeom>
          <a:blipFill dpi="0" rotWithShape="0">
            <a:blip r:embed="rId2"/>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2" name="テキスト プレースホルダー 5"/>
          <p:cNvSpPr>
            <a:spLocks noGrp="1"/>
          </p:cNvSpPr>
          <p:nvPr>
            <p:ph type="body" sz="quarter" idx="14" hasCustomPrompt="1"/>
          </p:nvPr>
        </p:nvSpPr>
        <p:spPr>
          <a:xfrm>
            <a:off x="3099183" y="4628347"/>
            <a:ext cx="12678393" cy="1130665"/>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p:txBody>
      </p:sp>
      <p:sp>
        <p:nvSpPr>
          <p:cNvPr id="33" name="山形 32"/>
          <p:cNvSpPr/>
          <p:nvPr userDrawn="1"/>
        </p:nvSpPr>
        <p:spPr>
          <a:xfrm>
            <a:off x="2607071" y="5802368"/>
            <a:ext cx="380632" cy="380632"/>
          </a:xfrm>
          <a:prstGeom prst="chevron">
            <a:avLst/>
          </a:prstGeom>
          <a:blipFill dpi="0" rotWithShape="0">
            <a:blip r:embed="rId2"/>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4" name="テキスト プレースホルダー 5"/>
          <p:cNvSpPr>
            <a:spLocks noGrp="1"/>
          </p:cNvSpPr>
          <p:nvPr>
            <p:ph type="body" sz="quarter" idx="15" hasCustomPrompt="1"/>
          </p:nvPr>
        </p:nvSpPr>
        <p:spPr>
          <a:xfrm>
            <a:off x="3099183" y="5692166"/>
            <a:ext cx="12678393" cy="1130665"/>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p:txBody>
      </p:sp>
      <p:cxnSp>
        <p:nvCxnSpPr>
          <p:cNvPr id="36" name="直線コネクタ 52"/>
          <p:cNvCxnSpPr/>
          <p:nvPr userDrawn="1"/>
        </p:nvCxnSpPr>
        <p:spPr>
          <a:xfrm flipH="1">
            <a:off x="2550800" y="4093694"/>
            <a:ext cx="15740375" cy="0"/>
          </a:xfrm>
          <a:prstGeom prst="straightConnector1">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5497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par>
                          <p:cTn id="13" fill="hold">
                            <p:stCondLst>
                              <p:cond delay="1000"/>
                            </p:stCondLst>
                            <p:childTnLst>
                              <p:par>
                                <p:cTn id="14" presetID="2" presetClass="entr" presetSubtype="8" decel="100000"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additive="base">
                                        <p:cTn id="16" dur="500" fill="hold"/>
                                        <p:tgtEl>
                                          <p:spTgt spid="30"/>
                                        </p:tgtEl>
                                        <p:attrNameLst>
                                          <p:attrName>ppt_x</p:attrName>
                                        </p:attrNameLst>
                                      </p:cBhvr>
                                      <p:tavLst>
                                        <p:tav tm="0">
                                          <p:val>
                                            <p:strVal val="0-#ppt_w/2"/>
                                          </p:val>
                                        </p:tav>
                                        <p:tav tm="100000">
                                          <p:val>
                                            <p:strVal val="#ppt_x"/>
                                          </p:val>
                                        </p:tav>
                                      </p:tavLst>
                                    </p:anim>
                                    <p:anim calcmode="lin" valueType="num">
                                      <p:cBhvr additive="base">
                                        <p:cTn id="17" dur="500" fill="hold"/>
                                        <p:tgtEl>
                                          <p:spTgt spid="30"/>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2" decel="100000" fill="hold" grpId="0" nodeType="afterEffect">
                                  <p:stCondLst>
                                    <p:cond delay="0"/>
                                  </p:stCondLst>
                                  <p:childTnLst>
                                    <p:set>
                                      <p:cBhvr>
                                        <p:cTn id="20" dur="1" fill="hold">
                                          <p:stCondLst>
                                            <p:cond delay="0"/>
                                          </p:stCondLst>
                                        </p:cTn>
                                        <p:tgtEl>
                                          <p:spTgt spid="32">
                                            <p:txEl>
                                              <p:pRg st="0" end="0"/>
                                            </p:txEl>
                                          </p:spTgt>
                                        </p:tgtEl>
                                        <p:attrNameLst>
                                          <p:attrName>style.visibility</p:attrName>
                                        </p:attrNameLst>
                                      </p:cBhvr>
                                      <p:to>
                                        <p:strVal val="visible"/>
                                      </p:to>
                                    </p:set>
                                    <p:anim calcmode="lin" valueType="num">
                                      <p:cBhvr additive="base">
                                        <p:cTn id="21" dur="500" fill="hold"/>
                                        <p:tgtEl>
                                          <p:spTgt spid="32">
                                            <p:txEl>
                                              <p:pRg st="0" end="0"/>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32">
                                            <p:txEl>
                                              <p:pRg st="0" end="0"/>
                                            </p:txEl>
                                          </p:spTgt>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2" presetClass="entr" presetSubtype="8" decel="100000" fill="hold" grpId="0" nodeType="afterEffect">
                                  <p:stCondLst>
                                    <p:cond delay="0"/>
                                  </p:stCondLst>
                                  <p:childTnLst>
                                    <p:set>
                                      <p:cBhvr>
                                        <p:cTn id="25" dur="1" fill="hold">
                                          <p:stCondLst>
                                            <p:cond delay="0"/>
                                          </p:stCondLst>
                                        </p:cTn>
                                        <p:tgtEl>
                                          <p:spTgt spid="33"/>
                                        </p:tgtEl>
                                        <p:attrNameLst>
                                          <p:attrName>style.visibility</p:attrName>
                                        </p:attrNameLst>
                                      </p:cBhvr>
                                      <p:to>
                                        <p:strVal val="visible"/>
                                      </p:to>
                                    </p:set>
                                    <p:anim calcmode="lin" valueType="num">
                                      <p:cBhvr additive="base">
                                        <p:cTn id="26" dur="500" fill="hold"/>
                                        <p:tgtEl>
                                          <p:spTgt spid="33"/>
                                        </p:tgtEl>
                                        <p:attrNameLst>
                                          <p:attrName>ppt_x</p:attrName>
                                        </p:attrNameLst>
                                      </p:cBhvr>
                                      <p:tavLst>
                                        <p:tav tm="0">
                                          <p:val>
                                            <p:strVal val="0-#ppt_w/2"/>
                                          </p:val>
                                        </p:tav>
                                        <p:tav tm="100000">
                                          <p:val>
                                            <p:strVal val="#ppt_x"/>
                                          </p:val>
                                        </p:tav>
                                      </p:tavLst>
                                    </p:anim>
                                    <p:anim calcmode="lin" valueType="num">
                                      <p:cBhvr additive="base">
                                        <p:cTn id="27" dur="500" fill="hold"/>
                                        <p:tgtEl>
                                          <p:spTgt spid="33"/>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 presetClass="entr" presetSubtype="2" decel="100000" fill="hold" grpId="0" nodeType="afterEffect">
                                  <p:stCondLst>
                                    <p:cond delay="0"/>
                                  </p:stCondLst>
                                  <p:childTnLst>
                                    <p:set>
                                      <p:cBhvr>
                                        <p:cTn id="30" dur="1" fill="hold">
                                          <p:stCondLst>
                                            <p:cond delay="0"/>
                                          </p:stCondLst>
                                        </p:cTn>
                                        <p:tgtEl>
                                          <p:spTgt spid="34">
                                            <p:txEl>
                                              <p:pRg st="0" end="0"/>
                                            </p:txEl>
                                          </p:spTgt>
                                        </p:tgtEl>
                                        <p:attrNameLst>
                                          <p:attrName>style.visibility</p:attrName>
                                        </p:attrNameLst>
                                      </p:cBhvr>
                                      <p:to>
                                        <p:strVal val="visible"/>
                                      </p:to>
                                    </p:set>
                                    <p:anim calcmode="lin" valueType="num">
                                      <p:cBhvr additive="base">
                                        <p:cTn id="31" dur="500" fill="hold"/>
                                        <p:tgtEl>
                                          <p:spTgt spid="34">
                                            <p:txEl>
                                              <p:pRg st="0" end="0"/>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30" grpId="0" animBg="1"/>
      <p:bldP spid="32" grpId="0" build="p">
        <p:tmplLst>
          <p:tmpl lvl="1">
            <p:tnLst>
              <p:par>
                <p:cTn presetID="2" presetClass="entr" presetSubtype="2" decel="10000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fill="hold"/>
                        <p:tgtEl>
                          <p:spTgt spid="32"/>
                        </p:tgtEl>
                        <p:attrNameLst>
                          <p:attrName>ppt_x</p:attrName>
                        </p:attrNameLst>
                      </p:cBhvr>
                      <p:tavLst>
                        <p:tav tm="0">
                          <p:val>
                            <p:strVal val="1+#ppt_w/2"/>
                          </p:val>
                        </p:tav>
                        <p:tav tm="100000">
                          <p:val>
                            <p:strVal val="#ppt_x"/>
                          </p:val>
                        </p:tav>
                      </p:tavLst>
                    </p:anim>
                    <p:anim calcmode="lin" valueType="num">
                      <p:cBhvr additive="base">
                        <p:cTn dur="500" fill="hold"/>
                        <p:tgtEl>
                          <p:spTgt spid="32"/>
                        </p:tgtEl>
                        <p:attrNameLst>
                          <p:attrName>ppt_y</p:attrName>
                        </p:attrNameLst>
                      </p:cBhvr>
                      <p:tavLst>
                        <p:tav tm="0">
                          <p:val>
                            <p:strVal val="#ppt_y"/>
                          </p:val>
                        </p:tav>
                        <p:tav tm="100000">
                          <p:val>
                            <p:strVal val="#ppt_y"/>
                          </p:val>
                        </p:tav>
                      </p:tavLst>
                    </p:anim>
                  </p:childTnLst>
                </p:cTn>
              </p:par>
            </p:tnLst>
          </p:tmpl>
        </p:tmplLst>
      </p:bldP>
      <p:bldP spid="33" grpId="0" animBg="1"/>
      <p:bldP spid="34" grpId="0" build="p">
        <p:tmplLst>
          <p:tmpl lvl="1">
            <p:tnLst>
              <p:par>
                <p:cTn presetID="2" presetClass="entr" presetSubtype="2" decel="10000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fill="hold"/>
                        <p:tgtEl>
                          <p:spTgt spid="34"/>
                        </p:tgtEl>
                        <p:attrNameLst>
                          <p:attrName>ppt_x</p:attrName>
                        </p:attrNameLst>
                      </p:cBhvr>
                      <p:tavLst>
                        <p:tav tm="0">
                          <p:val>
                            <p:strVal val="1+#ppt_w/2"/>
                          </p:val>
                        </p:tav>
                        <p:tav tm="100000">
                          <p:val>
                            <p:strVal val="#ppt_x"/>
                          </p:val>
                        </p:tav>
                      </p:tavLst>
                    </p:anim>
                    <p:anim calcmode="lin" valueType="num">
                      <p:cBhvr additive="base">
                        <p:cTn dur="500" fill="hold"/>
                        <p:tgtEl>
                          <p:spTgt spid="3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imple List with 3 Item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cxnSp>
        <p:nvCxnSpPr>
          <p:cNvPr id="36" name="直線コネクタ 52"/>
          <p:cNvCxnSpPr/>
          <p:nvPr userDrawn="1"/>
        </p:nvCxnSpPr>
        <p:spPr>
          <a:xfrm flipH="1">
            <a:off x="2550800" y="3702127"/>
            <a:ext cx="15740375" cy="0"/>
          </a:xfrm>
          <a:prstGeom prst="straightConnector1">
            <a:avLst/>
          </a:prstGeom>
          <a:ln w="28575">
            <a:solidFill>
              <a:schemeClr val="accent2">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山形 12"/>
          <p:cNvSpPr/>
          <p:nvPr userDrawn="1"/>
        </p:nvSpPr>
        <p:spPr>
          <a:xfrm>
            <a:off x="2607071" y="4311949"/>
            <a:ext cx="380632" cy="380632"/>
          </a:xfrm>
          <a:prstGeom prst="chevron">
            <a:avLst/>
          </a:prstGeom>
          <a:blipFill dpi="0" rotWithShape="0">
            <a:blip r:embed="rId2"/>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テキスト プレースホルダー 5"/>
          <p:cNvSpPr>
            <a:spLocks noGrp="1"/>
          </p:cNvSpPr>
          <p:nvPr>
            <p:ph type="body" sz="quarter" idx="14" hasCustomPrompt="1"/>
          </p:nvPr>
        </p:nvSpPr>
        <p:spPr>
          <a:xfrm>
            <a:off x="3099183" y="4201747"/>
            <a:ext cx="12678393" cy="114639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p:txBody>
      </p:sp>
      <p:sp>
        <p:nvSpPr>
          <p:cNvPr id="15" name="山形 14"/>
          <p:cNvSpPr/>
          <p:nvPr userDrawn="1"/>
        </p:nvSpPr>
        <p:spPr>
          <a:xfrm>
            <a:off x="2607071" y="5375768"/>
            <a:ext cx="380632" cy="380632"/>
          </a:xfrm>
          <a:prstGeom prst="chevron">
            <a:avLst/>
          </a:prstGeom>
          <a:blipFill dpi="0" rotWithShape="0">
            <a:blip r:embed="rId2"/>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テキスト プレースホルダー 5"/>
          <p:cNvSpPr>
            <a:spLocks noGrp="1"/>
          </p:cNvSpPr>
          <p:nvPr>
            <p:ph type="body" sz="quarter" idx="15" hasCustomPrompt="1"/>
          </p:nvPr>
        </p:nvSpPr>
        <p:spPr>
          <a:xfrm>
            <a:off x="3099183" y="5265566"/>
            <a:ext cx="12678393" cy="114639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p:txBody>
      </p:sp>
      <p:sp>
        <p:nvSpPr>
          <p:cNvPr id="17" name="山形 16"/>
          <p:cNvSpPr/>
          <p:nvPr userDrawn="1"/>
        </p:nvSpPr>
        <p:spPr>
          <a:xfrm>
            <a:off x="2607071" y="6447819"/>
            <a:ext cx="380632" cy="380632"/>
          </a:xfrm>
          <a:prstGeom prst="chevron">
            <a:avLst/>
          </a:prstGeom>
          <a:blipFill dpi="0" rotWithShape="0">
            <a:blip r:embed="rId2"/>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テキスト プレースホルダー 5"/>
          <p:cNvSpPr>
            <a:spLocks noGrp="1"/>
          </p:cNvSpPr>
          <p:nvPr>
            <p:ph type="body" sz="quarter" idx="16" hasCustomPrompt="1"/>
          </p:nvPr>
        </p:nvSpPr>
        <p:spPr>
          <a:xfrm>
            <a:off x="3099183" y="6337617"/>
            <a:ext cx="12678393" cy="114639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p:txBody>
      </p:sp>
    </p:spTree>
    <p:extLst>
      <p:ext uri="{BB962C8B-B14F-4D97-AF65-F5344CB8AC3E}">
        <p14:creationId xmlns:p14="http://schemas.microsoft.com/office/powerpoint/2010/main" val="229938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par>
                          <p:cTn id="13" fill="hold">
                            <p:stCondLst>
                              <p:cond delay="1000"/>
                            </p:stCondLst>
                            <p:childTnLst>
                              <p:par>
                                <p:cTn id="14" presetID="2" presetClass="entr" presetSubtype="8" decel="100000"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0-#ppt_w/2"/>
                                          </p:val>
                                        </p:tav>
                                        <p:tav tm="100000">
                                          <p:val>
                                            <p:strVal val="#ppt_x"/>
                                          </p:val>
                                        </p:tav>
                                      </p:tavLst>
                                    </p:anim>
                                    <p:anim calcmode="lin" valueType="num">
                                      <p:cBhvr additive="base">
                                        <p:cTn id="17" dur="500" fill="hold"/>
                                        <p:tgtEl>
                                          <p:spTgt spid="13"/>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2" decel="100000" fill="hold" grpId="0" nodeType="afterEffect">
                                  <p:stCondLst>
                                    <p:cond delay="0"/>
                                  </p:stCondLst>
                                  <p:childTnLst>
                                    <p:set>
                                      <p:cBhvr>
                                        <p:cTn id="20" dur="1" fill="hold">
                                          <p:stCondLst>
                                            <p:cond delay="0"/>
                                          </p:stCondLst>
                                        </p:cTn>
                                        <p:tgtEl>
                                          <p:spTgt spid="14">
                                            <p:txEl>
                                              <p:pRg st="0" end="0"/>
                                            </p:txEl>
                                          </p:spTgt>
                                        </p:tgtEl>
                                        <p:attrNameLst>
                                          <p:attrName>style.visibility</p:attrName>
                                        </p:attrNameLst>
                                      </p:cBhvr>
                                      <p:to>
                                        <p:strVal val="visible"/>
                                      </p:to>
                                    </p:set>
                                    <p:anim calcmode="lin" valueType="num">
                                      <p:cBhvr additive="base">
                                        <p:cTn id="21" dur="5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2" presetClass="entr" presetSubtype="8" decel="100000"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0-#ppt_w/2"/>
                                          </p:val>
                                        </p:tav>
                                        <p:tav tm="100000">
                                          <p:val>
                                            <p:strVal val="#ppt_x"/>
                                          </p:val>
                                        </p:tav>
                                      </p:tavLst>
                                    </p:anim>
                                    <p:anim calcmode="lin" valueType="num">
                                      <p:cBhvr additive="base">
                                        <p:cTn id="27" dur="500" fill="hold"/>
                                        <p:tgtEl>
                                          <p:spTgt spid="15"/>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 presetClass="entr" presetSubtype="2" decel="100000" fill="hold" grpId="0" nodeType="afterEffect">
                                  <p:stCondLst>
                                    <p:cond delay="0"/>
                                  </p:stCondLst>
                                  <p:childTnLst>
                                    <p:set>
                                      <p:cBhvr>
                                        <p:cTn id="30" dur="1" fill="hold">
                                          <p:stCondLst>
                                            <p:cond delay="0"/>
                                          </p:stCondLst>
                                        </p:cTn>
                                        <p:tgtEl>
                                          <p:spTgt spid="16">
                                            <p:txEl>
                                              <p:pRg st="0" end="0"/>
                                            </p:txEl>
                                          </p:spTgt>
                                        </p:tgtEl>
                                        <p:attrNameLst>
                                          <p:attrName>style.visibility</p:attrName>
                                        </p:attrNameLst>
                                      </p:cBhvr>
                                      <p:to>
                                        <p:strVal val="visible"/>
                                      </p:to>
                                    </p:set>
                                    <p:anim calcmode="lin" valueType="num">
                                      <p:cBhvr additive="base">
                                        <p:cTn id="31" dur="5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6">
                                            <p:txEl>
                                              <p:pRg st="0" end="0"/>
                                            </p:txEl>
                                          </p:spTgt>
                                        </p:tgtEl>
                                        <p:attrNameLst>
                                          <p:attrName>ppt_y</p:attrName>
                                        </p:attrNameLst>
                                      </p:cBhvr>
                                      <p:tavLst>
                                        <p:tav tm="0">
                                          <p:val>
                                            <p:strVal val="#ppt_y"/>
                                          </p:val>
                                        </p:tav>
                                        <p:tav tm="100000">
                                          <p:val>
                                            <p:strVal val="#ppt_y"/>
                                          </p:val>
                                        </p:tav>
                                      </p:tavLst>
                                    </p:anim>
                                  </p:childTnLst>
                                </p:cTn>
                              </p:par>
                            </p:childTnLst>
                          </p:cTn>
                        </p:par>
                        <p:par>
                          <p:cTn id="33" fill="hold">
                            <p:stCondLst>
                              <p:cond delay="3000"/>
                            </p:stCondLst>
                            <p:childTnLst>
                              <p:par>
                                <p:cTn id="34" presetID="2" presetClass="entr" presetSubtype="8" decel="100000"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0-#ppt_w/2"/>
                                          </p:val>
                                        </p:tav>
                                        <p:tav tm="100000">
                                          <p:val>
                                            <p:strVal val="#ppt_x"/>
                                          </p:val>
                                        </p:tav>
                                      </p:tavLst>
                                    </p:anim>
                                    <p:anim calcmode="lin" valueType="num">
                                      <p:cBhvr additive="base">
                                        <p:cTn id="37" dur="500" fill="hold"/>
                                        <p:tgtEl>
                                          <p:spTgt spid="17"/>
                                        </p:tgtEl>
                                        <p:attrNameLst>
                                          <p:attrName>ppt_y</p:attrName>
                                        </p:attrNameLst>
                                      </p:cBhvr>
                                      <p:tavLst>
                                        <p:tav tm="0">
                                          <p:val>
                                            <p:strVal val="#ppt_y"/>
                                          </p:val>
                                        </p:tav>
                                        <p:tav tm="100000">
                                          <p:val>
                                            <p:strVal val="#ppt_y"/>
                                          </p:val>
                                        </p:tav>
                                      </p:tavLst>
                                    </p:anim>
                                  </p:childTnLst>
                                </p:cTn>
                              </p:par>
                            </p:childTnLst>
                          </p:cTn>
                        </p:par>
                        <p:par>
                          <p:cTn id="38" fill="hold">
                            <p:stCondLst>
                              <p:cond delay="3500"/>
                            </p:stCondLst>
                            <p:childTnLst>
                              <p:par>
                                <p:cTn id="39" presetID="2" presetClass="entr" presetSubtype="2" decel="100000" fill="hold" grpId="0" nodeType="afterEffect">
                                  <p:stCondLst>
                                    <p:cond delay="0"/>
                                  </p:stCondLst>
                                  <p:childTnLst>
                                    <p:set>
                                      <p:cBhvr>
                                        <p:cTn id="40" dur="1" fill="hold">
                                          <p:stCondLst>
                                            <p:cond delay="0"/>
                                          </p:stCondLst>
                                        </p:cTn>
                                        <p:tgtEl>
                                          <p:spTgt spid="18">
                                            <p:txEl>
                                              <p:pRg st="0" end="0"/>
                                            </p:txEl>
                                          </p:spTgt>
                                        </p:tgtEl>
                                        <p:attrNameLst>
                                          <p:attrName>style.visibility</p:attrName>
                                        </p:attrNameLst>
                                      </p:cBhvr>
                                      <p:to>
                                        <p:strVal val="visible"/>
                                      </p:to>
                                    </p:set>
                                    <p:anim calcmode="lin" valueType="num">
                                      <p:cBhvr additive="base">
                                        <p:cTn id="41"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13" grpId="0" animBg="1"/>
      <p:bldP spid="14" grpId="0" build="p">
        <p:tmplLst>
          <p:tmpl lvl="1">
            <p:tnLst>
              <p:par>
                <p:cTn presetID="2" presetClass="entr" presetSubtype="2" decel="10000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1+#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P spid="15" grpId="0" animBg="1"/>
      <p:bldP spid="16" grpId="0" build="p">
        <p:tmplLst>
          <p:tmpl lvl="1">
            <p:tnLst>
              <p:par>
                <p:cTn presetID="2" presetClass="entr" presetSubtype="2" decel="100000"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1+#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17" grpId="0" animBg="1"/>
      <p:bldP spid="18" grpId="0" build="p">
        <p:tmplLst>
          <p:tmpl lvl="1">
            <p:tnLst>
              <p:par>
                <p:cTn presetID="2" presetClass="entr" presetSubtype="2" decel="10000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imple List with 5 Item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a:p>
        </p:txBody>
      </p:sp>
      <p:sp>
        <p:nvSpPr>
          <p:cNvPr id="5" name="テキスト プレースホルダー 5"/>
          <p:cNvSpPr>
            <a:spLocks noGrp="1"/>
          </p:cNvSpPr>
          <p:nvPr>
            <p:ph type="body" sz="quarter" idx="13"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13" name="山形 12"/>
          <p:cNvSpPr/>
          <p:nvPr userDrawn="1"/>
        </p:nvSpPr>
        <p:spPr>
          <a:xfrm>
            <a:off x="2607071" y="3135344"/>
            <a:ext cx="380632" cy="380632"/>
          </a:xfrm>
          <a:prstGeom prst="chevron">
            <a:avLst/>
          </a:prstGeom>
          <a:blipFill dpi="0" rotWithShape="0">
            <a:blip r:embed="rId2"/>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4" name="テキスト プレースホルダー 5"/>
          <p:cNvSpPr>
            <a:spLocks noGrp="1"/>
          </p:cNvSpPr>
          <p:nvPr>
            <p:ph type="body" sz="quarter" idx="14" hasCustomPrompt="1"/>
          </p:nvPr>
        </p:nvSpPr>
        <p:spPr>
          <a:xfrm>
            <a:off x="3099183" y="3025142"/>
            <a:ext cx="12678393" cy="114639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p:txBody>
      </p:sp>
      <p:sp>
        <p:nvSpPr>
          <p:cNvPr id="15" name="山形 14"/>
          <p:cNvSpPr/>
          <p:nvPr userDrawn="1"/>
        </p:nvSpPr>
        <p:spPr>
          <a:xfrm>
            <a:off x="2607071" y="4245054"/>
            <a:ext cx="380632" cy="380632"/>
          </a:xfrm>
          <a:prstGeom prst="chevron">
            <a:avLst/>
          </a:prstGeom>
          <a:blipFill dpi="0" rotWithShape="0">
            <a:blip r:embed="rId2"/>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6" name="テキスト プレースホルダー 5"/>
          <p:cNvSpPr>
            <a:spLocks noGrp="1"/>
          </p:cNvSpPr>
          <p:nvPr>
            <p:ph type="body" sz="quarter" idx="15" hasCustomPrompt="1"/>
          </p:nvPr>
        </p:nvSpPr>
        <p:spPr>
          <a:xfrm>
            <a:off x="3099183" y="4134852"/>
            <a:ext cx="12678393" cy="114639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p:txBody>
      </p:sp>
      <p:sp>
        <p:nvSpPr>
          <p:cNvPr id="17" name="山形 16"/>
          <p:cNvSpPr/>
          <p:nvPr userDrawn="1"/>
        </p:nvSpPr>
        <p:spPr>
          <a:xfrm>
            <a:off x="2607071" y="5354764"/>
            <a:ext cx="380632" cy="380632"/>
          </a:xfrm>
          <a:prstGeom prst="chevron">
            <a:avLst/>
          </a:prstGeom>
          <a:blipFill dpi="0" rotWithShape="0">
            <a:blip r:embed="rId2"/>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8" name="テキスト プレースホルダー 5"/>
          <p:cNvSpPr>
            <a:spLocks noGrp="1"/>
          </p:cNvSpPr>
          <p:nvPr>
            <p:ph type="body" sz="quarter" idx="16" hasCustomPrompt="1"/>
          </p:nvPr>
        </p:nvSpPr>
        <p:spPr>
          <a:xfrm>
            <a:off x="3099183" y="5244562"/>
            <a:ext cx="12678393" cy="114639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p:txBody>
      </p:sp>
      <p:sp>
        <p:nvSpPr>
          <p:cNvPr id="19" name="山形 18"/>
          <p:cNvSpPr/>
          <p:nvPr userDrawn="1"/>
        </p:nvSpPr>
        <p:spPr>
          <a:xfrm>
            <a:off x="2627211" y="6464474"/>
            <a:ext cx="380632" cy="380632"/>
          </a:xfrm>
          <a:prstGeom prst="chevron">
            <a:avLst/>
          </a:prstGeom>
          <a:blipFill dpi="0" rotWithShape="0">
            <a:blip r:embed="rId2"/>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0" name="テキスト プレースホルダー 5"/>
          <p:cNvSpPr>
            <a:spLocks noGrp="1"/>
          </p:cNvSpPr>
          <p:nvPr>
            <p:ph type="body" sz="quarter" idx="17" hasCustomPrompt="1"/>
          </p:nvPr>
        </p:nvSpPr>
        <p:spPr>
          <a:xfrm>
            <a:off x="3119323" y="6354272"/>
            <a:ext cx="12678393" cy="114639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p:txBody>
      </p:sp>
      <p:sp>
        <p:nvSpPr>
          <p:cNvPr id="21" name="山形 20"/>
          <p:cNvSpPr/>
          <p:nvPr userDrawn="1"/>
        </p:nvSpPr>
        <p:spPr>
          <a:xfrm>
            <a:off x="2627211" y="7574183"/>
            <a:ext cx="380632" cy="380632"/>
          </a:xfrm>
          <a:prstGeom prst="chevron">
            <a:avLst/>
          </a:prstGeom>
          <a:blipFill dpi="0" rotWithShape="0">
            <a:blip r:embed="rId2"/>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2" name="テキスト プレースホルダー 5"/>
          <p:cNvSpPr>
            <a:spLocks noGrp="1"/>
          </p:cNvSpPr>
          <p:nvPr>
            <p:ph type="body" sz="quarter" idx="18" hasCustomPrompt="1"/>
          </p:nvPr>
        </p:nvSpPr>
        <p:spPr>
          <a:xfrm>
            <a:off x="3119323" y="7463981"/>
            <a:ext cx="12678393" cy="114639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p:txBody>
      </p:sp>
    </p:spTree>
    <p:extLst>
      <p:ext uri="{BB962C8B-B14F-4D97-AF65-F5344CB8AC3E}">
        <p14:creationId xmlns:p14="http://schemas.microsoft.com/office/powerpoint/2010/main" val="1211721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8" decel="100000"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0-#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decel="100000" fill="hold" grpId="0" nodeType="after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 calcmode="lin" valueType="num">
                                      <p:cBhvr additive="base">
                                        <p:cTn id="17" dur="5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decel="100000" fill="hold" grpId="0" nodeType="after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0-#ppt_w/2"/>
                                          </p:val>
                                        </p:tav>
                                        <p:tav tm="100000">
                                          <p:val>
                                            <p:strVal val="#ppt_x"/>
                                          </p:val>
                                        </p:tav>
                                      </p:tavLst>
                                    </p:anim>
                                    <p:anim calcmode="lin" valueType="num">
                                      <p:cBhvr additive="base">
                                        <p:cTn id="23" dur="500" fill="hold"/>
                                        <p:tgtEl>
                                          <p:spTgt spid="15"/>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2" decel="100000" fill="hold" grpId="0" nodeType="after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anim calcmode="lin" valueType="num">
                                      <p:cBhvr additive="base">
                                        <p:cTn id="27" dur="500" fill="hold"/>
                                        <p:tgtEl>
                                          <p:spTgt spid="16">
                                            <p:txEl>
                                              <p:pRg st="0" end="0"/>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6">
                                            <p:txEl>
                                              <p:pRg st="0" end="0"/>
                                            </p:txEl>
                                          </p:spTgt>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2" presetClass="entr" presetSubtype="8" decel="10000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500" fill="hold"/>
                                        <p:tgtEl>
                                          <p:spTgt spid="17"/>
                                        </p:tgtEl>
                                        <p:attrNameLst>
                                          <p:attrName>ppt_x</p:attrName>
                                        </p:attrNameLst>
                                      </p:cBhvr>
                                      <p:tavLst>
                                        <p:tav tm="0">
                                          <p:val>
                                            <p:strVal val="0-#ppt_w/2"/>
                                          </p:val>
                                        </p:tav>
                                        <p:tav tm="100000">
                                          <p:val>
                                            <p:strVal val="#ppt_x"/>
                                          </p:val>
                                        </p:tav>
                                      </p:tavLst>
                                    </p:anim>
                                    <p:anim calcmode="lin" valueType="num">
                                      <p:cBhvr additive="base">
                                        <p:cTn id="33" dur="500" fill="hold"/>
                                        <p:tgtEl>
                                          <p:spTgt spid="17"/>
                                        </p:tgtEl>
                                        <p:attrNameLst>
                                          <p:attrName>ppt_y</p:attrName>
                                        </p:attrNameLst>
                                      </p:cBhvr>
                                      <p:tavLst>
                                        <p:tav tm="0">
                                          <p:val>
                                            <p:strVal val="#ppt_y"/>
                                          </p:val>
                                        </p:tav>
                                        <p:tav tm="100000">
                                          <p:val>
                                            <p:strVal val="#ppt_y"/>
                                          </p:val>
                                        </p:tav>
                                      </p:tavLst>
                                    </p:anim>
                                  </p:childTnLst>
                                </p:cTn>
                              </p:par>
                            </p:childTnLst>
                          </p:cTn>
                        </p:par>
                        <p:par>
                          <p:cTn id="34" fill="hold">
                            <p:stCondLst>
                              <p:cond delay="3000"/>
                            </p:stCondLst>
                            <p:childTnLst>
                              <p:par>
                                <p:cTn id="35" presetID="2" presetClass="entr" presetSubtype="2" decel="100000" fill="hold" grpId="0" nodeType="afterEffect">
                                  <p:stCondLst>
                                    <p:cond delay="0"/>
                                  </p:stCondLst>
                                  <p:childTnLst>
                                    <p:set>
                                      <p:cBhvr>
                                        <p:cTn id="36" dur="1" fill="hold">
                                          <p:stCondLst>
                                            <p:cond delay="0"/>
                                          </p:stCondLst>
                                        </p:cTn>
                                        <p:tgtEl>
                                          <p:spTgt spid="18">
                                            <p:txEl>
                                              <p:pRg st="0" end="0"/>
                                            </p:txEl>
                                          </p:spTgt>
                                        </p:tgtEl>
                                        <p:attrNameLst>
                                          <p:attrName>style.visibility</p:attrName>
                                        </p:attrNameLst>
                                      </p:cBhvr>
                                      <p:to>
                                        <p:strVal val="visible"/>
                                      </p:to>
                                    </p:set>
                                    <p:anim calcmode="lin" valueType="num">
                                      <p:cBhvr additive="base">
                                        <p:cTn id="37"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par>
                          <p:cTn id="39" fill="hold">
                            <p:stCondLst>
                              <p:cond delay="3500"/>
                            </p:stCondLst>
                            <p:childTnLst>
                              <p:par>
                                <p:cTn id="40" presetID="2" presetClass="entr" presetSubtype="8" decel="100000" fill="hold" grpId="0" nodeType="afterEffect">
                                  <p:stCondLst>
                                    <p:cond delay="0"/>
                                  </p:stCondLst>
                                  <p:childTnLst>
                                    <p:set>
                                      <p:cBhvr>
                                        <p:cTn id="41" dur="1" fill="hold">
                                          <p:stCondLst>
                                            <p:cond delay="0"/>
                                          </p:stCondLst>
                                        </p:cTn>
                                        <p:tgtEl>
                                          <p:spTgt spid="19"/>
                                        </p:tgtEl>
                                        <p:attrNameLst>
                                          <p:attrName>style.visibility</p:attrName>
                                        </p:attrNameLst>
                                      </p:cBhvr>
                                      <p:to>
                                        <p:strVal val="visible"/>
                                      </p:to>
                                    </p:set>
                                    <p:anim calcmode="lin" valueType="num">
                                      <p:cBhvr additive="base">
                                        <p:cTn id="42" dur="500" fill="hold"/>
                                        <p:tgtEl>
                                          <p:spTgt spid="19"/>
                                        </p:tgtEl>
                                        <p:attrNameLst>
                                          <p:attrName>ppt_x</p:attrName>
                                        </p:attrNameLst>
                                      </p:cBhvr>
                                      <p:tavLst>
                                        <p:tav tm="0">
                                          <p:val>
                                            <p:strVal val="0-#ppt_w/2"/>
                                          </p:val>
                                        </p:tav>
                                        <p:tav tm="100000">
                                          <p:val>
                                            <p:strVal val="#ppt_x"/>
                                          </p:val>
                                        </p:tav>
                                      </p:tavLst>
                                    </p:anim>
                                    <p:anim calcmode="lin" valueType="num">
                                      <p:cBhvr additive="base">
                                        <p:cTn id="43" dur="500" fill="hold"/>
                                        <p:tgtEl>
                                          <p:spTgt spid="19"/>
                                        </p:tgtEl>
                                        <p:attrNameLst>
                                          <p:attrName>ppt_y</p:attrName>
                                        </p:attrNameLst>
                                      </p:cBhvr>
                                      <p:tavLst>
                                        <p:tav tm="0">
                                          <p:val>
                                            <p:strVal val="#ppt_y"/>
                                          </p:val>
                                        </p:tav>
                                        <p:tav tm="100000">
                                          <p:val>
                                            <p:strVal val="#ppt_y"/>
                                          </p:val>
                                        </p:tav>
                                      </p:tavLst>
                                    </p:anim>
                                  </p:childTnLst>
                                </p:cTn>
                              </p:par>
                            </p:childTnLst>
                          </p:cTn>
                        </p:par>
                        <p:par>
                          <p:cTn id="44" fill="hold">
                            <p:stCondLst>
                              <p:cond delay="4000"/>
                            </p:stCondLst>
                            <p:childTnLst>
                              <p:par>
                                <p:cTn id="45" presetID="2" presetClass="entr" presetSubtype="2" decel="100000" fill="hold" grpId="0" nodeType="afterEffect">
                                  <p:stCondLst>
                                    <p:cond delay="0"/>
                                  </p:stCondLst>
                                  <p:childTnLst>
                                    <p:set>
                                      <p:cBhvr>
                                        <p:cTn id="46" dur="1" fill="hold">
                                          <p:stCondLst>
                                            <p:cond delay="0"/>
                                          </p:stCondLst>
                                        </p:cTn>
                                        <p:tgtEl>
                                          <p:spTgt spid="20">
                                            <p:txEl>
                                              <p:pRg st="0" end="0"/>
                                            </p:txEl>
                                          </p:spTgt>
                                        </p:tgtEl>
                                        <p:attrNameLst>
                                          <p:attrName>style.visibility</p:attrName>
                                        </p:attrNameLst>
                                      </p:cBhvr>
                                      <p:to>
                                        <p:strVal val="visible"/>
                                      </p:to>
                                    </p:set>
                                    <p:anim calcmode="lin" valueType="num">
                                      <p:cBhvr additive="base">
                                        <p:cTn id="47" dur="5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20">
                                            <p:txEl>
                                              <p:pRg st="0" end="0"/>
                                            </p:txEl>
                                          </p:spTgt>
                                        </p:tgtEl>
                                        <p:attrNameLst>
                                          <p:attrName>ppt_y</p:attrName>
                                        </p:attrNameLst>
                                      </p:cBhvr>
                                      <p:tavLst>
                                        <p:tav tm="0">
                                          <p:val>
                                            <p:strVal val="#ppt_y"/>
                                          </p:val>
                                        </p:tav>
                                        <p:tav tm="100000">
                                          <p:val>
                                            <p:strVal val="#ppt_y"/>
                                          </p:val>
                                        </p:tav>
                                      </p:tavLst>
                                    </p:anim>
                                  </p:childTnLst>
                                </p:cTn>
                              </p:par>
                            </p:childTnLst>
                          </p:cTn>
                        </p:par>
                        <p:par>
                          <p:cTn id="49" fill="hold">
                            <p:stCondLst>
                              <p:cond delay="4500"/>
                            </p:stCondLst>
                            <p:childTnLst>
                              <p:par>
                                <p:cTn id="50" presetID="2" presetClass="entr" presetSubtype="8" decel="100000" fill="hold" grpId="0" nodeType="afterEffect">
                                  <p:stCondLst>
                                    <p:cond delay="0"/>
                                  </p:stCondLst>
                                  <p:childTnLst>
                                    <p:set>
                                      <p:cBhvr>
                                        <p:cTn id="51" dur="1" fill="hold">
                                          <p:stCondLst>
                                            <p:cond delay="0"/>
                                          </p:stCondLst>
                                        </p:cTn>
                                        <p:tgtEl>
                                          <p:spTgt spid="21"/>
                                        </p:tgtEl>
                                        <p:attrNameLst>
                                          <p:attrName>style.visibility</p:attrName>
                                        </p:attrNameLst>
                                      </p:cBhvr>
                                      <p:to>
                                        <p:strVal val="visible"/>
                                      </p:to>
                                    </p:set>
                                    <p:anim calcmode="lin" valueType="num">
                                      <p:cBhvr additive="base">
                                        <p:cTn id="52" dur="500" fill="hold"/>
                                        <p:tgtEl>
                                          <p:spTgt spid="21"/>
                                        </p:tgtEl>
                                        <p:attrNameLst>
                                          <p:attrName>ppt_x</p:attrName>
                                        </p:attrNameLst>
                                      </p:cBhvr>
                                      <p:tavLst>
                                        <p:tav tm="0">
                                          <p:val>
                                            <p:strVal val="0-#ppt_w/2"/>
                                          </p:val>
                                        </p:tav>
                                        <p:tav tm="100000">
                                          <p:val>
                                            <p:strVal val="#ppt_x"/>
                                          </p:val>
                                        </p:tav>
                                      </p:tavLst>
                                    </p:anim>
                                    <p:anim calcmode="lin" valueType="num">
                                      <p:cBhvr additive="base">
                                        <p:cTn id="53" dur="500" fill="hold"/>
                                        <p:tgtEl>
                                          <p:spTgt spid="21"/>
                                        </p:tgtEl>
                                        <p:attrNameLst>
                                          <p:attrName>ppt_y</p:attrName>
                                        </p:attrNameLst>
                                      </p:cBhvr>
                                      <p:tavLst>
                                        <p:tav tm="0">
                                          <p:val>
                                            <p:strVal val="#ppt_y"/>
                                          </p:val>
                                        </p:tav>
                                        <p:tav tm="100000">
                                          <p:val>
                                            <p:strVal val="#ppt_y"/>
                                          </p:val>
                                        </p:tav>
                                      </p:tavLst>
                                    </p:anim>
                                  </p:childTnLst>
                                </p:cTn>
                              </p:par>
                            </p:childTnLst>
                          </p:cTn>
                        </p:par>
                        <p:par>
                          <p:cTn id="54" fill="hold">
                            <p:stCondLst>
                              <p:cond delay="5000"/>
                            </p:stCondLst>
                            <p:childTnLst>
                              <p:par>
                                <p:cTn id="55" presetID="2" presetClass="entr" presetSubtype="2" decel="100000" fill="hold" grpId="0" nodeType="afterEffect">
                                  <p:stCondLst>
                                    <p:cond delay="0"/>
                                  </p:stCondLst>
                                  <p:childTnLst>
                                    <p:set>
                                      <p:cBhvr>
                                        <p:cTn id="56" dur="1" fill="hold">
                                          <p:stCondLst>
                                            <p:cond delay="0"/>
                                          </p:stCondLst>
                                        </p:cTn>
                                        <p:tgtEl>
                                          <p:spTgt spid="22">
                                            <p:txEl>
                                              <p:pRg st="0" end="0"/>
                                            </p:txEl>
                                          </p:spTgt>
                                        </p:tgtEl>
                                        <p:attrNameLst>
                                          <p:attrName>style.visibility</p:attrName>
                                        </p:attrNameLst>
                                      </p:cBhvr>
                                      <p:to>
                                        <p:strVal val="visible"/>
                                      </p:to>
                                    </p:set>
                                    <p:anim calcmode="lin" valueType="num">
                                      <p:cBhvr additive="base">
                                        <p:cTn id="57" dur="500" fill="hold"/>
                                        <p:tgtEl>
                                          <p:spTgt spid="22">
                                            <p:txEl>
                                              <p:pRg st="0" end="0"/>
                                            </p:tx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2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2" presetClass="entr" presetSubtype="1" decel="100000" fill="hold" nodeType="afterEffect">
                  <p:stCondLst>
                    <p:cond delay="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0-#ppt_h/2"/>
                          </p:val>
                        </p:tav>
                        <p:tav tm="100000">
                          <p:val>
                            <p:strVal val="#ppt_y"/>
                          </p:val>
                        </p:tav>
                      </p:tavLst>
                    </p:anim>
                  </p:childTnLst>
                </p:cTn>
              </p:par>
            </p:tnLst>
          </p:tmpl>
        </p:tmplLst>
      </p:bldP>
      <p:bldP spid="13" grpId="0" animBg="1"/>
      <p:bldP spid="14" grpId="0" build="p">
        <p:tmplLst>
          <p:tmpl lvl="1">
            <p:tnLst>
              <p:par>
                <p:cTn presetID="2" presetClass="entr" presetSubtype="2" decel="10000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1+#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P spid="15" grpId="0" animBg="1"/>
      <p:bldP spid="16" grpId="0" build="p">
        <p:tmplLst>
          <p:tmpl lvl="1">
            <p:tnLst>
              <p:par>
                <p:cTn presetID="2" presetClass="entr" presetSubtype="2" decel="100000"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1+#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spid="17" grpId="0" animBg="1"/>
      <p:bldP spid="18" grpId="0" build="p">
        <p:tmplLst>
          <p:tmpl lvl="1">
            <p:tnLst>
              <p:par>
                <p:cTn presetID="2" presetClass="entr" presetSubtype="2" decel="100000"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ppt_y"/>
                          </p:val>
                        </p:tav>
                        <p:tav tm="100000">
                          <p:val>
                            <p:strVal val="#ppt_y"/>
                          </p:val>
                        </p:tav>
                      </p:tavLst>
                    </p:anim>
                  </p:childTnLst>
                </p:cTn>
              </p:par>
            </p:tnLst>
          </p:tmpl>
        </p:tmplLst>
      </p:bldP>
      <p:bldP spid="19" grpId="0" animBg="1"/>
      <p:bldP spid="20" grpId="0" build="p">
        <p:tmplLst>
          <p:tmpl lvl="1">
            <p:tnLst>
              <p:par>
                <p:cTn presetID="2" presetClass="entr" presetSubtype="2" decel="100000"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500" fill="hold"/>
                        <p:tgtEl>
                          <p:spTgt spid="20"/>
                        </p:tgtEl>
                        <p:attrNameLst>
                          <p:attrName>ppt_x</p:attrName>
                        </p:attrNameLst>
                      </p:cBhvr>
                      <p:tavLst>
                        <p:tav tm="0">
                          <p:val>
                            <p:strVal val="1+#ppt_w/2"/>
                          </p:val>
                        </p:tav>
                        <p:tav tm="100000">
                          <p:val>
                            <p:strVal val="#ppt_x"/>
                          </p:val>
                        </p:tav>
                      </p:tavLst>
                    </p:anim>
                    <p:anim calcmode="lin" valueType="num">
                      <p:cBhvr additive="base">
                        <p:cTn dur="500" fill="hold"/>
                        <p:tgtEl>
                          <p:spTgt spid="20"/>
                        </p:tgtEl>
                        <p:attrNameLst>
                          <p:attrName>ppt_y</p:attrName>
                        </p:attrNameLst>
                      </p:cBhvr>
                      <p:tavLst>
                        <p:tav tm="0">
                          <p:val>
                            <p:strVal val="#ppt_y"/>
                          </p:val>
                        </p:tav>
                        <p:tav tm="100000">
                          <p:val>
                            <p:strVal val="#ppt_y"/>
                          </p:val>
                        </p:tav>
                      </p:tavLst>
                    </p:anim>
                  </p:childTnLst>
                </p:cTn>
              </p:par>
            </p:tnLst>
          </p:tmpl>
        </p:tmplLst>
      </p:bldP>
      <p:bldP spid="21" grpId="0" animBg="1"/>
      <p:bldP spid="22" grpId="0" build="p">
        <p:tmplLst>
          <p:tmpl lvl="1">
            <p:tnLst>
              <p:par>
                <p:cTn presetID="2" presetClass="entr" presetSubtype="2" decel="10000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1+#ppt_w/2"/>
                          </p:val>
                        </p:tav>
                        <p:tav tm="100000">
                          <p:val>
                            <p:strVal val="#ppt_x"/>
                          </p:val>
                        </p:tav>
                      </p:tavLst>
                    </p:anim>
                    <p:anim calcmode="lin" valueType="num">
                      <p:cBhvr additive="base">
                        <p:cTn dur="500" fill="hold"/>
                        <p:tgtEl>
                          <p:spTgt spid="22"/>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oth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06964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age Number Only">
    <p:spTree>
      <p:nvGrpSpPr>
        <p:cNvPr id="1" name=""/>
        <p:cNvGrpSpPr/>
        <p:nvPr/>
      </p:nvGrpSpPr>
      <p:grpSpPr>
        <a:xfrm>
          <a:off x="0" y="0"/>
          <a:ext cx="0" cy="0"/>
          <a:chOff x="0" y="0"/>
          <a:chExt cx="0" cy="0"/>
        </a:xfrm>
      </p:grpSpPr>
      <p:grpSp>
        <p:nvGrpSpPr>
          <p:cNvPr id="2" name="グループ化 1"/>
          <p:cNvGrpSpPr/>
          <p:nvPr userDrawn="1"/>
        </p:nvGrpSpPr>
        <p:grpSpPr>
          <a:xfrm>
            <a:off x="16778435" y="339170"/>
            <a:ext cx="1150664" cy="1150664"/>
            <a:chOff x="7418859" y="2569953"/>
            <a:chExt cx="934639" cy="934639"/>
          </a:xfrm>
        </p:grpSpPr>
        <p:sp>
          <p:nvSpPr>
            <p:cNvPr id="3" name="涙形 2"/>
            <p:cNvSpPr/>
            <p:nvPr/>
          </p:nvSpPr>
          <p:spPr>
            <a:xfrm>
              <a:off x="7418859" y="2569953"/>
              <a:ext cx="934639" cy="934639"/>
            </a:xfrm>
            <a:prstGeom prst="teardrop">
              <a:avLst/>
            </a:prstGeom>
            <a:blipFill>
              <a:blip r:embed="rId2"/>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涙形 3"/>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Tree>
    <p:extLst>
      <p:ext uri="{BB962C8B-B14F-4D97-AF65-F5344CB8AC3E}">
        <p14:creationId xmlns:p14="http://schemas.microsoft.com/office/powerpoint/2010/main" val="4039136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Year">
    <p:spTree>
      <p:nvGrpSpPr>
        <p:cNvPr id="1" name=""/>
        <p:cNvGrpSpPr/>
        <p:nvPr/>
      </p:nvGrpSpPr>
      <p:grpSpPr>
        <a:xfrm>
          <a:off x="0" y="0"/>
          <a:ext cx="0" cy="0"/>
          <a:chOff x="0" y="0"/>
          <a:chExt cx="0" cy="0"/>
        </a:xfrm>
      </p:grpSpPr>
      <p:sp>
        <p:nvSpPr>
          <p:cNvPr id="7" name="テキスト プレースホルダー 6"/>
          <p:cNvSpPr>
            <a:spLocks noGrp="1"/>
          </p:cNvSpPr>
          <p:nvPr>
            <p:ph type="body" sz="quarter" idx="10" hasCustomPrompt="1"/>
          </p:nvPr>
        </p:nvSpPr>
        <p:spPr>
          <a:xfrm>
            <a:off x="5267325" y="2854193"/>
            <a:ext cx="1911397" cy="4954611"/>
          </a:xfrm>
          <a:prstGeom prst="rect">
            <a:avLst/>
          </a:prstGeom>
        </p:spPr>
        <p:txBody>
          <a:bodyPr anchor="ctr"/>
          <a:lstStyle>
            <a:lvl1pPr algn="ctr">
              <a:lnSpc>
                <a:spcPct val="100000"/>
              </a:lnSpc>
              <a:spcBef>
                <a:spcPts val="0"/>
              </a:spcBef>
              <a:defRPr sz="30000">
                <a:blipFill dpi="0" rotWithShape="1">
                  <a:blip r:embed="rId2"/>
                  <a:srcRect/>
                  <a:tile tx="0" ty="0" sx="100000" sy="100000" flip="none" algn="tl"/>
                </a:blipFill>
                <a:effectLst>
                  <a:innerShdw blurRad="114300">
                    <a:prstClr val="black"/>
                  </a:innerShdw>
                </a:effectLst>
                <a:latin typeface="+mj-lt"/>
              </a:defRPr>
            </a:lvl1pPr>
          </a:lstStyle>
          <a:p>
            <a:pPr lvl="0"/>
            <a:r>
              <a:rPr kumimoji="1" lang="en-US" altLang="ja-JP" dirty="0"/>
              <a:t>9</a:t>
            </a:r>
            <a:endParaRPr kumimoji="1" lang="ja-JP" altLang="en-US" dirty="0"/>
          </a:p>
        </p:txBody>
      </p:sp>
      <p:sp>
        <p:nvSpPr>
          <p:cNvPr id="8" name="テキスト プレースホルダー 6"/>
          <p:cNvSpPr>
            <a:spLocks noGrp="1"/>
          </p:cNvSpPr>
          <p:nvPr>
            <p:ph type="body" sz="quarter" idx="11" hasCustomPrompt="1"/>
          </p:nvPr>
        </p:nvSpPr>
        <p:spPr>
          <a:xfrm>
            <a:off x="7178770" y="2854193"/>
            <a:ext cx="1911397" cy="4954611"/>
          </a:xfrm>
          <a:prstGeom prst="rect">
            <a:avLst/>
          </a:prstGeom>
        </p:spPr>
        <p:txBody>
          <a:bodyPr anchor="ctr"/>
          <a:lstStyle>
            <a:lvl1pPr algn="ctr">
              <a:lnSpc>
                <a:spcPct val="100000"/>
              </a:lnSpc>
              <a:spcBef>
                <a:spcPts val="0"/>
              </a:spcBef>
              <a:defRPr sz="30000">
                <a:blipFill dpi="0" rotWithShape="1">
                  <a:blip r:embed="rId2"/>
                  <a:srcRect/>
                  <a:tile tx="0" ty="0" sx="100000" sy="100000" flip="none" algn="tl"/>
                </a:blipFill>
                <a:effectLst>
                  <a:innerShdw blurRad="114300">
                    <a:prstClr val="black"/>
                  </a:innerShdw>
                </a:effectLst>
                <a:latin typeface="+mj-lt"/>
              </a:defRPr>
            </a:lvl1pPr>
          </a:lstStyle>
          <a:p>
            <a:pPr lvl="0"/>
            <a:r>
              <a:rPr kumimoji="1" lang="en-US" altLang="ja-JP" dirty="0"/>
              <a:t>9</a:t>
            </a:r>
            <a:endParaRPr kumimoji="1" lang="ja-JP" altLang="en-US" dirty="0"/>
          </a:p>
        </p:txBody>
      </p:sp>
      <p:sp>
        <p:nvSpPr>
          <p:cNvPr id="9" name="テキスト プレースホルダー 6"/>
          <p:cNvSpPr>
            <a:spLocks noGrp="1"/>
          </p:cNvSpPr>
          <p:nvPr>
            <p:ph type="body" sz="quarter" idx="12" hasCustomPrompt="1"/>
          </p:nvPr>
        </p:nvSpPr>
        <p:spPr>
          <a:xfrm>
            <a:off x="9090215" y="2854193"/>
            <a:ext cx="1911397" cy="4954611"/>
          </a:xfrm>
          <a:prstGeom prst="rect">
            <a:avLst/>
          </a:prstGeom>
        </p:spPr>
        <p:txBody>
          <a:bodyPr anchor="ctr"/>
          <a:lstStyle>
            <a:lvl1pPr algn="ctr">
              <a:lnSpc>
                <a:spcPct val="100000"/>
              </a:lnSpc>
              <a:spcBef>
                <a:spcPts val="0"/>
              </a:spcBef>
              <a:defRPr sz="30000">
                <a:blipFill dpi="0" rotWithShape="1">
                  <a:blip r:embed="rId2"/>
                  <a:srcRect/>
                  <a:tile tx="0" ty="0" sx="100000" sy="100000" flip="none" algn="tl"/>
                </a:blipFill>
                <a:effectLst>
                  <a:innerShdw blurRad="114300">
                    <a:prstClr val="black"/>
                  </a:innerShdw>
                </a:effectLst>
                <a:latin typeface="+mj-lt"/>
              </a:defRPr>
            </a:lvl1pPr>
          </a:lstStyle>
          <a:p>
            <a:pPr lvl="0"/>
            <a:r>
              <a:rPr kumimoji="1" lang="en-US" altLang="ja-JP" dirty="0"/>
              <a:t>9</a:t>
            </a:r>
            <a:endParaRPr kumimoji="1" lang="ja-JP" altLang="en-US" dirty="0"/>
          </a:p>
        </p:txBody>
      </p:sp>
      <p:sp>
        <p:nvSpPr>
          <p:cNvPr id="10" name="テキスト プレースホルダー 6"/>
          <p:cNvSpPr>
            <a:spLocks noGrp="1"/>
          </p:cNvSpPr>
          <p:nvPr>
            <p:ph type="body" sz="quarter" idx="13" hasCustomPrompt="1"/>
          </p:nvPr>
        </p:nvSpPr>
        <p:spPr>
          <a:xfrm>
            <a:off x="11001659" y="2854193"/>
            <a:ext cx="1911397" cy="4954611"/>
          </a:xfrm>
          <a:prstGeom prst="rect">
            <a:avLst/>
          </a:prstGeom>
        </p:spPr>
        <p:txBody>
          <a:bodyPr anchor="ctr"/>
          <a:lstStyle>
            <a:lvl1pPr algn="ctr">
              <a:lnSpc>
                <a:spcPct val="100000"/>
              </a:lnSpc>
              <a:spcBef>
                <a:spcPts val="0"/>
              </a:spcBef>
              <a:defRPr sz="30000">
                <a:blipFill dpi="0" rotWithShape="1">
                  <a:blip r:embed="rId2"/>
                  <a:srcRect/>
                  <a:tile tx="0" ty="0" sx="100000" sy="100000" flip="none" algn="tl"/>
                </a:blipFill>
                <a:effectLst>
                  <a:innerShdw blurRad="114300">
                    <a:prstClr val="black"/>
                  </a:innerShdw>
                </a:effectLst>
                <a:latin typeface="+mj-lt"/>
              </a:defRPr>
            </a:lvl1pPr>
          </a:lstStyle>
          <a:p>
            <a:pPr lvl="0"/>
            <a:r>
              <a:rPr kumimoji="1" lang="en-US" altLang="ja-JP" dirty="0"/>
              <a:t>9</a:t>
            </a:r>
            <a:endParaRPr kumimoji="1" lang="ja-JP" altLang="en-US" dirty="0"/>
          </a:p>
        </p:txBody>
      </p:sp>
      <p:sp>
        <p:nvSpPr>
          <p:cNvPr id="14" name="テキスト ボックス 13"/>
          <p:cNvSpPr txBox="1"/>
          <p:nvPr userDrawn="1"/>
        </p:nvSpPr>
        <p:spPr>
          <a:xfrm>
            <a:off x="5201284" y="-441781"/>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1</a:t>
            </a:r>
          </a:p>
        </p:txBody>
      </p:sp>
      <p:sp>
        <p:nvSpPr>
          <p:cNvPr id="21" name="テキスト ボックス 20"/>
          <p:cNvSpPr txBox="1"/>
          <p:nvPr userDrawn="1"/>
        </p:nvSpPr>
        <p:spPr>
          <a:xfrm>
            <a:off x="5201284" y="-441781"/>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2</a:t>
            </a:r>
          </a:p>
        </p:txBody>
      </p:sp>
      <p:sp>
        <p:nvSpPr>
          <p:cNvPr id="23" name="テキスト ボックス 22"/>
          <p:cNvSpPr txBox="1"/>
          <p:nvPr userDrawn="1"/>
        </p:nvSpPr>
        <p:spPr>
          <a:xfrm>
            <a:off x="5201284" y="-441781"/>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3</a:t>
            </a:r>
          </a:p>
        </p:txBody>
      </p:sp>
      <p:sp>
        <p:nvSpPr>
          <p:cNvPr id="24" name="テキスト ボックス 23"/>
          <p:cNvSpPr txBox="1"/>
          <p:nvPr userDrawn="1"/>
        </p:nvSpPr>
        <p:spPr>
          <a:xfrm>
            <a:off x="5201284" y="-441781"/>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4</a:t>
            </a:r>
          </a:p>
        </p:txBody>
      </p:sp>
      <p:sp>
        <p:nvSpPr>
          <p:cNvPr id="25" name="テキスト ボックス 24"/>
          <p:cNvSpPr txBox="1"/>
          <p:nvPr userDrawn="1"/>
        </p:nvSpPr>
        <p:spPr>
          <a:xfrm>
            <a:off x="5201284" y="-441781"/>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5</a:t>
            </a:r>
          </a:p>
        </p:txBody>
      </p:sp>
      <p:sp>
        <p:nvSpPr>
          <p:cNvPr id="26" name="テキスト ボックス 25"/>
          <p:cNvSpPr txBox="1"/>
          <p:nvPr userDrawn="1"/>
        </p:nvSpPr>
        <p:spPr>
          <a:xfrm>
            <a:off x="5201284" y="-441781"/>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6</a:t>
            </a:r>
          </a:p>
        </p:txBody>
      </p:sp>
      <p:sp>
        <p:nvSpPr>
          <p:cNvPr id="27" name="テキスト ボックス 26"/>
          <p:cNvSpPr txBox="1"/>
          <p:nvPr userDrawn="1"/>
        </p:nvSpPr>
        <p:spPr>
          <a:xfrm>
            <a:off x="5201284" y="-441781"/>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7</a:t>
            </a:r>
          </a:p>
        </p:txBody>
      </p:sp>
      <p:sp>
        <p:nvSpPr>
          <p:cNvPr id="28" name="テキスト ボックス 27"/>
          <p:cNvSpPr txBox="1"/>
          <p:nvPr userDrawn="1"/>
        </p:nvSpPr>
        <p:spPr>
          <a:xfrm>
            <a:off x="5201284" y="-441781"/>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8</a:t>
            </a:r>
          </a:p>
        </p:txBody>
      </p:sp>
      <p:sp>
        <p:nvSpPr>
          <p:cNvPr id="29" name="テキスト ボックス 28"/>
          <p:cNvSpPr txBox="1"/>
          <p:nvPr userDrawn="1"/>
        </p:nvSpPr>
        <p:spPr>
          <a:xfrm>
            <a:off x="5201284" y="-441781"/>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9</a:t>
            </a:r>
          </a:p>
        </p:txBody>
      </p:sp>
      <p:sp>
        <p:nvSpPr>
          <p:cNvPr id="30" name="テキスト ボックス 29"/>
          <p:cNvSpPr txBox="1"/>
          <p:nvPr userDrawn="1"/>
        </p:nvSpPr>
        <p:spPr>
          <a:xfrm>
            <a:off x="7165970"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1</a:t>
            </a:r>
          </a:p>
        </p:txBody>
      </p:sp>
      <p:sp>
        <p:nvSpPr>
          <p:cNvPr id="31" name="テキスト ボックス 30"/>
          <p:cNvSpPr txBox="1"/>
          <p:nvPr userDrawn="1"/>
        </p:nvSpPr>
        <p:spPr>
          <a:xfrm>
            <a:off x="7165970"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2</a:t>
            </a:r>
          </a:p>
        </p:txBody>
      </p:sp>
      <p:sp>
        <p:nvSpPr>
          <p:cNvPr id="32" name="テキスト ボックス 31"/>
          <p:cNvSpPr txBox="1"/>
          <p:nvPr userDrawn="1"/>
        </p:nvSpPr>
        <p:spPr>
          <a:xfrm>
            <a:off x="7165970"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3</a:t>
            </a:r>
          </a:p>
        </p:txBody>
      </p:sp>
      <p:sp>
        <p:nvSpPr>
          <p:cNvPr id="33" name="テキスト ボックス 32"/>
          <p:cNvSpPr txBox="1"/>
          <p:nvPr userDrawn="1"/>
        </p:nvSpPr>
        <p:spPr>
          <a:xfrm>
            <a:off x="7165970"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4</a:t>
            </a:r>
          </a:p>
        </p:txBody>
      </p:sp>
      <p:sp>
        <p:nvSpPr>
          <p:cNvPr id="34" name="テキスト ボックス 33"/>
          <p:cNvSpPr txBox="1"/>
          <p:nvPr userDrawn="1"/>
        </p:nvSpPr>
        <p:spPr>
          <a:xfrm>
            <a:off x="7165970"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5</a:t>
            </a:r>
          </a:p>
        </p:txBody>
      </p:sp>
      <p:sp>
        <p:nvSpPr>
          <p:cNvPr id="35" name="テキスト ボックス 34"/>
          <p:cNvSpPr txBox="1"/>
          <p:nvPr userDrawn="1"/>
        </p:nvSpPr>
        <p:spPr>
          <a:xfrm>
            <a:off x="7165970"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6</a:t>
            </a:r>
          </a:p>
        </p:txBody>
      </p:sp>
      <p:sp>
        <p:nvSpPr>
          <p:cNvPr id="36" name="テキスト ボックス 35"/>
          <p:cNvSpPr txBox="1"/>
          <p:nvPr userDrawn="1"/>
        </p:nvSpPr>
        <p:spPr>
          <a:xfrm>
            <a:off x="7165970"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7</a:t>
            </a:r>
          </a:p>
        </p:txBody>
      </p:sp>
      <p:sp>
        <p:nvSpPr>
          <p:cNvPr id="37" name="テキスト ボックス 36"/>
          <p:cNvSpPr txBox="1"/>
          <p:nvPr userDrawn="1"/>
        </p:nvSpPr>
        <p:spPr>
          <a:xfrm>
            <a:off x="7165970"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8</a:t>
            </a:r>
          </a:p>
        </p:txBody>
      </p:sp>
      <p:sp>
        <p:nvSpPr>
          <p:cNvPr id="38" name="テキスト ボックス 37"/>
          <p:cNvSpPr txBox="1"/>
          <p:nvPr userDrawn="1"/>
        </p:nvSpPr>
        <p:spPr>
          <a:xfrm>
            <a:off x="7165970"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9</a:t>
            </a:r>
          </a:p>
        </p:txBody>
      </p:sp>
      <p:sp>
        <p:nvSpPr>
          <p:cNvPr id="40" name="テキスト ボックス 39"/>
          <p:cNvSpPr txBox="1"/>
          <p:nvPr userDrawn="1"/>
        </p:nvSpPr>
        <p:spPr>
          <a:xfrm>
            <a:off x="9070327" y="-441782"/>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0</a:t>
            </a:r>
          </a:p>
        </p:txBody>
      </p:sp>
      <p:sp>
        <p:nvSpPr>
          <p:cNvPr id="41" name="テキスト ボックス 40"/>
          <p:cNvSpPr txBox="1"/>
          <p:nvPr userDrawn="1"/>
        </p:nvSpPr>
        <p:spPr>
          <a:xfrm>
            <a:off x="9070327" y="-441782"/>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8</a:t>
            </a:r>
          </a:p>
        </p:txBody>
      </p:sp>
      <p:sp>
        <p:nvSpPr>
          <p:cNvPr id="42" name="テキスト ボックス 41"/>
          <p:cNvSpPr txBox="1"/>
          <p:nvPr userDrawn="1"/>
        </p:nvSpPr>
        <p:spPr>
          <a:xfrm>
            <a:off x="9070327" y="-441782"/>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1</a:t>
            </a:r>
          </a:p>
        </p:txBody>
      </p:sp>
      <p:sp>
        <p:nvSpPr>
          <p:cNvPr id="43" name="テキスト ボックス 42"/>
          <p:cNvSpPr txBox="1"/>
          <p:nvPr userDrawn="1"/>
        </p:nvSpPr>
        <p:spPr>
          <a:xfrm>
            <a:off x="9070327" y="-441782"/>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7</a:t>
            </a:r>
          </a:p>
        </p:txBody>
      </p:sp>
      <p:sp>
        <p:nvSpPr>
          <p:cNvPr id="44" name="テキスト ボックス 43"/>
          <p:cNvSpPr txBox="1"/>
          <p:nvPr userDrawn="1"/>
        </p:nvSpPr>
        <p:spPr>
          <a:xfrm>
            <a:off x="9070327" y="-441782"/>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3</a:t>
            </a:r>
          </a:p>
        </p:txBody>
      </p:sp>
      <p:sp>
        <p:nvSpPr>
          <p:cNvPr id="45" name="テキスト ボックス 44"/>
          <p:cNvSpPr txBox="1"/>
          <p:nvPr userDrawn="1"/>
        </p:nvSpPr>
        <p:spPr>
          <a:xfrm>
            <a:off x="9070327" y="-441782"/>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9</a:t>
            </a:r>
          </a:p>
        </p:txBody>
      </p:sp>
      <p:sp>
        <p:nvSpPr>
          <p:cNvPr id="46" name="テキスト ボックス 45"/>
          <p:cNvSpPr txBox="1"/>
          <p:nvPr userDrawn="1"/>
        </p:nvSpPr>
        <p:spPr>
          <a:xfrm>
            <a:off x="9070327" y="-441782"/>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6</a:t>
            </a:r>
          </a:p>
        </p:txBody>
      </p:sp>
      <p:sp>
        <p:nvSpPr>
          <p:cNvPr id="47" name="テキスト ボックス 46"/>
          <p:cNvSpPr txBox="1"/>
          <p:nvPr userDrawn="1"/>
        </p:nvSpPr>
        <p:spPr>
          <a:xfrm>
            <a:off x="9070327" y="-441782"/>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4</a:t>
            </a:r>
          </a:p>
        </p:txBody>
      </p:sp>
      <p:sp>
        <p:nvSpPr>
          <p:cNvPr id="48" name="テキスト ボックス 47"/>
          <p:cNvSpPr txBox="1"/>
          <p:nvPr userDrawn="1"/>
        </p:nvSpPr>
        <p:spPr>
          <a:xfrm>
            <a:off x="9070327" y="-441782"/>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2</a:t>
            </a:r>
          </a:p>
        </p:txBody>
      </p:sp>
      <p:sp>
        <p:nvSpPr>
          <p:cNvPr id="49" name="テキスト ボックス 48"/>
          <p:cNvSpPr txBox="1"/>
          <p:nvPr userDrawn="1"/>
        </p:nvSpPr>
        <p:spPr>
          <a:xfrm>
            <a:off x="10992428"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0</a:t>
            </a:r>
          </a:p>
        </p:txBody>
      </p:sp>
      <p:sp>
        <p:nvSpPr>
          <p:cNvPr id="50" name="テキスト ボックス 49"/>
          <p:cNvSpPr txBox="1"/>
          <p:nvPr userDrawn="1"/>
        </p:nvSpPr>
        <p:spPr>
          <a:xfrm>
            <a:off x="10992428"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8</a:t>
            </a:r>
          </a:p>
        </p:txBody>
      </p:sp>
      <p:sp>
        <p:nvSpPr>
          <p:cNvPr id="51" name="テキスト ボックス 50"/>
          <p:cNvSpPr txBox="1"/>
          <p:nvPr userDrawn="1"/>
        </p:nvSpPr>
        <p:spPr>
          <a:xfrm>
            <a:off x="10992428"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1</a:t>
            </a:r>
          </a:p>
        </p:txBody>
      </p:sp>
      <p:sp>
        <p:nvSpPr>
          <p:cNvPr id="52" name="テキスト ボックス 51"/>
          <p:cNvSpPr txBox="1"/>
          <p:nvPr userDrawn="1"/>
        </p:nvSpPr>
        <p:spPr>
          <a:xfrm>
            <a:off x="10992428"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7</a:t>
            </a:r>
          </a:p>
        </p:txBody>
      </p:sp>
      <p:sp>
        <p:nvSpPr>
          <p:cNvPr id="53" name="テキスト ボックス 52"/>
          <p:cNvSpPr txBox="1"/>
          <p:nvPr userDrawn="1"/>
        </p:nvSpPr>
        <p:spPr>
          <a:xfrm>
            <a:off x="10992428"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3</a:t>
            </a:r>
          </a:p>
        </p:txBody>
      </p:sp>
      <p:sp>
        <p:nvSpPr>
          <p:cNvPr id="54" name="テキスト ボックス 53"/>
          <p:cNvSpPr txBox="1"/>
          <p:nvPr userDrawn="1"/>
        </p:nvSpPr>
        <p:spPr>
          <a:xfrm>
            <a:off x="10992428"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9</a:t>
            </a:r>
          </a:p>
        </p:txBody>
      </p:sp>
      <p:sp>
        <p:nvSpPr>
          <p:cNvPr id="55" name="テキスト ボックス 54"/>
          <p:cNvSpPr txBox="1"/>
          <p:nvPr userDrawn="1"/>
        </p:nvSpPr>
        <p:spPr>
          <a:xfrm>
            <a:off x="10992428"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6</a:t>
            </a:r>
          </a:p>
        </p:txBody>
      </p:sp>
      <p:sp>
        <p:nvSpPr>
          <p:cNvPr id="56" name="テキスト ボックス 55"/>
          <p:cNvSpPr txBox="1"/>
          <p:nvPr userDrawn="1"/>
        </p:nvSpPr>
        <p:spPr>
          <a:xfrm>
            <a:off x="10992428"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4</a:t>
            </a:r>
          </a:p>
        </p:txBody>
      </p:sp>
      <p:sp>
        <p:nvSpPr>
          <p:cNvPr id="57" name="テキスト ボックス 56"/>
          <p:cNvSpPr txBox="1"/>
          <p:nvPr userDrawn="1"/>
        </p:nvSpPr>
        <p:spPr>
          <a:xfrm>
            <a:off x="10992428" y="6378118"/>
            <a:ext cx="1994534" cy="4708981"/>
          </a:xfrm>
          <a:prstGeom prst="rect">
            <a:avLst/>
          </a:prstGeom>
          <a:noFill/>
        </p:spPr>
        <p:txBody>
          <a:bodyPr wrap="square" rtlCol="0">
            <a:spAutoFit/>
          </a:bodyPr>
          <a:lstStyle/>
          <a:p>
            <a:pPr algn="ctr"/>
            <a:r>
              <a:rPr kumimoji="1" lang="en-US" altLang="ja-JP" sz="30000" dirty="0">
                <a:solidFill>
                  <a:schemeClr val="accent2">
                    <a:alpha val="43000"/>
                  </a:schemeClr>
                </a:solidFill>
                <a:effectLst>
                  <a:innerShdw blurRad="114300">
                    <a:prstClr val="black"/>
                  </a:innerShdw>
                </a:effectLst>
                <a:latin typeface="+mj-lt"/>
              </a:rPr>
              <a:t>2</a:t>
            </a:r>
          </a:p>
        </p:txBody>
      </p:sp>
      <p:sp>
        <p:nvSpPr>
          <p:cNvPr id="60" name="テキスト プレースホルダー 59"/>
          <p:cNvSpPr>
            <a:spLocks noGrp="1"/>
          </p:cNvSpPr>
          <p:nvPr>
            <p:ph type="body" sz="quarter" idx="14" hasCustomPrompt="1"/>
          </p:nvPr>
        </p:nvSpPr>
        <p:spPr>
          <a:xfrm>
            <a:off x="0" y="0"/>
            <a:ext cx="18291175" cy="3371850"/>
          </a:xfrm>
          <a:prstGeom prst="rect">
            <a:avLst/>
          </a:prstGeom>
          <a:blipFill dpi="0" rotWithShape="1">
            <a:blip r:embed="rId3"/>
            <a:srcRect/>
            <a:tile tx="0" ty="0" sx="100000" sy="100000" flip="none" algn="tl"/>
          </a:blipFill>
        </p:spPr>
        <p:txBody>
          <a:bodyPr/>
          <a:lstStyle/>
          <a:p>
            <a:pPr lvl="0"/>
            <a:r>
              <a:rPr kumimoji="1" lang="en-US" altLang="ja-JP" dirty="0"/>
              <a:t> </a:t>
            </a:r>
            <a:endParaRPr kumimoji="1" lang="ja-JP" altLang="en-US" dirty="0"/>
          </a:p>
        </p:txBody>
      </p:sp>
      <p:sp>
        <p:nvSpPr>
          <p:cNvPr id="61" name="テキスト プレースホルダー 59"/>
          <p:cNvSpPr>
            <a:spLocks noGrp="1"/>
          </p:cNvSpPr>
          <p:nvPr>
            <p:ph type="body" sz="quarter" idx="15" hasCustomPrompt="1"/>
          </p:nvPr>
        </p:nvSpPr>
        <p:spPr>
          <a:xfrm>
            <a:off x="0" y="6915150"/>
            <a:ext cx="18291175" cy="3371850"/>
          </a:xfrm>
          <a:prstGeom prst="rect">
            <a:avLst/>
          </a:prstGeom>
          <a:blipFill dpi="0" rotWithShape="1">
            <a:blip r:embed="rId3"/>
            <a:srcRect/>
            <a:tile tx="0" ty="0" sx="100000" sy="100000" flip="none" algn="tl"/>
          </a:blipFill>
        </p:spPr>
        <p:txBody>
          <a:bodyPr/>
          <a:lstStyle/>
          <a:p>
            <a:pPr lvl="0"/>
            <a:r>
              <a:rPr kumimoji="1" lang="en-US" altLang="ja-JP" dirty="0"/>
              <a:t> </a:t>
            </a:r>
            <a:endParaRPr kumimoji="1" lang="ja-JP" altLang="en-US" dirty="0"/>
          </a:p>
        </p:txBody>
      </p:sp>
      <p:sp>
        <p:nvSpPr>
          <p:cNvPr id="58" name="テキスト プレースホルダー 5"/>
          <p:cNvSpPr>
            <a:spLocks noGrp="1"/>
          </p:cNvSpPr>
          <p:nvPr>
            <p:ph type="body" sz="quarter" idx="16" hasCustomPrompt="1"/>
          </p:nvPr>
        </p:nvSpPr>
        <p:spPr>
          <a:xfrm>
            <a:off x="1620270" y="1912709"/>
            <a:ext cx="8251032" cy="1447799"/>
          </a:xfrm>
          <a:prstGeom prst="rect">
            <a:avLst/>
          </a:prstGeom>
        </p:spPr>
        <p:txBody>
          <a:bodyPr anchor="b">
            <a:noAutofit/>
          </a:bodyPr>
          <a:lstStyle>
            <a:lvl1pPr algn="ctr">
              <a:defRPr sz="72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59" name="テキスト プレースホルダー 5"/>
          <p:cNvSpPr>
            <a:spLocks noGrp="1"/>
          </p:cNvSpPr>
          <p:nvPr>
            <p:ph type="body" sz="quarter" idx="17" hasCustomPrompt="1"/>
          </p:nvPr>
        </p:nvSpPr>
        <p:spPr>
          <a:xfrm>
            <a:off x="9145587" y="7460340"/>
            <a:ext cx="8008143" cy="1857828"/>
          </a:xfrm>
          <a:prstGeom prst="rect">
            <a:avLst/>
          </a:prstGeo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63" name="テキスト プレースホルダー 5"/>
          <p:cNvSpPr>
            <a:spLocks noGrp="1"/>
          </p:cNvSpPr>
          <p:nvPr>
            <p:ph type="body" sz="quarter" idx="18" hasCustomPrompt="1"/>
          </p:nvPr>
        </p:nvSpPr>
        <p:spPr>
          <a:xfrm>
            <a:off x="9203645" y="7235368"/>
            <a:ext cx="3946298" cy="108000"/>
          </a:xfrm>
          <a:prstGeom prst="rect">
            <a:avLst/>
          </a:prstGeom>
          <a:blipFill>
            <a:blip r:embed="rId2"/>
            <a:tile tx="0" ty="0" sx="100000" sy="100000" flip="none" algn="tl"/>
          </a:blipFill>
          <a:effectLst>
            <a:innerShdw blurRad="114300">
              <a:prstClr val="black"/>
            </a:innerShdw>
          </a:effectLst>
        </p:spPr>
        <p:txBody>
          <a:bodyPr anchor="t">
            <a:normAutofit/>
          </a:bodyPr>
          <a:lstStyle>
            <a:lvl1pPr algn="l">
              <a:defRPr sz="2400" baseline="0">
                <a:solidFill>
                  <a:schemeClr val="tx2"/>
                </a:solidFill>
              </a:defRPr>
            </a:lvl1pPr>
          </a:lstStyle>
          <a:p>
            <a:pPr lvl="0"/>
            <a:r>
              <a:rPr kumimoji="1" lang="en-US" altLang="ja-JP" dirty="0"/>
              <a:t> </a:t>
            </a:r>
            <a:endParaRPr kumimoji="1" lang="ja-JP" altLang="en-US" dirty="0"/>
          </a:p>
        </p:txBody>
      </p:sp>
    </p:spTree>
    <p:extLst>
      <p:ext uri="{BB962C8B-B14F-4D97-AF65-F5344CB8AC3E}">
        <p14:creationId xmlns:p14="http://schemas.microsoft.com/office/powerpoint/2010/main" val="1936715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decel="100000" fill="hold" grpId="0" nodeType="afterEffect">
                                  <p:stCondLst>
                                    <p:cond delay="0"/>
                                  </p:stCondLst>
                                  <p:iterate type="lt">
                                    <p:tmPct val="5000"/>
                                  </p:iterate>
                                  <p:childTnLst>
                                    <p:set>
                                      <p:cBhvr>
                                        <p:cTn id="6" dur="1" fill="hold">
                                          <p:stCondLst>
                                            <p:cond delay="0"/>
                                          </p:stCondLst>
                                        </p:cTn>
                                        <p:tgtEl>
                                          <p:spTgt spid="58">
                                            <p:txEl>
                                              <p:pRg st="0" end="0"/>
                                            </p:txEl>
                                          </p:spTgt>
                                        </p:tgtEl>
                                        <p:attrNameLst>
                                          <p:attrName>style.visibility</p:attrName>
                                        </p:attrNameLst>
                                      </p:cBhvr>
                                      <p:to>
                                        <p:strVal val="visible"/>
                                      </p:to>
                                    </p:set>
                                    <p:anim calcmode="lin" valueType="num">
                                      <p:cBhvr additive="base">
                                        <p:cTn id="7" dur="1000" fill="hold"/>
                                        <p:tgtEl>
                                          <p:spTgt spid="58">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58">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1350"/>
                            </p:stCondLst>
                            <p:childTnLst>
                              <p:par>
                                <p:cTn id="10" presetID="2" presetClass="entr" presetSubtype="4" fill="hold" grpId="0" nodeType="after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ppt_x"/>
                                          </p:val>
                                        </p:tav>
                                        <p:tav tm="100000">
                                          <p:val>
                                            <p:strVal val="#ppt_x"/>
                                          </p:val>
                                        </p:tav>
                                      </p:tavLst>
                                    </p:anim>
                                    <p:anim calcmode="lin" valueType="num">
                                      <p:cBhvr additive="base">
                                        <p:cTn id="13" dur="500" fill="hold"/>
                                        <p:tgtEl>
                                          <p:spTgt spid="14"/>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200"/>
                                  </p:stCondLst>
                                  <p:childTnLst>
                                    <p:set>
                                      <p:cBhvr>
                                        <p:cTn id="15" dur="1" fill="hold">
                                          <p:stCondLst>
                                            <p:cond delay="0"/>
                                          </p:stCondLst>
                                        </p:cTn>
                                        <p:tgtEl>
                                          <p:spTgt spid="21"/>
                                        </p:tgtEl>
                                        <p:attrNameLst>
                                          <p:attrName>style.visibility</p:attrName>
                                        </p:attrNameLst>
                                      </p:cBhvr>
                                      <p:to>
                                        <p:strVal val="visible"/>
                                      </p:to>
                                    </p:set>
                                    <p:anim calcmode="lin" valueType="num">
                                      <p:cBhvr additive="base">
                                        <p:cTn id="16" dur="500" fill="hold"/>
                                        <p:tgtEl>
                                          <p:spTgt spid="21"/>
                                        </p:tgtEl>
                                        <p:attrNameLst>
                                          <p:attrName>ppt_x</p:attrName>
                                        </p:attrNameLst>
                                      </p:cBhvr>
                                      <p:tavLst>
                                        <p:tav tm="0">
                                          <p:val>
                                            <p:strVal val="#ppt_x"/>
                                          </p:val>
                                        </p:tav>
                                        <p:tav tm="100000">
                                          <p:val>
                                            <p:strVal val="#ppt_x"/>
                                          </p:val>
                                        </p:tav>
                                      </p:tavLst>
                                    </p:anim>
                                    <p:anim calcmode="lin" valueType="num">
                                      <p:cBhvr additive="base">
                                        <p:cTn id="17" dur="500" fill="hold"/>
                                        <p:tgtEl>
                                          <p:spTgt spid="2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400"/>
                                  </p:stCondLst>
                                  <p:childTnLst>
                                    <p:set>
                                      <p:cBhvr>
                                        <p:cTn id="19" dur="1" fill="hold">
                                          <p:stCondLst>
                                            <p:cond delay="0"/>
                                          </p:stCondLst>
                                        </p:cTn>
                                        <p:tgtEl>
                                          <p:spTgt spid="23"/>
                                        </p:tgtEl>
                                        <p:attrNameLst>
                                          <p:attrName>style.visibility</p:attrName>
                                        </p:attrNameLst>
                                      </p:cBhvr>
                                      <p:to>
                                        <p:strVal val="visible"/>
                                      </p:to>
                                    </p:set>
                                    <p:anim calcmode="lin" valueType="num">
                                      <p:cBhvr additive="base">
                                        <p:cTn id="20" dur="500" fill="hold"/>
                                        <p:tgtEl>
                                          <p:spTgt spid="23"/>
                                        </p:tgtEl>
                                        <p:attrNameLst>
                                          <p:attrName>ppt_x</p:attrName>
                                        </p:attrNameLst>
                                      </p:cBhvr>
                                      <p:tavLst>
                                        <p:tav tm="0">
                                          <p:val>
                                            <p:strVal val="#ppt_x"/>
                                          </p:val>
                                        </p:tav>
                                        <p:tav tm="100000">
                                          <p:val>
                                            <p:strVal val="#ppt_x"/>
                                          </p:val>
                                        </p:tav>
                                      </p:tavLst>
                                    </p:anim>
                                    <p:anim calcmode="lin" valueType="num">
                                      <p:cBhvr additive="base">
                                        <p:cTn id="21" dur="500" fill="hold"/>
                                        <p:tgtEl>
                                          <p:spTgt spid="23"/>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600"/>
                                  </p:stCondLst>
                                  <p:childTnLst>
                                    <p:set>
                                      <p:cBhvr>
                                        <p:cTn id="23" dur="1" fill="hold">
                                          <p:stCondLst>
                                            <p:cond delay="0"/>
                                          </p:stCondLst>
                                        </p:cTn>
                                        <p:tgtEl>
                                          <p:spTgt spid="24"/>
                                        </p:tgtEl>
                                        <p:attrNameLst>
                                          <p:attrName>style.visibility</p:attrName>
                                        </p:attrNameLst>
                                      </p:cBhvr>
                                      <p:to>
                                        <p:strVal val="visible"/>
                                      </p:to>
                                    </p:set>
                                    <p:anim calcmode="lin" valueType="num">
                                      <p:cBhvr additive="base">
                                        <p:cTn id="24" dur="500" fill="hold"/>
                                        <p:tgtEl>
                                          <p:spTgt spid="24"/>
                                        </p:tgtEl>
                                        <p:attrNameLst>
                                          <p:attrName>ppt_x</p:attrName>
                                        </p:attrNameLst>
                                      </p:cBhvr>
                                      <p:tavLst>
                                        <p:tav tm="0">
                                          <p:val>
                                            <p:strVal val="#ppt_x"/>
                                          </p:val>
                                        </p:tav>
                                        <p:tav tm="100000">
                                          <p:val>
                                            <p:strVal val="#ppt_x"/>
                                          </p:val>
                                        </p:tav>
                                      </p:tavLst>
                                    </p:anim>
                                    <p:anim calcmode="lin" valueType="num">
                                      <p:cBhvr additive="base">
                                        <p:cTn id="25" dur="500" fill="hold"/>
                                        <p:tgtEl>
                                          <p:spTgt spid="24"/>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800"/>
                                  </p:stCondLst>
                                  <p:childTnLst>
                                    <p:set>
                                      <p:cBhvr>
                                        <p:cTn id="27" dur="1" fill="hold">
                                          <p:stCondLst>
                                            <p:cond delay="0"/>
                                          </p:stCondLst>
                                        </p:cTn>
                                        <p:tgtEl>
                                          <p:spTgt spid="25"/>
                                        </p:tgtEl>
                                        <p:attrNameLst>
                                          <p:attrName>style.visibility</p:attrName>
                                        </p:attrNameLst>
                                      </p:cBhvr>
                                      <p:to>
                                        <p:strVal val="visible"/>
                                      </p:to>
                                    </p:set>
                                    <p:anim calcmode="lin" valueType="num">
                                      <p:cBhvr additive="base">
                                        <p:cTn id="28" dur="500" fill="hold"/>
                                        <p:tgtEl>
                                          <p:spTgt spid="25"/>
                                        </p:tgtEl>
                                        <p:attrNameLst>
                                          <p:attrName>ppt_x</p:attrName>
                                        </p:attrNameLst>
                                      </p:cBhvr>
                                      <p:tavLst>
                                        <p:tav tm="0">
                                          <p:val>
                                            <p:strVal val="#ppt_x"/>
                                          </p:val>
                                        </p:tav>
                                        <p:tav tm="100000">
                                          <p:val>
                                            <p:strVal val="#ppt_x"/>
                                          </p:val>
                                        </p:tav>
                                      </p:tavLst>
                                    </p:anim>
                                    <p:anim calcmode="lin" valueType="num">
                                      <p:cBhvr additive="base">
                                        <p:cTn id="29" dur="500" fill="hold"/>
                                        <p:tgtEl>
                                          <p:spTgt spid="25"/>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1000"/>
                                  </p:stCondLst>
                                  <p:childTnLst>
                                    <p:set>
                                      <p:cBhvr>
                                        <p:cTn id="31" dur="1" fill="hold">
                                          <p:stCondLst>
                                            <p:cond delay="0"/>
                                          </p:stCondLst>
                                        </p:cTn>
                                        <p:tgtEl>
                                          <p:spTgt spid="26"/>
                                        </p:tgtEl>
                                        <p:attrNameLst>
                                          <p:attrName>style.visibility</p:attrName>
                                        </p:attrNameLst>
                                      </p:cBhvr>
                                      <p:to>
                                        <p:strVal val="visible"/>
                                      </p:to>
                                    </p:set>
                                    <p:anim calcmode="lin" valueType="num">
                                      <p:cBhvr additive="base">
                                        <p:cTn id="32" dur="500" fill="hold"/>
                                        <p:tgtEl>
                                          <p:spTgt spid="26"/>
                                        </p:tgtEl>
                                        <p:attrNameLst>
                                          <p:attrName>ppt_x</p:attrName>
                                        </p:attrNameLst>
                                      </p:cBhvr>
                                      <p:tavLst>
                                        <p:tav tm="0">
                                          <p:val>
                                            <p:strVal val="#ppt_x"/>
                                          </p:val>
                                        </p:tav>
                                        <p:tav tm="100000">
                                          <p:val>
                                            <p:strVal val="#ppt_x"/>
                                          </p:val>
                                        </p:tav>
                                      </p:tavLst>
                                    </p:anim>
                                    <p:anim calcmode="lin" valueType="num">
                                      <p:cBhvr additive="base">
                                        <p:cTn id="33" dur="500" fill="hold"/>
                                        <p:tgtEl>
                                          <p:spTgt spid="26"/>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1200"/>
                                  </p:stCondLst>
                                  <p:childTnLst>
                                    <p:set>
                                      <p:cBhvr>
                                        <p:cTn id="35" dur="1" fill="hold">
                                          <p:stCondLst>
                                            <p:cond delay="0"/>
                                          </p:stCondLst>
                                        </p:cTn>
                                        <p:tgtEl>
                                          <p:spTgt spid="27"/>
                                        </p:tgtEl>
                                        <p:attrNameLst>
                                          <p:attrName>style.visibility</p:attrName>
                                        </p:attrNameLst>
                                      </p:cBhvr>
                                      <p:to>
                                        <p:strVal val="visible"/>
                                      </p:to>
                                    </p:set>
                                    <p:anim calcmode="lin" valueType="num">
                                      <p:cBhvr additive="base">
                                        <p:cTn id="36" dur="500" fill="hold"/>
                                        <p:tgtEl>
                                          <p:spTgt spid="27"/>
                                        </p:tgtEl>
                                        <p:attrNameLst>
                                          <p:attrName>ppt_x</p:attrName>
                                        </p:attrNameLst>
                                      </p:cBhvr>
                                      <p:tavLst>
                                        <p:tav tm="0">
                                          <p:val>
                                            <p:strVal val="#ppt_x"/>
                                          </p:val>
                                        </p:tav>
                                        <p:tav tm="100000">
                                          <p:val>
                                            <p:strVal val="#ppt_x"/>
                                          </p:val>
                                        </p:tav>
                                      </p:tavLst>
                                    </p:anim>
                                    <p:anim calcmode="lin" valueType="num">
                                      <p:cBhvr additive="base">
                                        <p:cTn id="37" dur="500" fill="hold"/>
                                        <p:tgtEl>
                                          <p:spTgt spid="27"/>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1400"/>
                                  </p:stCondLst>
                                  <p:childTnLst>
                                    <p:set>
                                      <p:cBhvr>
                                        <p:cTn id="39" dur="1" fill="hold">
                                          <p:stCondLst>
                                            <p:cond delay="0"/>
                                          </p:stCondLst>
                                        </p:cTn>
                                        <p:tgtEl>
                                          <p:spTgt spid="28"/>
                                        </p:tgtEl>
                                        <p:attrNameLst>
                                          <p:attrName>style.visibility</p:attrName>
                                        </p:attrNameLst>
                                      </p:cBhvr>
                                      <p:to>
                                        <p:strVal val="visible"/>
                                      </p:to>
                                    </p:set>
                                    <p:anim calcmode="lin" valueType="num">
                                      <p:cBhvr additive="base">
                                        <p:cTn id="40" dur="500" fill="hold"/>
                                        <p:tgtEl>
                                          <p:spTgt spid="28"/>
                                        </p:tgtEl>
                                        <p:attrNameLst>
                                          <p:attrName>ppt_x</p:attrName>
                                        </p:attrNameLst>
                                      </p:cBhvr>
                                      <p:tavLst>
                                        <p:tav tm="0">
                                          <p:val>
                                            <p:strVal val="#ppt_x"/>
                                          </p:val>
                                        </p:tav>
                                        <p:tav tm="100000">
                                          <p:val>
                                            <p:strVal val="#ppt_x"/>
                                          </p:val>
                                        </p:tav>
                                      </p:tavLst>
                                    </p:anim>
                                    <p:anim calcmode="lin" valueType="num">
                                      <p:cBhvr additive="base">
                                        <p:cTn id="41" dur="500" fill="hold"/>
                                        <p:tgtEl>
                                          <p:spTgt spid="28"/>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1600"/>
                                  </p:stCondLst>
                                  <p:childTnLst>
                                    <p:set>
                                      <p:cBhvr>
                                        <p:cTn id="43" dur="1" fill="hold">
                                          <p:stCondLst>
                                            <p:cond delay="0"/>
                                          </p:stCondLst>
                                        </p:cTn>
                                        <p:tgtEl>
                                          <p:spTgt spid="29"/>
                                        </p:tgtEl>
                                        <p:attrNameLst>
                                          <p:attrName>style.visibility</p:attrName>
                                        </p:attrNameLst>
                                      </p:cBhvr>
                                      <p:to>
                                        <p:strVal val="visible"/>
                                      </p:to>
                                    </p:set>
                                    <p:anim calcmode="lin" valueType="num">
                                      <p:cBhvr additive="base">
                                        <p:cTn id="44" dur="500" fill="hold"/>
                                        <p:tgtEl>
                                          <p:spTgt spid="29"/>
                                        </p:tgtEl>
                                        <p:attrNameLst>
                                          <p:attrName>ppt_x</p:attrName>
                                        </p:attrNameLst>
                                      </p:cBhvr>
                                      <p:tavLst>
                                        <p:tav tm="0">
                                          <p:val>
                                            <p:strVal val="#ppt_x"/>
                                          </p:val>
                                        </p:tav>
                                        <p:tav tm="100000">
                                          <p:val>
                                            <p:strVal val="#ppt_x"/>
                                          </p:val>
                                        </p:tav>
                                      </p:tavLst>
                                    </p:anim>
                                    <p:anim calcmode="lin" valueType="num">
                                      <p:cBhvr additive="base">
                                        <p:cTn id="45" dur="500" fill="hold"/>
                                        <p:tgtEl>
                                          <p:spTgt spid="29"/>
                                        </p:tgtEl>
                                        <p:attrNameLst>
                                          <p:attrName>ppt_y</p:attrName>
                                        </p:attrNameLst>
                                      </p:cBhvr>
                                      <p:tavLst>
                                        <p:tav tm="0">
                                          <p:val>
                                            <p:strVal val="1+#ppt_h/2"/>
                                          </p:val>
                                        </p:tav>
                                        <p:tav tm="100000">
                                          <p:val>
                                            <p:strVal val="#ppt_y"/>
                                          </p:val>
                                        </p:tav>
                                      </p:tavLst>
                                    </p:anim>
                                  </p:childTnLst>
                                </p:cTn>
                              </p:par>
                              <p:par>
                                <p:cTn id="46" presetID="2" presetClass="entr" presetSubtype="1"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 calcmode="lin" valueType="num">
                                      <p:cBhvr additive="base">
                                        <p:cTn id="48" dur="500" fill="hold"/>
                                        <p:tgtEl>
                                          <p:spTgt spid="30"/>
                                        </p:tgtEl>
                                        <p:attrNameLst>
                                          <p:attrName>ppt_x</p:attrName>
                                        </p:attrNameLst>
                                      </p:cBhvr>
                                      <p:tavLst>
                                        <p:tav tm="0">
                                          <p:val>
                                            <p:strVal val="#ppt_x"/>
                                          </p:val>
                                        </p:tav>
                                        <p:tav tm="100000">
                                          <p:val>
                                            <p:strVal val="#ppt_x"/>
                                          </p:val>
                                        </p:tav>
                                      </p:tavLst>
                                    </p:anim>
                                    <p:anim calcmode="lin" valueType="num">
                                      <p:cBhvr additive="base">
                                        <p:cTn id="49" dur="500" fill="hold"/>
                                        <p:tgtEl>
                                          <p:spTgt spid="30"/>
                                        </p:tgtEl>
                                        <p:attrNameLst>
                                          <p:attrName>ppt_y</p:attrName>
                                        </p:attrNameLst>
                                      </p:cBhvr>
                                      <p:tavLst>
                                        <p:tav tm="0">
                                          <p:val>
                                            <p:strVal val="0-#ppt_h/2"/>
                                          </p:val>
                                        </p:tav>
                                        <p:tav tm="100000">
                                          <p:val>
                                            <p:strVal val="#ppt_y"/>
                                          </p:val>
                                        </p:tav>
                                      </p:tavLst>
                                    </p:anim>
                                  </p:childTnLst>
                                </p:cTn>
                              </p:par>
                              <p:par>
                                <p:cTn id="50" presetID="2" presetClass="entr" presetSubtype="1" fill="hold" grpId="0" nodeType="withEffect">
                                  <p:stCondLst>
                                    <p:cond delay="200"/>
                                  </p:stCondLst>
                                  <p:childTnLst>
                                    <p:set>
                                      <p:cBhvr>
                                        <p:cTn id="51" dur="1" fill="hold">
                                          <p:stCondLst>
                                            <p:cond delay="0"/>
                                          </p:stCondLst>
                                        </p:cTn>
                                        <p:tgtEl>
                                          <p:spTgt spid="31"/>
                                        </p:tgtEl>
                                        <p:attrNameLst>
                                          <p:attrName>style.visibility</p:attrName>
                                        </p:attrNameLst>
                                      </p:cBhvr>
                                      <p:to>
                                        <p:strVal val="visible"/>
                                      </p:to>
                                    </p:set>
                                    <p:anim calcmode="lin" valueType="num">
                                      <p:cBhvr additive="base">
                                        <p:cTn id="52" dur="500" fill="hold"/>
                                        <p:tgtEl>
                                          <p:spTgt spid="31"/>
                                        </p:tgtEl>
                                        <p:attrNameLst>
                                          <p:attrName>ppt_x</p:attrName>
                                        </p:attrNameLst>
                                      </p:cBhvr>
                                      <p:tavLst>
                                        <p:tav tm="0">
                                          <p:val>
                                            <p:strVal val="#ppt_x"/>
                                          </p:val>
                                        </p:tav>
                                        <p:tav tm="100000">
                                          <p:val>
                                            <p:strVal val="#ppt_x"/>
                                          </p:val>
                                        </p:tav>
                                      </p:tavLst>
                                    </p:anim>
                                    <p:anim calcmode="lin" valueType="num">
                                      <p:cBhvr additive="base">
                                        <p:cTn id="53" dur="500" fill="hold"/>
                                        <p:tgtEl>
                                          <p:spTgt spid="31"/>
                                        </p:tgtEl>
                                        <p:attrNameLst>
                                          <p:attrName>ppt_y</p:attrName>
                                        </p:attrNameLst>
                                      </p:cBhvr>
                                      <p:tavLst>
                                        <p:tav tm="0">
                                          <p:val>
                                            <p:strVal val="0-#ppt_h/2"/>
                                          </p:val>
                                        </p:tav>
                                        <p:tav tm="100000">
                                          <p:val>
                                            <p:strVal val="#ppt_y"/>
                                          </p:val>
                                        </p:tav>
                                      </p:tavLst>
                                    </p:anim>
                                  </p:childTnLst>
                                </p:cTn>
                              </p:par>
                              <p:par>
                                <p:cTn id="54" presetID="2" presetClass="entr" presetSubtype="1" fill="hold" grpId="0" nodeType="withEffect">
                                  <p:stCondLst>
                                    <p:cond delay="400"/>
                                  </p:stCondLst>
                                  <p:childTnLst>
                                    <p:set>
                                      <p:cBhvr>
                                        <p:cTn id="55" dur="1" fill="hold">
                                          <p:stCondLst>
                                            <p:cond delay="0"/>
                                          </p:stCondLst>
                                        </p:cTn>
                                        <p:tgtEl>
                                          <p:spTgt spid="32"/>
                                        </p:tgtEl>
                                        <p:attrNameLst>
                                          <p:attrName>style.visibility</p:attrName>
                                        </p:attrNameLst>
                                      </p:cBhvr>
                                      <p:to>
                                        <p:strVal val="visible"/>
                                      </p:to>
                                    </p:set>
                                    <p:anim calcmode="lin" valueType="num">
                                      <p:cBhvr additive="base">
                                        <p:cTn id="56" dur="500" fill="hold"/>
                                        <p:tgtEl>
                                          <p:spTgt spid="32"/>
                                        </p:tgtEl>
                                        <p:attrNameLst>
                                          <p:attrName>ppt_x</p:attrName>
                                        </p:attrNameLst>
                                      </p:cBhvr>
                                      <p:tavLst>
                                        <p:tav tm="0">
                                          <p:val>
                                            <p:strVal val="#ppt_x"/>
                                          </p:val>
                                        </p:tav>
                                        <p:tav tm="100000">
                                          <p:val>
                                            <p:strVal val="#ppt_x"/>
                                          </p:val>
                                        </p:tav>
                                      </p:tavLst>
                                    </p:anim>
                                    <p:anim calcmode="lin" valueType="num">
                                      <p:cBhvr additive="base">
                                        <p:cTn id="57" dur="500" fill="hold"/>
                                        <p:tgtEl>
                                          <p:spTgt spid="32"/>
                                        </p:tgtEl>
                                        <p:attrNameLst>
                                          <p:attrName>ppt_y</p:attrName>
                                        </p:attrNameLst>
                                      </p:cBhvr>
                                      <p:tavLst>
                                        <p:tav tm="0">
                                          <p:val>
                                            <p:strVal val="0-#ppt_h/2"/>
                                          </p:val>
                                        </p:tav>
                                        <p:tav tm="100000">
                                          <p:val>
                                            <p:strVal val="#ppt_y"/>
                                          </p:val>
                                        </p:tav>
                                      </p:tavLst>
                                    </p:anim>
                                  </p:childTnLst>
                                </p:cTn>
                              </p:par>
                              <p:par>
                                <p:cTn id="58" presetID="2" presetClass="entr" presetSubtype="1" fill="hold" grpId="0" nodeType="withEffect">
                                  <p:stCondLst>
                                    <p:cond delay="600"/>
                                  </p:stCondLst>
                                  <p:childTnLst>
                                    <p:set>
                                      <p:cBhvr>
                                        <p:cTn id="59" dur="1" fill="hold">
                                          <p:stCondLst>
                                            <p:cond delay="0"/>
                                          </p:stCondLst>
                                        </p:cTn>
                                        <p:tgtEl>
                                          <p:spTgt spid="33"/>
                                        </p:tgtEl>
                                        <p:attrNameLst>
                                          <p:attrName>style.visibility</p:attrName>
                                        </p:attrNameLst>
                                      </p:cBhvr>
                                      <p:to>
                                        <p:strVal val="visible"/>
                                      </p:to>
                                    </p:set>
                                    <p:anim calcmode="lin" valueType="num">
                                      <p:cBhvr additive="base">
                                        <p:cTn id="60" dur="500" fill="hold"/>
                                        <p:tgtEl>
                                          <p:spTgt spid="33"/>
                                        </p:tgtEl>
                                        <p:attrNameLst>
                                          <p:attrName>ppt_x</p:attrName>
                                        </p:attrNameLst>
                                      </p:cBhvr>
                                      <p:tavLst>
                                        <p:tav tm="0">
                                          <p:val>
                                            <p:strVal val="#ppt_x"/>
                                          </p:val>
                                        </p:tav>
                                        <p:tav tm="100000">
                                          <p:val>
                                            <p:strVal val="#ppt_x"/>
                                          </p:val>
                                        </p:tav>
                                      </p:tavLst>
                                    </p:anim>
                                    <p:anim calcmode="lin" valueType="num">
                                      <p:cBhvr additive="base">
                                        <p:cTn id="61" dur="500" fill="hold"/>
                                        <p:tgtEl>
                                          <p:spTgt spid="33"/>
                                        </p:tgtEl>
                                        <p:attrNameLst>
                                          <p:attrName>ppt_y</p:attrName>
                                        </p:attrNameLst>
                                      </p:cBhvr>
                                      <p:tavLst>
                                        <p:tav tm="0">
                                          <p:val>
                                            <p:strVal val="0-#ppt_h/2"/>
                                          </p:val>
                                        </p:tav>
                                        <p:tav tm="100000">
                                          <p:val>
                                            <p:strVal val="#ppt_y"/>
                                          </p:val>
                                        </p:tav>
                                      </p:tavLst>
                                    </p:anim>
                                  </p:childTnLst>
                                </p:cTn>
                              </p:par>
                              <p:par>
                                <p:cTn id="62" presetID="2" presetClass="entr" presetSubtype="1" fill="hold" grpId="0" nodeType="withEffect">
                                  <p:stCondLst>
                                    <p:cond delay="800"/>
                                  </p:stCondLst>
                                  <p:childTnLst>
                                    <p:set>
                                      <p:cBhvr>
                                        <p:cTn id="63" dur="1" fill="hold">
                                          <p:stCondLst>
                                            <p:cond delay="0"/>
                                          </p:stCondLst>
                                        </p:cTn>
                                        <p:tgtEl>
                                          <p:spTgt spid="34"/>
                                        </p:tgtEl>
                                        <p:attrNameLst>
                                          <p:attrName>style.visibility</p:attrName>
                                        </p:attrNameLst>
                                      </p:cBhvr>
                                      <p:to>
                                        <p:strVal val="visible"/>
                                      </p:to>
                                    </p:set>
                                    <p:anim calcmode="lin" valueType="num">
                                      <p:cBhvr additive="base">
                                        <p:cTn id="64" dur="500" fill="hold"/>
                                        <p:tgtEl>
                                          <p:spTgt spid="34"/>
                                        </p:tgtEl>
                                        <p:attrNameLst>
                                          <p:attrName>ppt_x</p:attrName>
                                        </p:attrNameLst>
                                      </p:cBhvr>
                                      <p:tavLst>
                                        <p:tav tm="0">
                                          <p:val>
                                            <p:strVal val="#ppt_x"/>
                                          </p:val>
                                        </p:tav>
                                        <p:tav tm="100000">
                                          <p:val>
                                            <p:strVal val="#ppt_x"/>
                                          </p:val>
                                        </p:tav>
                                      </p:tavLst>
                                    </p:anim>
                                    <p:anim calcmode="lin" valueType="num">
                                      <p:cBhvr additive="base">
                                        <p:cTn id="65" dur="500" fill="hold"/>
                                        <p:tgtEl>
                                          <p:spTgt spid="34"/>
                                        </p:tgtEl>
                                        <p:attrNameLst>
                                          <p:attrName>ppt_y</p:attrName>
                                        </p:attrNameLst>
                                      </p:cBhvr>
                                      <p:tavLst>
                                        <p:tav tm="0">
                                          <p:val>
                                            <p:strVal val="0-#ppt_h/2"/>
                                          </p:val>
                                        </p:tav>
                                        <p:tav tm="100000">
                                          <p:val>
                                            <p:strVal val="#ppt_y"/>
                                          </p:val>
                                        </p:tav>
                                      </p:tavLst>
                                    </p:anim>
                                  </p:childTnLst>
                                </p:cTn>
                              </p:par>
                              <p:par>
                                <p:cTn id="66" presetID="2" presetClass="entr" presetSubtype="1" fill="hold" grpId="0" nodeType="withEffect">
                                  <p:stCondLst>
                                    <p:cond delay="1000"/>
                                  </p:stCondLst>
                                  <p:childTnLst>
                                    <p:set>
                                      <p:cBhvr>
                                        <p:cTn id="67" dur="1" fill="hold">
                                          <p:stCondLst>
                                            <p:cond delay="0"/>
                                          </p:stCondLst>
                                        </p:cTn>
                                        <p:tgtEl>
                                          <p:spTgt spid="35"/>
                                        </p:tgtEl>
                                        <p:attrNameLst>
                                          <p:attrName>style.visibility</p:attrName>
                                        </p:attrNameLst>
                                      </p:cBhvr>
                                      <p:to>
                                        <p:strVal val="visible"/>
                                      </p:to>
                                    </p:set>
                                    <p:anim calcmode="lin" valueType="num">
                                      <p:cBhvr additive="base">
                                        <p:cTn id="68" dur="500" fill="hold"/>
                                        <p:tgtEl>
                                          <p:spTgt spid="35"/>
                                        </p:tgtEl>
                                        <p:attrNameLst>
                                          <p:attrName>ppt_x</p:attrName>
                                        </p:attrNameLst>
                                      </p:cBhvr>
                                      <p:tavLst>
                                        <p:tav tm="0">
                                          <p:val>
                                            <p:strVal val="#ppt_x"/>
                                          </p:val>
                                        </p:tav>
                                        <p:tav tm="100000">
                                          <p:val>
                                            <p:strVal val="#ppt_x"/>
                                          </p:val>
                                        </p:tav>
                                      </p:tavLst>
                                    </p:anim>
                                    <p:anim calcmode="lin" valueType="num">
                                      <p:cBhvr additive="base">
                                        <p:cTn id="69" dur="500" fill="hold"/>
                                        <p:tgtEl>
                                          <p:spTgt spid="35"/>
                                        </p:tgtEl>
                                        <p:attrNameLst>
                                          <p:attrName>ppt_y</p:attrName>
                                        </p:attrNameLst>
                                      </p:cBhvr>
                                      <p:tavLst>
                                        <p:tav tm="0">
                                          <p:val>
                                            <p:strVal val="0-#ppt_h/2"/>
                                          </p:val>
                                        </p:tav>
                                        <p:tav tm="100000">
                                          <p:val>
                                            <p:strVal val="#ppt_y"/>
                                          </p:val>
                                        </p:tav>
                                      </p:tavLst>
                                    </p:anim>
                                  </p:childTnLst>
                                </p:cTn>
                              </p:par>
                              <p:par>
                                <p:cTn id="70" presetID="2" presetClass="entr" presetSubtype="1" fill="hold" grpId="0" nodeType="withEffect">
                                  <p:stCondLst>
                                    <p:cond delay="1200"/>
                                  </p:stCondLst>
                                  <p:childTnLst>
                                    <p:set>
                                      <p:cBhvr>
                                        <p:cTn id="71" dur="1" fill="hold">
                                          <p:stCondLst>
                                            <p:cond delay="0"/>
                                          </p:stCondLst>
                                        </p:cTn>
                                        <p:tgtEl>
                                          <p:spTgt spid="36"/>
                                        </p:tgtEl>
                                        <p:attrNameLst>
                                          <p:attrName>style.visibility</p:attrName>
                                        </p:attrNameLst>
                                      </p:cBhvr>
                                      <p:to>
                                        <p:strVal val="visible"/>
                                      </p:to>
                                    </p:set>
                                    <p:anim calcmode="lin" valueType="num">
                                      <p:cBhvr additive="base">
                                        <p:cTn id="72" dur="500" fill="hold"/>
                                        <p:tgtEl>
                                          <p:spTgt spid="36"/>
                                        </p:tgtEl>
                                        <p:attrNameLst>
                                          <p:attrName>ppt_x</p:attrName>
                                        </p:attrNameLst>
                                      </p:cBhvr>
                                      <p:tavLst>
                                        <p:tav tm="0">
                                          <p:val>
                                            <p:strVal val="#ppt_x"/>
                                          </p:val>
                                        </p:tav>
                                        <p:tav tm="100000">
                                          <p:val>
                                            <p:strVal val="#ppt_x"/>
                                          </p:val>
                                        </p:tav>
                                      </p:tavLst>
                                    </p:anim>
                                    <p:anim calcmode="lin" valueType="num">
                                      <p:cBhvr additive="base">
                                        <p:cTn id="73" dur="500" fill="hold"/>
                                        <p:tgtEl>
                                          <p:spTgt spid="36"/>
                                        </p:tgtEl>
                                        <p:attrNameLst>
                                          <p:attrName>ppt_y</p:attrName>
                                        </p:attrNameLst>
                                      </p:cBhvr>
                                      <p:tavLst>
                                        <p:tav tm="0">
                                          <p:val>
                                            <p:strVal val="0-#ppt_h/2"/>
                                          </p:val>
                                        </p:tav>
                                        <p:tav tm="100000">
                                          <p:val>
                                            <p:strVal val="#ppt_y"/>
                                          </p:val>
                                        </p:tav>
                                      </p:tavLst>
                                    </p:anim>
                                  </p:childTnLst>
                                </p:cTn>
                              </p:par>
                              <p:par>
                                <p:cTn id="74" presetID="2" presetClass="entr" presetSubtype="1" fill="hold" grpId="0" nodeType="withEffect">
                                  <p:stCondLst>
                                    <p:cond delay="1400"/>
                                  </p:stCondLst>
                                  <p:childTnLst>
                                    <p:set>
                                      <p:cBhvr>
                                        <p:cTn id="75" dur="1" fill="hold">
                                          <p:stCondLst>
                                            <p:cond delay="0"/>
                                          </p:stCondLst>
                                        </p:cTn>
                                        <p:tgtEl>
                                          <p:spTgt spid="37"/>
                                        </p:tgtEl>
                                        <p:attrNameLst>
                                          <p:attrName>style.visibility</p:attrName>
                                        </p:attrNameLst>
                                      </p:cBhvr>
                                      <p:to>
                                        <p:strVal val="visible"/>
                                      </p:to>
                                    </p:set>
                                    <p:anim calcmode="lin" valueType="num">
                                      <p:cBhvr additive="base">
                                        <p:cTn id="76" dur="500" fill="hold"/>
                                        <p:tgtEl>
                                          <p:spTgt spid="37"/>
                                        </p:tgtEl>
                                        <p:attrNameLst>
                                          <p:attrName>ppt_x</p:attrName>
                                        </p:attrNameLst>
                                      </p:cBhvr>
                                      <p:tavLst>
                                        <p:tav tm="0">
                                          <p:val>
                                            <p:strVal val="#ppt_x"/>
                                          </p:val>
                                        </p:tav>
                                        <p:tav tm="100000">
                                          <p:val>
                                            <p:strVal val="#ppt_x"/>
                                          </p:val>
                                        </p:tav>
                                      </p:tavLst>
                                    </p:anim>
                                    <p:anim calcmode="lin" valueType="num">
                                      <p:cBhvr additive="base">
                                        <p:cTn id="77" dur="500" fill="hold"/>
                                        <p:tgtEl>
                                          <p:spTgt spid="37"/>
                                        </p:tgtEl>
                                        <p:attrNameLst>
                                          <p:attrName>ppt_y</p:attrName>
                                        </p:attrNameLst>
                                      </p:cBhvr>
                                      <p:tavLst>
                                        <p:tav tm="0">
                                          <p:val>
                                            <p:strVal val="0-#ppt_h/2"/>
                                          </p:val>
                                        </p:tav>
                                        <p:tav tm="100000">
                                          <p:val>
                                            <p:strVal val="#ppt_y"/>
                                          </p:val>
                                        </p:tav>
                                      </p:tavLst>
                                    </p:anim>
                                  </p:childTnLst>
                                </p:cTn>
                              </p:par>
                              <p:par>
                                <p:cTn id="78" presetID="2" presetClass="entr" presetSubtype="1" fill="hold" grpId="0" nodeType="withEffect">
                                  <p:stCondLst>
                                    <p:cond delay="1600"/>
                                  </p:stCondLst>
                                  <p:childTnLst>
                                    <p:set>
                                      <p:cBhvr>
                                        <p:cTn id="79" dur="1" fill="hold">
                                          <p:stCondLst>
                                            <p:cond delay="0"/>
                                          </p:stCondLst>
                                        </p:cTn>
                                        <p:tgtEl>
                                          <p:spTgt spid="38"/>
                                        </p:tgtEl>
                                        <p:attrNameLst>
                                          <p:attrName>style.visibility</p:attrName>
                                        </p:attrNameLst>
                                      </p:cBhvr>
                                      <p:to>
                                        <p:strVal val="visible"/>
                                      </p:to>
                                    </p:set>
                                    <p:anim calcmode="lin" valueType="num">
                                      <p:cBhvr additive="base">
                                        <p:cTn id="80" dur="500" fill="hold"/>
                                        <p:tgtEl>
                                          <p:spTgt spid="38"/>
                                        </p:tgtEl>
                                        <p:attrNameLst>
                                          <p:attrName>ppt_x</p:attrName>
                                        </p:attrNameLst>
                                      </p:cBhvr>
                                      <p:tavLst>
                                        <p:tav tm="0">
                                          <p:val>
                                            <p:strVal val="#ppt_x"/>
                                          </p:val>
                                        </p:tav>
                                        <p:tav tm="100000">
                                          <p:val>
                                            <p:strVal val="#ppt_x"/>
                                          </p:val>
                                        </p:tav>
                                      </p:tavLst>
                                    </p:anim>
                                    <p:anim calcmode="lin" valueType="num">
                                      <p:cBhvr additive="base">
                                        <p:cTn id="81" dur="500" fill="hold"/>
                                        <p:tgtEl>
                                          <p:spTgt spid="38"/>
                                        </p:tgtEl>
                                        <p:attrNameLst>
                                          <p:attrName>ppt_y</p:attrName>
                                        </p:attrNameLst>
                                      </p:cBhvr>
                                      <p:tavLst>
                                        <p:tav tm="0">
                                          <p:val>
                                            <p:strVal val="0-#ppt_h/2"/>
                                          </p:val>
                                        </p:tav>
                                        <p:tav tm="100000">
                                          <p:val>
                                            <p:strVal val="#ppt_y"/>
                                          </p:val>
                                        </p:tav>
                                      </p:tavLst>
                                    </p:anim>
                                  </p:childTnLst>
                                </p:cTn>
                              </p:par>
                              <p:par>
                                <p:cTn id="82" presetID="2" presetClass="entr" presetSubtype="4" fill="hold" grpId="0" nodeType="withEffect">
                                  <p:stCondLst>
                                    <p:cond delay="0"/>
                                  </p:stCondLst>
                                  <p:childTnLst>
                                    <p:set>
                                      <p:cBhvr>
                                        <p:cTn id="83" dur="1" fill="hold">
                                          <p:stCondLst>
                                            <p:cond delay="0"/>
                                          </p:stCondLst>
                                        </p:cTn>
                                        <p:tgtEl>
                                          <p:spTgt spid="40"/>
                                        </p:tgtEl>
                                        <p:attrNameLst>
                                          <p:attrName>style.visibility</p:attrName>
                                        </p:attrNameLst>
                                      </p:cBhvr>
                                      <p:to>
                                        <p:strVal val="visible"/>
                                      </p:to>
                                    </p:set>
                                    <p:anim calcmode="lin" valueType="num">
                                      <p:cBhvr additive="base">
                                        <p:cTn id="84" dur="500" fill="hold"/>
                                        <p:tgtEl>
                                          <p:spTgt spid="40"/>
                                        </p:tgtEl>
                                        <p:attrNameLst>
                                          <p:attrName>ppt_x</p:attrName>
                                        </p:attrNameLst>
                                      </p:cBhvr>
                                      <p:tavLst>
                                        <p:tav tm="0">
                                          <p:val>
                                            <p:strVal val="#ppt_x"/>
                                          </p:val>
                                        </p:tav>
                                        <p:tav tm="100000">
                                          <p:val>
                                            <p:strVal val="#ppt_x"/>
                                          </p:val>
                                        </p:tav>
                                      </p:tavLst>
                                    </p:anim>
                                    <p:anim calcmode="lin" valueType="num">
                                      <p:cBhvr additive="base">
                                        <p:cTn id="85" dur="500" fill="hold"/>
                                        <p:tgtEl>
                                          <p:spTgt spid="40"/>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stCondLst>
                                    <p:cond delay="200"/>
                                  </p:stCondLst>
                                  <p:childTnLst>
                                    <p:set>
                                      <p:cBhvr>
                                        <p:cTn id="87" dur="1" fill="hold">
                                          <p:stCondLst>
                                            <p:cond delay="0"/>
                                          </p:stCondLst>
                                        </p:cTn>
                                        <p:tgtEl>
                                          <p:spTgt spid="41"/>
                                        </p:tgtEl>
                                        <p:attrNameLst>
                                          <p:attrName>style.visibility</p:attrName>
                                        </p:attrNameLst>
                                      </p:cBhvr>
                                      <p:to>
                                        <p:strVal val="visible"/>
                                      </p:to>
                                    </p:set>
                                    <p:anim calcmode="lin" valueType="num">
                                      <p:cBhvr additive="base">
                                        <p:cTn id="88" dur="500" fill="hold"/>
                                        <p:tgtEl>
                                          <p:spTgt spid="41"/>
                                        </p:tgtEl>
                                        <p:attrNameLst>
                                          <p:attrName>ppt_x</p:attrName>
                                        </p:attrNameLst>
                                      </p:cBhvr>
                                      <p:tavLst>
                                        <p:tav tm="0">
                                          <p:val>
                                            <p:strVal val="#ppt_x"/>
                                          </p:val>
                                        </p:tav>
                                        <p:tav tm="100000">
                                          <p:val>
                                            <p:strVal val="#ppt_x"/>
                                          </p:val>
                                        </p:tav>
                                      </p:tavLst>
                                    </p:anim>
                                    <p:anim calcmode="lin" valueType="num">
                                      <p:cBhvr additive="base">
                                        <p:cTn id="89" dur="500" fill="hold"/>
                                        <p:tgtEl>
                                          <p:spTgt spid="41"/>
                                        </p:tgtEl>
                                        <p:attrNameLst>
                                          <p:attrName>ppt_y</p:attrName>
                                        </p:attrNameLst>
                                      </p:cBhvr>
                                      <p:tavLst>
                                        <p:tav tm="0">
                                          <p:val>
                                            <p:strVal val="1+#ppt_h/2"/>
                                          </p:val>
                                        </p:tav>
                                        <p:tav tm="100000">
                                          <p:val>
                                            <p:strVal val="#ppt_y"/>
                                          </p:val>
                                        </p:tav>
                                      </p:tavLst>
                                    </p:anim>
                                  </p:childTnLst>
                                </p:cTn>
                              </p:par>
                              <p:par>
                                <p:cTn id="90" presetID="2" presetClass="entr" presetSubtype="4" fill="hold" grpId="0" nodeType="withEffect">
                                  <p:stCondLst>
                                    <p:cond delay="400"/>
                                  </p:stCondLst>
                                  <p:childTnLst>
                                    <p:set>
                                      <p:cBhvr>
                                        <p:cTn id="91" dur="1" fill="hold">
                                          <p:stCondLst>
                                            <p:cond delay="0"/>
                                          </p:stCondLst>
                                        </p:cTn>
                                        <p:tgtEl>
                                          <p:spTgt spid="42"/>
                                        </p:tgtEl>
                                        <p:attrNameLst>
                                          <p:attrName>style.visibility</p:attrName>
                                        </p:attrNameLst>
                                      </p:cBhvr>
                                      <p:to>
                                        <p:strVal val="visible"/>
                                      </p:to>
                                    </p:set>
                                    <p:anim calcmode="lin" valueType="num">
                                      <p:cBhvr additive="base">
                                        <p:cTn id="92" dur="500" fill="hold"/>
                                        <p:tgtEl>
                                          <p:spTgt spid="42"/>
                                        </p:tgtEl>
                                        <p:attrNameLst>
                                          <p:attrName>ppt_x</p:attrName>
                                        </p:attrNameLst>
                                      </p:cBhvr>
                                      <p:tavLst>
                                        <p:tav tm="0">
                                          <p:val>
                                            <p:strVal val="#ppt_x"/>
                                          </p:val>
                                        </p:tav>
                                        <p:tav tm="100000">
                                          <p:val>
                                            <p:strVal val="#ppt_x"/>
                                          </p:val>
                                        </p:tav>
                                      </p:tavLst>
                                    </p:anim>
                                    <p:anim calcmode="lin" valueType="num">
                                      <p:cBhvr additive="base">
                                        <p:cTn id="93" dur="500" fill="hold"/>
                                        <p:tgtEl>
                                          <p:spTgt spid="42"/>
                                        </p:tgtEl>
                                        <p:attrNameLst>
                                          <p:attrName>ppt_y</p:attrName>
                                        </p:attrNameLst>
                                      </p:cBhvr>
                                      <p:tavLst>
                                        <p:tav tm="0">
                                          <p:val>
                                            <p:strVal val="1+#ppt_h/2"/>
                                          </p:val>
                                        </p:tav>
                                        <p:tav tm="100000">
                                          <p:val>
                                            <p:strVal val="#ppt_y"/>
                                          </p:val>
                                        </p:tav>
                                      </p:tavLst>
                                    </p:anim>
                                  </p:childTnLst>
                                </p:cTn>
                              </p:par>
                              <p:par>
                                <p:cTn id="94" presetID="2" presetClass="entr" presetSubtype="4" fill="hold" grpId="0" nodeType="withEffect">
                                  <p:stCondLst>
                                    <p:cond delay="600"/>
                                  </p:stCondLst>
                                  <p:childTnLst>
                                    <p:set>
                                      <p:cBhvr>
                                        <p:cTn id="95" dur="1" fill="hold">
                                          <p:stCondLst>
                                            <p:cond delay="0"/>
                                          </p:stCondLst>
                                        </p:cTn>
                                        <p:tgtEl>
                                          <p:spTgt spid="43"/>
                                        </p:tgtEl>
                                        <p:attrNameLst>
                                          <p:attrName>style.visibility</p:attrName>
                                        </p:attrNameLst>
                                      </p:cBhvr>
                                      <p:to>
                                        <p:strVal val="visible"/>
                                      </p:to>
                                    </p:set>
                                    <p:anim calcmode="lin" valueType="num">
                                      <p:cBhvr additive="base">
                                        <p:cTn id="96" dur="500" fill="hold"/>
                                        <p:tgtEl>
                                          <p:spTgt spid="43"/>
                                        </p:tgtEl>
                                        <p:attrNameLst>
                                          <p:attrName>ppt_x</p:attrName>
                                        </p:attrNameLst>
                                      </p:cBhvr>
                                      <p:tavLst>
                                        <p:tav tm="0">
                                          <p:val>
                                            <p:strVal val="#ppt_x"/>
                                          </p:val>
                                        </p:tav>
                                        <p:tav tm="100000">
                                          <p:val>
                                            <p:strVal val="#ppt_x"/>
                                          </p:val>
                                        </p:tav>
                                      </p:tavLst>
                                    </p:anim>
                                    <p:anim calcmode="lin" valueType="num">
                                      <p:cBhvr additive="base">
                                        <p:cTn id="97" dur="500" fill="hold"/>
                                        <p:tgtEl>
                                          <p:spTgt spid="43"/>
                                        </p:tgtEl>
                                        <p:attrNameLst>
                                          <p:attrName>ppt_y</p:attrName>
                                        </p:attrNameLst>
                                      </p:cBhvr>
                                      <p:tavLst>
                                        <p:tav tm="0">
                                          <p:val>
                                            <p:strVal val="1+#ppt_h/2"/>
                                          </p:val>
                                        </p:tav>
                                        <p:tav tm="100000">
                                          <p:val>
                                            <p:strVal val="#ppt_y"/>
                                          </p:val>
                                        </p:tav>
                                      </p:tavLst>
                                    </p:anim>
                                  </p:childTnLst>
                                </p:cTn>
                              </p:par>
                              <p:par>
                                <p:cTn id="98" presetID="2" presetClass="entr" presetSubtype="4" fill="hold" grpId="0" nodeType="withEffect">
                                  <p:stCondLst>
                                    <p:cond delay="800"/>
                                  </p:stCondLst>
                                  <p:childTnLst>
                                    <p:set>
                                      <p:cBhvr>
                                        <p:cTn id="99" dur="1" fill="hold">
                                          <p:stCondLst>
                                            <p:cond delay="0"/>
                                          </p:stCondLst>
                                        </p:cTn>
                                        <p:tgtEl>
                                          <p:spTgt spid="44"/>
                                        </p:tgtEl>
                                        <p:attrNameLst>
                                          <p:attrName>style.visibility</p:attrName>
                                        </p:attrNameLst>
                                      </p:cBhvr>
                                      <p:to>
                                        <p:strVal val="visible"/>
                                      </p:to>
                                    </p:set>
                                    <p:anim calcmode="lin" valueType="num">
                                      <p:cBhvr additive="base">
                                        <p:cTn id="100" dur="500" fill="hold"/>
                                        <p:tgtEl>
                                          <p:spTgt spid="44"/>
                                        </p:tgtEl>
                                        <p:attrNameLst>
                                          <p:attrName>ppt_x</p:attrName>
                                        </p:attrNameLst>
                                      </p:cBhvr>
                                      <p:tavLst>
                                        <p:tav tm="0">
                                          <p:val>
                                            <p:strVal val="#ppt_x"/>
                                          </p:val>
                                        </p:tav>
                                        <p:tav tm="100000">
                                          <p:val>
                                            <p:strVal val="#ppt_x"/>
                                          </p:val>
                                        </p:tav>
                                      </p:tavLst>
                                    </p:anim>
                                    <p:anim calcmode="lin" valueType="num">
                                      <p:cBhvr additive="base">
                                        <p:cTn id="101" dur="500" fill="hold"/>
                                        <p:tgtEl>
                                          <p:spTgt spid="44"/>
                                        </p:tgtEl>
                                        <p:attrNameLst>
                                          <p:attrName>ppt_y</p:attrName>
                                        </p:attrNameLst>
                                      </p:cBhvr>
                                      <p:tavLst>
                                        <p:tav tm="0">
                                          <p:val>
                                            <p:strVal val="1+#ppt_h/2"/>
                                          </p:val>
                                        </p:tav>
                                        <p:tav tm="100000">
                                          <p:val>
                                            <p:strVal val="#ppt_y"/>
                                          </p:val>
                                        </p:tav>
                                      </p:tavLst>
                                    </p:anim>
                                  </p:childTnLst>
                                </p:cTn>
                              </p:par>
                              <p:par>
                                <p:cTn id="102" presetID="2" presetClass="entr" presetSubtype="4" fill="hold" grpId="0" nodeType="withEffect">
                                  <p:stCondLst>
                                    <p:cond delay="1000"/>
                                  </p:stCondLst>
                                  <p:childTnLst>
                                    <p:set>
                                      <p:cBhvr>
                                        <p:cTn id="103" dur="1" fill="hold">
                                          <p:stCondLst>
                                            <p:cond delay="0"/>
                                          </p:stCondLst>
                                        </p:cTn>
                                        <p:tgtEl>
                                          <p:spTgt spid="45"/>
                                        </p:tgtEl>
                                        <p:attrNameLst>
                                          <p:attrName>style.visibility</p:attrName>
                                        </p:attrNameLst>
                                      </p:cBhvr>
                                      <p:to>
                                        <p:strVal val="visible"/>
                                      </p:to>
                                    </p:set>
                                    <p:anim calcmode="lin" valueType="num">
                                      <p:cBhvr additive="base">
                                        <p:cTn id="104" dur="500" fill="hold"/>
                                        <p:tgtEl>
                                          <p:spTgt spid="45"/>
                                        </p:tgtEl>
                                        <p:attrNameLst>
                                          <p:attrName>ppt_x</p:attrName>
                                        </p:attrNameLst>
                                      </p:cBhvr>
                                      <p:tavLst>
                                        <p:tav tm="0">
                                          <p:val>
                                            <p:strVal val="#ppt_x"/>
                                          </p:val>
                                        </p:tav>
                                        <p:tav tm="100000">
                                          <p:val>
                                            <p:strVal val="#ppt_x"/>
                                          </p:val>
                                        </p:tav>
                                      </p:tavLst>
                                    </p:anim>
                                    <p:anim calcmode="lin" valueType="num">
                                      <p:cBhvr additive="base">
                                        <p:cTn id="105" dur="500" fill="hold"/>
                                        <p:tgtEl>
                                          <p:spTgt spid="45"/>
                                        </p:tgtEl>
                                        <p:attrNameLst>
                                          <p:attrName>ppt_y</p:attrName>
                                        </p:attrNameLst>
                                      </p:cBhvr>
                                      <p:tavLst>
                                        <p:tav tm="0">
                                          <p:val>
                                            <p:strVal val="1+#ppt_h/2"/>
                                          </p:val>
                                        </p:tav>
                                        <p:tav tm="100000">
                                          <p:val>
                                            <p:strVal val="#ppt_y"/>
                                          </p:val>
                                        </p:tav>
                                      </p:tavLst>
                                    </p:anim>
                                  </p:childTnLst>
                                </p:cTn>
                              </p:par>
                              <p:par>
                                <p:cTn id="106" presetID="2" presetClass="entr" presetSubtype="4" fill="hold" grpId="0" nodeType="withEffect">
                                  <p:stCondLst>
                                    <p:cond delay="1200"/>
                                  </p:stCondLst>
                                  <p:childTnLst>
                                    <p:set>
                                      <p:cBhvr>
                                        <p:cTn id="107" dur="1" fill="hold">
                                          <p:stCondLst>
                                            <p:cond delay="0"/>
                                          </p:stCondLst>
                                        </p:cTn>
                                        <p:tgtEl>
                                          <p:spTgt spid="46"/>
                                        </p:tgtEl>
                                        <p:attrNameLst>
                                          <p:attrName>style.visibility</p:attrName>
                                        </p:attrNameLst>
                                      </p:cBhvr>
                                      <p:to>
                                        <p:strVal val="visible"/>
                                      </p:to>
                                    </p:set>
                                    <p:anim calcmode="lin" valueType="num">
                                      <p:cBhvr additive="base">
                                        <p:cTn id="108" dur="500" fill="hold"/>
                                        <p:tgtEl>
                                          <p:spTgt spid="46"/>
                                        </p:tgtEl>
                                        <p:attrNameLst>
                                          <p:attrName>ppt_x</p:attrName>
                                        </p:attrNameLst>
                                      </p:cBhvr>
                                      <p:tavLst>
                                        <p:tav tm="0">
                                          <p:val>
                                            <p:strVal val="#ppt_x"/>
                                          </p:val>
                                        </p:tav>
                                        <p:tav tm="100000">
                                          <p:val>
                                            <p:strVal val="#ppt_x"/>
                                          </p:val>
                                        </p:tav>
                                      </p:tavLst>
                                    </p:anim>
                                    <p:anim calcmode="lin" valueType="num">
                                      <p:cBhvr additive="base">
                                        <p:cTn id="109" dur="500" fill="hold"/>
                                        <p:tgtEl>
                                          <p:spTgt spid="46"/>
                                        </p:tgtEl>
                                        <p:attrNameLst>
                                          <p:attrName>ppt_y</p:attrName>
                                        </p:attrNameLst>
                                      </p:cBhvr>
                                      <p:tavLst>
                                        <p:tav tm="0">
                                          <p:val>
                                            <p:strVal val="1+#ppt_h/2"/>
                                          </p:val>
                                        </p:tav>
                                        <p:tav tm="100000">
                                          <p:val>
                                            <p:strVal val="#ppt_y"/>
                                          </p:val>
                                        </p:tav>
                                      </p:tavLst>
                                    </p:anim>
                                  </p:childTnLst>
                                </p:cTn>
                              </p:par>
                              <p:par>
                                <p:cTn id="110" presetID="2" presetClass="entr" presetSubtype="4" fill="hold" grpId="0" nodeType="withEffect">
                                  <p:stCondLst>
                                    <p:cond delay="1400"/>
                                  </p:stCondLst>
                                  <p:childTnLst>
                                    <p:set>
                                      <p:cBhvr>
                                        <p:cTn id="111" dur="1" fill="hold">
                                          <p:stCondLst>
                                            <p:cond delay="0"/>
                                          </p:stCondLst>
                                        </p:cTn>
                                        <p:tgtEl>
                                          <p:spTgt spid="47"/>
                                        </p:tgtEl>
                                        <p:attrNameLst>
                                          <p:attrName>style.visibility</p:attrName>
                                        </p:attrNameLst>
                                      </p:cBhvr>
                                      <p:to>
                                        <p:strVal val="visible"/>
                                      </p:to>
                                    </p:set>
                                    <p:anim calcmode="lin" valueType="num">
                                      <p:cBhvr additive="base">
                                        <p:cTn id="112" dur="500" fill="hold"/>
                                        <p:tgtEl>
                                          <p:spTgt spid="47"/>
                                        </p:tgtEl>
                                        <p:attrNameLst>
                                          <p:attrName>ppt_x</p:attrName>
                                        </p:attrNameLst>
                                      </p:cBhvr>
                                      <p:tavLst>
                                        <p:tav tm="0">
                                          <p:val>
                                            <p:strVal val="#ppt_x"/>
                                          </p:val>
                                        </p:tav>
                                        <p:tav tm="100000">
                                          <p:val>
                                            <p:strVal val="#ppt_x"/>
                                          </p:val>
                                        </p:tav>
                                      </p:tavLst>
                                    </p:anim>
                                    <p:anim calcmode="lin" valueType="num">
                                      <p:cBhvr additive="base">
                                        <p:cTn id="113" dur="500" fill="hold"/>
                                        <p:tgtEl>
                                          <p:spTgt spid="47"/>
                                        </p:tgtEl>
                                        <p:attrNameLst>
                                          <p:attrName>ppt_y</p:attrName>
                                        </p:attrNameLst>
                                      </p:cBhvr>
                                      <p:tavLst>
                                        <p:tav tm="0">
                                          <p:val>
                                            <p:strVal val="1+#ppt_h/2"/>
                                          </p:val>
                                        </p:tav>
                                        <p:tav tm="100000">
                                          <p:val>
                                            <p:strVal val="#ppt_y"/>
                                          </p:val>
                                        </p:tav>
                                      </p:tavLst>
                                    </p:anim>
                                  </p:childTnLst>
                                </p:cTn>
                              </p:par>
                              <p:par>
                                <p:cTn id="114" presetID="2" presetClass="entr" presetSubtype="4" fill="hold" grpId="0" nodeType="withEffect">
                                  <p:stCondLst>
                                    <p:cond delay="1600"/>
                                  </p:stCondLst>
                                  <p:childTnLst>
                                    <p:set>
                                      <p:cBhvr>
                                        <p:cTn id="115" dur="1" fill="hold">
                                          <p:stCondLst>
                                            <p:cond delay="0"/>
                                          </p:stCondLst>
                                        </p:cTn>
                                        <p:tgtEl>
                                          <p:spTgt spid="48"/>
                                        </p:tgtEl>
                                        <p:attrNameLst>
                                          <p:attrName>style.visibility</p:attrName>
                                        </p:attrNameLst>
                                      </p:cBhvr>
                                      <p:to>
                                        <p:strVal val="visible"/>
                                      </p:to>
                                    </p:set>
                                    <p:anim calcmode="lin" valueType="num">
                                      <p:cBhvr additive="base">
                                        <p:cTn id="116" dur="500" fill="hold"/>
                                        <p:tgtEl>
                                          <p:spTgt spid="48"/>
                                        </p:tgtEl>
                                        <p:attrNameLst>
                                          <p:attrName>ppt_x</p:attrName>
                                        </p:attrNameLst>
                                      </p:cBhvr>
                                      <p:tavLst>
                                        <p:tav tm="0">
                                          <p:val>
                                            <p:strVal val="#ppt_x"/>
                                          </p:val>
                                        </p:tav>
                                        <p:tav tm="100000">
                                          <p:val>
                                            <p:strVal val="#ppt_x"/>
                                          </p:val>
                                        </p:tav>
                                      </p:tavLst>
                                    </p:anim>
                                    <p:anim calcmode="lin" valueType="num">
                                      <p:cBhvr additive="base">
                                        <p:cTn id="117" dur="500" fill="hold"/>
                                        <p:tgtEl>
                                          <p:spTgt spid="48"/>
                                        </p:tgtEl>
                                        <p:attrNameLst>
                                          <p:attrName>ppt_y</p:attrName>
                                        </p:attrNameLst>
                                      </p:cBhvr>
                                      <p:tavLst>
                                        <p:tav tm="0">
                                          <p:val>
                                            <p:strVal val="1+#ppt_h/2"/>
                                          </p:val>
                                        </p:tav>
                                        <p:tav tm="100000">
                                          <p:val>
                                            <p:strVal val="#ppt_y"/>
                                          </p:val>
                                        </p:tav>
                                      </p:tavLst>
                                    </p:anim>
                                  </p:childTnLst>
                                </p:cTn>
                              </p:par>
                              <p:par>
                                <p:cTn id="118" presetID="2" presetClass="entr" presetSubtype="1" fill="hold" grpId="0" nodeType="withEffect">
                                  <p:stCondLst>
                                    <p:cond delay="0"/>
                                  </p:stCondLst>
                                  <p:childTnLst>
                                    <p:set>
                                      <p:cBhvr>
                                        <p:cTn id="119" dur="1" fill="hold">
                                          <p:stCondLst>
                                            <p:cond delay="0"/>
                                          </p:stCondLst>
                                        </p:cTn>
                                        <p:tgtEl>
                                          <p:spTgt spid="49"/>
                                        </p:tgtEl>
                                        <p:attrNameLst>
                                          <p:attrName>style.visibility</p:attrName>
                                        </p:attrNameLst>
                                      </p:cBhvr>
                                      <p:to>
                                        <p:strVal val="visible"/>
                                      </p:to>
                                    </p:set>
                                    <p:anim calcmode="lin" valueType="num">
                                      <p:cBhvr additive="base">
                                        <p:cTn id="120" dur="500" fill="hold"/>
                                        <p:tgtEl>
                                          <p:spTgt spid="49"/>
                                        </p:tgtEl>
                                        <p:attrNameLst>
                                          <p:attrName>ppt_x</p:attrName>
                                        </p:attrNameLst>
                                      </p:cBhvr>
                                      <p:tavLst>
                                        <p:tav tm="0">
                                          <p:val>
                                            <p:strVal val="#ppt_x"/>
                                          </p:val>
                                        </p:tav>
                                        <p:tav tm="100000">
                                          <p:val>
                                            <p:strVal val="#ppt_x"/>
                                          </p:val>
                                        </p:tav>
                                      </p:tavLst>
                                    </p:anim>
                                    <p:anim calcmode="lin" valueType="num">
                                      <p:cBhvr additive="base">
                                        <p:cTn id="121" dur="500" fill="hold"/>
                                        <p:tgtEl>
                                          <p:spTgt spid="49"/>
                                        </p:tgtEl>
                                        <p:attrNameLst>
                                          <p:attrName>ppt_y</p:attrName>
                                        </p:attrNameLst>
                                      </p:cBhvr>
                                      <p:tavLst>
                                        <p:tav tm="0">
                                          <p:val>
                                            <p:strVal val="0-#ppt_h/2"/>
                                          </p:val>
                                        </p:tav>
                                        <p:tav tm="100000">
                                          <p:val>
                                            <p:strVal val="#ppt_y"/>
                                          </p:val>
                                        </p:tav>
                                      </p:tavLst>
                                    </p:anim>
                                  </p:childTnLst>
                                </p:cTn>
                              </p:par>
                              <p:par>
                                <p:cTn id="122" presetID="2" presetClass="entr" presetSubtype="1" fill="hold" grpId="0" nodeType="withEffect">
                                  <p:stCondLst>
                                    <p:cond delay="200"/>
                                  </p:stCondLst>
                                  <p:childTnLst>
                                    <p:set>
                                      <p:cBhvr>
                                        <p:cTn id="123" dur="1" fill="hold">
                                          <p:stCondLst>
                                            <p:cond delay="0"/>
                                          </p:stCondLst>
                                        </p:cTn>
                                        <p:tgtEl>
                                          <p:spTgt spid="50"/>
                                        </p:tgtEl>
                                        <p:attrNameLst>
                                          <p:attrName>style.visibility</p:attrName>
                                        </p:attrNameLst>
                                      </p:cBhvr>
                                      <p:to>
                                        <p:strVal val="visible"/>
                                      </p:to>
                                    </p:set>
                                    <p:anim calcmode="lin" valueType="num">
                                      <p:cBhvr additive="base">
                                        <p:cTn id="124" dur="500" fill="hold"/>
                                        <p:tgtEl>
                                          <p:spTgt spid="50"/>
                                        </p:tgtEl>
                                        <p:attrNameLst>
                                          <p:attrName>ppt_x</p:attrName>
                                        </p:attrNameLst>
                                      </p:cBhvr>
                                      <p:tavLst>
                                        <p:tav tm="0">
                                          <p:val>
                                            <p:strVal val="#ppt_x"/>
                                          </p:val>
                                        </p:tav>
                                        <p:tav tm="100000">
                                          <p:val>
                                            <p:strVal val="#ppt_x"/>
                                          </p:val>
                                        </p:tav>
                                      </p:tavLst>
                                    </p:anim>
                                    <p:anim calcmode="lin" valueType="num">
                                      <p:cBhvr additive="base">
                                        <p:cTn id="125" dur="500" fill="hold"/>
                                        <p:tgtEl>
                                          <p:spTgt spid="50"/>
                                        </p:tgtEl>
                                        <p:attrNameLst>
                                          <p:attrName>ppt_y</p:attrName>
                                        </p:attrNameLst>
                                      </p:cBhvr>
                                      <p:tavLst>
                                        <p:tav tm="0">
                                          <p:val>
                                            <p:strVal val="0-#ppt_h/2"/>
                                          </p:val>
                                        </p:tav>
                                        <p:tav tm="100000">
                                          <p:val>
                                            <p:strVal val="#ppt_y"/>
                                          </p:val>
                                        </p:tav>
                                      </p:tavLst>
                                    </p:anim>
                                  </p:childTnLst>
                                </p:cTn>
                              </p:par>
                              <p:par>
                                <p:cTn id="126" presetID="2" presetClass="entr" presetSubtype="1" fill="hold" grpId="0" nodeType="withEffect">
                                  <p:stCondLst>
                                    <p:cond delay="400"/>
                                  </p:stCondLst>
                                  <p:childTnLst>
                                    <p:set>
                                      <p:cBhvr>
                                        <p:cTn id="127" dur="1" fill="hold">
                                          <p:stCondLst>
                                            <p:cond delay="0"/>
                                          </p:stCondLst>
                                        </p:cTn>
                                        <p:tgtEl>
                                          <p:spTgt spid="51"/>
                                        </p:tgtEl>
                                        <p:attrNameLst>
                                          <p:attrName>style.visibility</p:attrName>
                                        </p:attrNameLst>
                                      </p:cBhvr>
                                      <p:to>
                                        <p:strVal val="visible"/>
                                      </p:to>
                                    </p:set>
                                    <p:anim calcmode="lin" valueType="num">
                                      <p:cBhvr additive="base">
                                        <p:cTn id="128" dur="500" fill="hold"/>
                                        <p:tgtEl>
                                          <p:spTgt spid="51"/>
                                        </p:tgtEl>
                                        <p:attrNameLst>
                                          <p:attrName>ppt_x</p:attrName>
                                        </p:attrNameLst>
                                      </p:cBhvr>
                                      <p:tavLst>
                                        <p:tav tm="0">
                                          <p:val>
                                            <p:strVal val="#ppt_x"/>
                                          </p:val>
                                        </p:tav>
                                        <p:tav tm="100000">
                                          <p:val>
                                            <p:strVal val="#ppt_x"/>
                                          </p:val>
                                        </p:tav>
                                      </p:tavLst>
                                    </p:anim>
                                    <p:anim calcmode="lin" valueType="num">
                                      <p:cBhvr additive="base">
                                        <p:cTn id="129" dur="500" fill="hold"/>
                                        <p:tgtEl>
                                          <p:spTgt spid="51"/>
                                        </p:tgtEl>
                                        <p:attrNameLst>
                                          <p:attrName>ppt_y</p:attrName>
                                        </p:attrNameLst>
                                      </p:cBhvr>
                                      <p:tavLst>
                                        <p:tav tm="0">
                                          <p:val>
                                            <p:strVal val="0-#ppt_h/2"/>
                                          </p:val>
                                        </p:tav>
                                        <p:tav tm="100000">
                                          <p:val>
                                            <p:strVal val="#ppt_y"/>
                                          </p:val>
                                        </p:tav>
                                      </p:tavLst>
                                    </p:anim>
                                  </p:childTnLst>
                                </p:cTn>
                              </p:par>
                              <p:par>
                                <p:cTn id="130" presetID="2" presetClass="entr" presetSubtype="1" fill="hold" grpId="0" nodeType="withEffect">
                                  <p:stCondLst>
                                    <p:cond delay="600"/>
                                  </p:stCondLst>
                                  <p:childTnLst>
                                    <p:set>
                                      <p:cBhvr>
                                        <p:cTn id="131" dur="1" fill="hold">
                                          <p:stCondLst>
                                            <p:cond delay="0"/>
                                          </p:stCondLst>
                                        </p:cTn>
                                        <p:tgtEl>
                                          <p:spTgt spid="52"/>
                                        </p:tgtEl>
                                        <p:attrNameLst>
                                          <p:attrName>style.visibility</p:attrName>
                                        </p:attrNameLst>
                                      </p:cBhvr>
                                      <p:to>
                                        <p:strVal val="visible"/>
                                      </p:to>
                                    </p:set>
                                    <p:anim calcmode="lin" valueType="num">
                                      <p:cBhvr additive="base">
                                        <p:cTn id="132" dur="500" fill="hold"/>
                                        <p:tgtEl>
                                          <p:spTgt spid="52"/>
                                        </p:tgtEl>
                                        <p:attrNameLst>
                                          <p:attrName>ppt_x</p:attrName>
                                        </p:attrNameLst>
                                      </p:cBhvr>
                                      <p:tavLst>
                                        <p:tav tm="0">
                                          <p:val>
                                            <p:strVal val="#ppt_x"/>
                                          </p:val>
                                        </p:tav>
                                        <p:tav tm="100000">
                                          <p:val>
                                            <p:strVal val="#ppt_x"/>
                                          </p:val>
                                        </p:tav>
                                      </p:tavLst>
                                    </p:anim>
                                    <p:anim calcmode="lin" valueType="num">
                                      <p:cBhvr additive="base">
                                        <p:cTn id="133" dur="500" fill="hold"/>
                                        <p:tgtEl>
                                          <p:spTgt spid="52"/>
                                        </p:tgtEl>
                                        <p:attrNameLst>
                                          <p:attrName>ppt_y</p:attrName>
                                        </p:attrNameLst>
                                      </p:cBhvr>
                                      <p:tavLst>
                                        <p:tav tm="0">
                                          <p:val>
                                            <p:strVal val="0-#ppt_h/2"/>
                                          </p:val>
                                        </p:tav>
                                        <p:tav tm="100000">
                                          <p:val>
                                            <p:strVal val="#ppt_y"/>
                                          </p:val>
                                        </p:tav>
                                      </p:tavLst>
                                    </p:anim>
                                  </p:childTnLst>
                                </p:cTn>
                              </p:par>
                              <p:par>
                                <p:cTn id="134" presetID="2" presetClass="entr" presetSubtype="1" fill="hold" grpId="0" nodeType="withEffect">
                                  <p:stCondLst>
                                    <p:cond delay="800"/>
                                  </p:stCondLst>
                                  <p:childTnLst>
                                    <p:set>
                                      <p:cBhvr>
                                        <p:cTn id="135" dur="1" fill="hold">
                                          <p:stCondLst>
                                            <p:cond delay="0"/>
                                          </p:stCondLst>
                                        </p:cTn>
                                        <p:tgtEl>
                                          <p:spTgt spid="53"/>
                                        </p:tgtEl>
                                        <p:attrNameLst>
                                          <p:attrName>style.visibility</p:attrName>
                                        </p:attrNameLst>
                                      </p:cBhvr>
                                      <p:to>
                                        <p:strVal val="visible"/>
                                      </p:to>
                                    </p:set>
                                    <p:anim calcmode="lin" valueType="num">
                                      <p:cBhvr additive="base">
                                        <p:cTn id="136" dur="500" fill="hold"/>
                                        <p:tgtEl>
                                          <p:spTgt spid="53"/>
                                        </p:tgtEl>
                                        <p:attrNameLst>
                                          <p:attrName>ppt_x</p:attrName>
                                        </p:attrNameLst>
                                      </p:cBhvr>
                                      <p:tavLst>
                                        <p:tav tm="0">
                                          <p:val>
                                            <p:strVal val="#ppt_x"/>
                                          </p:val>
                                        </p:tav>
                                        <p:tav tm="100000">
                                          <p:val>
                                            <p:strVal val="#ppt_x"/>
                                          </p:val>
                                        </p:tav>
                                      </p:tavLst>
                                    </p:anim>
                                    <p:anim calcmode="lin" valueType="num">
                                      <p:cBhvr additive="base">
                                        <p:cTn id="137" dur="500" fill="hold"/>
                                        <p:tgtEl>
                                          <p:spTgt spid="53"/>
                                        </p:tgtEl>
                                        <p:attrNameLst>
                                          <p:attrName>ppt_y</p:attrName>
                                        </p:attrNameLst>
                                      </p:cBhvr>
                                      <p:tavLst>
                                        <p:tav tm="0">
                                          <p:val>
                                            <p:strVal val="0-#ppt_h/2"/>
                                          </p:val>
                                        </p:tav>
                                        <p:tav tm="100000">
                                          <p:val>
                                            <p:strVal val="#ppt_y"/>
                                          </p:val>
                                        </p:tav>
                                      </p:tavLst>
                                    </p:anim>
                                  </p:childTnLst>
                                </p:cTn>
                              </p:par>
                              <p:par>
                                <p:cTn id="138" presetID="2" presetClass="entr" presetSubtype="1" fill="hold" grpId="0" nodeType="withEffect">
                                  <p:stCondLst>
                                    <p:cond delay="1000"/>
                                  </p:stCondLst>
                                  <p:childTnLst>
                                    <p:set>
                                      <p:cBhvr>
                                        <p:cTn id="139" dur="1" fill="hold">
                                          <p:stCondLst>
                                            <p:cond delay="0"/>
                                          </p:stCondLst>
                                        </p:cTn>
                                        <p:tgtEl>
                                          <p:spTgt spid="54"/>
                                        </p:tgtEl>
                                        <p:attrNameLst>
                                          <p:attrName>style.visibility</p:attrName>
                                        </p:attrNameLst>
                                      </p:cBhvr>
                                      <p:to>
                                        <p:strVal val="visible"/>
                                      </p:to>
                                    </p:set>
                                    <p:anim calcmode="lin" valueType="num">
                                      <p:cBhvr additive="base">
                                        <p:cTn id="140" dur="500" fill="hold"/>
                                        <p:tgtEl>
                                          <p:spTgt spid="54"/>
                                        </p:tgtEl>
                                        <p:attrNameLst>
                                          <p:attrName>ppt_x</p:attrName>
                                        </p:attrNameLst>
                                      </p:cBhvr>
                                      <p:tavLst>
                                        <p:tav tm="0">
                                          <p:val>
                                            <p:strVal val="#ppt_x"/>
                                          </p:val>
                                        </p:tav>
                                        <p:tav tm="100000">
                                          <p:val>
                                            <p:strVal val="#ppt_x"/>
                                          </p:val>
                                        </p:tav>
                                      </p:tavLst>
                                    </p:anim>
                                    <p:anim calcmode="lin" valueType="num">
                                      <p:cBhvr additive="base">
                                        <p:cTn id="141" dur="500" fill="hold"/>
                                        <p:tgtEl>
                                          <p:spTgt spid="54"/>
                                        </p:tgtEl>
                                        <p:attrNameLst>
                                          <p:attrName>ppt_y</p:attrName>
                                        </p:attrNameLst>
                                      </p:cBhvr>
                                      <p:tavLst>
                                        <p:tav tm="0">
                                          <p:val>
                                            <p:strVal val="0-#ppt_h/2"/>
                                          </p:val>
                                        </p:tav>
                                        <p:tav tm="100000">
                                          <p:val>
                                            <p:strVal val="#ppt_y"/>
                                          </p:val>
                                        </p:tav>
                                      </p:tavLst>
                                    </p:anim>
                                  </p:childTnLst>
                                </p:cTn>
                              </p:par>
                              <p:par>
                                <p:cTn id="142" presetID="2" presetClass="entr" presetSubtype="1" fill="hold" grpId="0" nodeType="withEffect">
                                  <p:stCondLst>
                                    <p:cond delay="1200"/>
                                  </p:stCondLst>
                                  <p:childTnLst>
                                    <p:set>
                                      <p:cBhvr>
                                        <p:cTn id="143" dur="1" fill="hold">
                                          <p:stCondLst>
                                            <p:cond delay="0"/>
                                          </p:stCondLst>
                                        </p:cTn>
                                        <p:tgtEl>
                                          <p:spTgt spid="55"/>
                                        </p:tgtEl>
                                        <p:attrNameLst>
                                          <p:attrName>style.visibility</p:attrName>
                                        </p:attrNameLst>
                                      </p:cBhvr>
                                      <p:to>
                                        <p:strVal val="visible"/>
                                      </p:to>
                                    </p:set>
                                    <p:anim calcmode="lin" valueType="num">
                                      <p:cBhvr additive="base">
                                        <p:cTn id="144" dur="500" fill="hold"/>
                                        <p:tgtEl>
                                          <p:spTgt spid="55"/>
                                        </p:tgtEl>
                                        <p:attrNameLst>
                                          <p:attrName>ppt_x</p:attrName>
                                        </p:attrNameLst>
                                      </p:cBhvr>
                                      <p:tavLst>
                                        <p:tav tm="0">
                                          <p:val>
                                            <p:strVal val="#ppt_x"/>
                                          </p:val>
                                        </p:tav>
                                        <p:tav tm="100000">
                                          <p:val>
                                            <p:strVal val="#ppt_x"/>
                                          </p:val>
                                        </p:tav>
                                      </p:tavLst>
                                    </p:anim>
                                    <p:anim calcmode="lin" valueType="num">
                                      <p:cBhvr additive="base">
                                        <p:cTn id="145" dur="500" fill="hold"/>
                                        <p:tgtEl>
                                          <p:spTgt spid="55"/>
                                        </p:tgtEl>
                                        <p:attrNameLst>
                                          <p:attrName>ppt_y</p:attrName>
                                        </p:attrNameLst>
                                      </p:cBhvr>
                                      <p:tavLst>
                                        <p:tav tm="0">
                                          <p:val>
                                            <p:strVal val="0-#ppt_h/2"/>
                                          </p:val>
                                        </p:tav>
                                        <p:tav tm="100000">
                                          <p:val>
                                            <p:strVal val="#ppt_y"/>
                                          </p:val>
                                        </p:tav>
                                      </p:tavLst>
                                    </p:anim>
                                  </p:childTnLst>
                                </p:cTn>
                              </p:par>
                              <p:par>
                                <p:cTn id="146" presetID="2" presetClass="entr" presetSubtype="1" fill="hold" grpId="0" nodeType="withEffect">
                                  <p:stCondLst>
                                    <p:cond delay="1400"/>
                                  </p:stCondLst>
                                  <p:childTnLst>
                                    <p:set>
                                      <p:cBhvr>
                                        <p:cTn id="147" dur="1" fill="hold">
                                          <p:stCondLst>
                                            <p:cond delay="0"/>
                                          </p:stCondLst>
                                        </p:cTn>
                                        <p:tgtEl>
                                          <p:spTgt spid="56"/>
                                        </p:tgtEl>
                                        <p:attrNameLst>
                                          <p:attrName>style.visibility</p:attrName>
                                        </p:attrNameLst>
                                      </p:cBhvr>
                                      <p:to>
                                        <p:strVal val="visible"/>
                                      </p:to>
                                    </p:set>
                                    <p:anim calcmode="lin" valueType="num">
                                      <p:cBhvr additive="base">
                                        <p:cTn id="148" dur="500" fill="hold"/>
                                        <p:tgtEl>
                                          <p:spTgt spid="56"/>
                                        </p:tgtEl>
                                        <p:attrNameLst>
                                          <p:attrName>ppt_x</p:attrName>
                                        </p:attrNameLst>
                                      </p:cBhvr>
                                      <p:tavLst>
                                        <p:tav tm="0">
                                          <p:val>
                                            <p:strVal val="#ppt_x"/>
                                          </p:val>
                                        </p:tav>
                                        <p:tav tm="100000">
                                          <p:val>
                                            <p:strVal val="#ppt_x"/>
                                          </p:val>
                                        </p:tav>
                                      </p:tavLst>
                                    </p:anim>
                                    <p:anim calcmode="lin" valueType="num">
                                      <p:cBhvr additive="base">
                                        <p:cTn id="149" dur="500" fill="hold"/>
                                        <p:tgtEl>
                                          <p:spTgt spid="56"/>
                                        </p:tgtEl>
                                        <p:attrNameLst>
                                          <p:attrName>ppt_y</p:attrName>
                                        </p:attrNameLst>
                                      </p:cBhvr>
                                      <p:tavLst>
                                        <p:tav tm="0">
                                          <p:val>
                                            <p:strVal val="0-#ppt_h/2"/>
                                          </p:val>
                                        </p:tav>
                                        <p:tav tm="100000">
                                          <p:val>
                                            <p:strVal val="#ppt_y"/>
                                          </p:val>
                                        </p:tav>
                                      </p:tavLst>
                                    </p:anim>
                                  </p:childTnLst>
                                </p:cTn>
                              </p:par>
                              <p:par>
                                <p:cTn id="150" presetID="2" presetClass="entr" presetSubtype="1" fill="hold" grpId="0" nodeType="withEffect">
                                  <p:stCondLst>
                                    <p:cond delay="1600"/>
                                  </p:stCondLst>
                                  <p:childTnLst>
                                    <p:set>
                                      <p:cBhvr>
                                        <p:cTn id="151" dur="1" fill="hold">
                                          <p:stCondLst>
                                            <p:cond delay="0"/>
                                          </p:stCondLst>
                                        </p:cTn>
                                        <p:tgtEl>
                                          <p:spTgt spid="57"/>
                                        </p:tgtEl>
                                        <p:attrNameLst>
                                          <p:attrName>style.visibility</p:attrName>
                                        </p:attrNameLst>
                                      </p:cBhvr>
                                      <p:to>
                                        <p:strVal val="visible"/>
                                      </p:to>
                                    </p:set>
                                    <p:anim calcmode="lin" valueType="num">
                                      <p:cBhvr additive="base">
                                        <p:cTn id="152" dur="500" fill="hold"/>
                                        <p:tgtEl>
                                          <p:spTgt spid="57"/>
                                        </p:tgtEl>
                                        <p:attrNameLst>
                                          <p:attrName>ppt_x</p:attrName>
                                        </p:attrNameLst>
                                      </p:cBhvr>
                                      <p:tavLst>
                                        <p:tav tm="0">
                                          <p:val>
                                            <p:strVal val="#ppt_x"/>
                                          </p:val>
                                        </p:tav>
                                        <p:tav tm="100000">
                                          <p:val>
                                            <p:strVal val="#ppt_x"/>
                                          </p:val>
                                        </p:tav>
                                      </p:tavLst>
                                    </p:anim>
                                    <p:anim calcmode="lin" valueType="num">
                                      <p:cBhvr additive="base">
                                        <p:cTn id="153" dur="500" fill="hold"/>
                                        <p:tgtEl>
                                          <p:spTgt spid="57"/>
                                        </p:tgtEl>
                                        <p:attrNameLst>
                                          <p:attrName>ppt_y</p:attrName>
                                        </p:attrNameLst>
                                      </p:cBhvr>
                                      <p:tavLst>
                                        <p:tav tm="0">
                                          <p:val>
                                            <p:strVal val="0-#ppt_h/2"/>
                                          </p:val>
                                        </p:tav>
                                        <p:tav tm="100000">
                                          <p:val>
                                            <p:strVal val="#ppt_y"/>
                                          </p:val>
                                        </p:tav>
                                      </p:tavLst>
                                    </p:anim>
                                  </p:childTnLst>
                                </p:cTn>
                              </p:par>
                              <p:par>
                                <p:cTn id="154" presetID="2" presetClass="entr" presetSubtype="4" decel="100000" fill="hold" grpId="0" nodeType="withEffect">
                                  <p:stCondLst>
                                    <p:cond delay="1750"/>
                                  </p:stCondLst>
                                  <p:childTnLst>
                                    <p:set>
                                      <p:cBhvr>
                                        <p:cTn id="155" dur="1" fill="hold">
                                          <p:stCondLst>
                                            <p:cond delay="0"/>
                                          </p:stCondLst>
                                        </p:cTn>
                                        <p:tgtEl>
                                          <p:spTgt spid="7">
                                            <p:txEl>
                                              <p:pRg st="0" end="0"/>
                                            </p:txEl>
                                          </p:spTgt>
                                        </p:tgtEl>
                                        <p:attrNameLst>
                                          <p:attrName>style.visibility</p:attrName>
                                        </p:attrNameLst>
                                      </p:cBhvr>
                                      <p:to>
                                        <p:strVal val="visible"/>
                                      </p:to>
                                    </p:set>
                                    <p:anim calcmode="lin" valueType="num">
                                      <p:cBhvr additive="base">
                                        <p:cTn id="156"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57" dur="1000" fill="hold"/>
                                        <p:tgtEl>
                                          <p:spTgt spid="7">
                                            <p:txEl>
                                              <p:pRg st="0" end="0"/>
                                            </p:txEl>
                                          </p:spTgt>
                                        </p:tgtEl>
                                        <p:attrNameLst>
                                          <p:attrName>ppt_y</p:attrName>
                                        </p:attrNameLst>
                                      </p:cBhvr>
                                      <p:tavLst>
                                        <p:tav tm="0">
                                          <p:val>
                                            <p:strVal val="1+#ppt_h/2"/>
                                          </p:val>
                                        </p:tav>
                                        <p:tav tm="100000">
                                          <p:val>
                                            <p:strVal val="#ppt_y"/>
                                          </p:val>
                                        </p:tav>
                                      </p:tavLst>
                                    </p:anim>
                                  </p:childTnLst>
                                </p:cTn>
                              </p:par>
                              <p:par>
                                <p:cTn id="158" presetID="2" presetClass="entr" presetSubtype="4" decel="100000" fill="hold" grpId="0" nodeType="withEffect">
                                  <p:stCondLst>
                                    <p:cond delay="1750"/>
                                  </p:stCondLst>
                                  <p:childTnLst>
                                    <p:set>
                                      <p:cBhvr>
                                        <p:cTn id="159" dur="1" fill="hold">
                                          <p:stCondLst>
                                            <p:cond delay="0"/>
                                          </p:stCondLst>
                                        </p:cTn>
                                        <p:tgtEl>
                                          <p:spTgt spid="9">
                                            <p:txEl>
                                              <p:pRg st="0" end="0"/>
                                            </p:txEl>
                                          </p:spTgt>
                                        </p:tgtEl>
                                        <p:attrNameLst>
                                          <p:attrName>style.visibility</p:attrName>
                                        </p:attrNameLst>
                                      </p:cBhvr>
                                      <p:to>
                                        <p:strVal val="visible"/>
                                      </p:to>
                                    </p:set>
                                    <p:anim calcmode="lin" valueType="num">
                                      <p:cBhvr additive="base">
                                        <p:cTn id="160"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61" dur="1000" fill="hold"/>
                                        <p:tgtEl>
                                          <p:spTgt spid="9">
                                            <p:txEl>
                                              <p:pRg st="0" end="0"/>
                                            </p:txEl>
                                          </p:spTgt>
                                        </p:tgtEl>
                                        <p:attrNameLst>
                                          <p:attrName>ppt_y</p:attrName>
                                        </p:attrNameLst>
                                      </p:cBhvr>
                                      <p:tavLst>
                                        <p:tav tm="0">
                                          <p:val>
                                            <p:strVal val="1+#ppt_h/2"/>
                                          </p:val>
                                        </p:tav>
                                        <p:tav tm="100000">
                                          <p:val>
                                            <p:strVal val="#ppt_y"/>
                                          </p:val>
                                        </p:tav>
                                      </p:tavLst>
                                    </p:anim>
                                  </p:childTnLst>
                                </p:cTn>
                              </p:par>
                              <p:par>
                                <p:cTn id="162" presetID="2" presetClass="entr" presetSubtype="1" decel="100000" fill="hold" grpId="0" nodeType="withEffect">
                                  <p:stCondLst>
                                    <p:cond delay="1750"/>
                                  </p:stCondLst>
                                  <p:childTnLst>
                                    <p:set>
                                      <p:cBhvr>
                                        <p:cTn id="163" dur="1" fill="hold">
                                          <p:stCondLst>
                                            <p:cond delay="0"/>
                                          </p:stCondLst>
                                        </p:cTn>
                                        <p:tgtEl>
                                          <p:spTgt spid="8">
                                            <p:txEl>
                                              <p:pRg st="0" end="0"/>
                                            </p:txEl>
                                          </p:spTgt>
                                        </p:tgtEl>
                                        <p:attrNameLst>
                                          <p:attrName>style.visibility</p:attrName>
                                        </p:attrNameLst>
                                      </p:cBhvr>
                                      <p:to>
                                        <p:strVal val="visible"/>
                                      </p:to>
                                    </p:set>
                                    <p:anim calcmode="lin" valueType="num">
                                      <p:cBhvr additive="base">
                                        <p:cTn id="16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65" dur="1000" fill="hold"/>
                                        <p:tgtEl>
                                          <p:spTgt spid="8">
                                            <p:txEl>
                                              <p:pRg st="0" end="0"/>
                                            </p:txEl>
                                          </p:spTgt>
                                        </p:tgtEl>
                                        <p:attrNameLst>
                                          <p:attrName>ppt_y</p:attrName>
                                        </p:attrNameLst>
                                      </p:cBhvr>
                                      <p:tavLst>
                                        <p:tav tm="0">
                                          <p:val>
                                            <p:strVal val="0-#ppt_h/2"/>
                                          </p:val>
                                        </p:tav>
                                        <p:tav tm="100000">
                                          <p:val>
                                            <p:strVal val="#ppt_y"/>
                                          </p:val>
                                        </p:tav>
                                      </p:tavLst>
                                    </p:anim>
                                  </p:childTnLst>
                                </p:cTn>
                              </p:par>
                              <p:par>
                                <p:cTn id="166" presetID="2" presetClass="entr" presetSubtype="1" decel="100000" fill="hold" grpId="0" nodeType="withEffect">
                                  <p:stCondLst>
                                    <p:cond delay="1750"/>
                                  </p:stCondLst>
                                  <p:childTnLst>
                                    <p:set>
                                      <p:cBhvr>
                                        <p:cTn id="167" dur="1" fill="hold">
                                          <p:stCondLst>
                                            <p:cond delay="0"/>
                                          </p:stCondLst>
                                        </p:cTn>
                                        <p:tgtEl>
                                          <p:spTgt spid="10">
                                            <p:txEl>
                                              <p:pRg st="0" end="0"/>
                                            </p:txEl>
                                          </p:spTgt>
                                        </p:tgtEl>
                                        <p:attrNameLst>
                                          <p:attrName>style.visibility</p:attrName>
                                        </p:attrNameLst>
                                      </p:cBhvr>
                                      <p:to>
                                        <p:strVal val="visible"/>
                                      </p:to>
                                    </p:set>
                                    <p:anim calcmode="lin" valueType="num">
                                      <p:cBhvr additive="base">
                                        <p:cTn id="16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169" dur="1000" fill="hold"/>
                                        <p:tgtEl>
                                          <p:spTgt spid="10">
                                            <p:txEl>
                                              <p:pRg st="0" end="0"/>
                                            </p:txEl>
                                          </p:spTgt>
                                        </p:tgtEl>
                                        <p:attrNameLst>
                                          <p:attrName>ppt_y</p:attrName>
                                        </p:attrNameLst>
                                      </p:cBhvr>
                                      <p:tavLst>
                                        <p:tav tm="0">
                                          <p:val>
                                            <p:strVal val="0-#ppt_h/2"/>
                                          </p:val>
                                        </p:tav>
                                        <p:tav tm="100000">
                                          <p:val>
                                            <p:strVal val="#ppt_y"/>
                                          </p:val>
                                        </p:tav>
                                      </p:tavLst>
                                    </p:anim>
                                  </p:childTnLst>
                                </p:cTn>
                              </p:par>
                            </p:childTnLst>
                          </p:cTn>
                        </p:par>
                        <p:par>
                          <p:cTn id="170" fill="hold">
                            <p:stCondLst>
                              <p:cond delay="4100"/>
                            </p:stCondLst>
                            <p:childTnLst>
                              <p:par>
                                <p:cTn id="171" presetID="2" presetClass="entr" presetSubtype="2" decel="100000" fill="hold" grpId="0" nodeType="afterEffect">
                                  <p:stCondLst>
                                    <p:cond delay="500"/>
                                  </p:stCondLst>
                                  <p:childTnLst>
                                    <p:set>
                                      <p:cBhvr>
                                        <p:cTn id="172" dur="1" fill="hold">
                                          <p:stCondLst>
                                            <p:cond delay="0"/>
                                          </p:stCondLst>
                                        </p:cTn>
                                        <p:tgtEl>
                                          <p:spTgt spid="63"/>
                                        </p:tgtEl>
                                        <p:attrNameLst>
                                          <p:attrName>style.visibility</p:attrName>
                                        </p:attrNameLst>
                                      </p:cBhvr>
                                      <p:to>
                                        <p:strVal val="visible"/>
                                      </p:to>
                                    </p:set>
                                    <p:anim calcmode="lin" valueType="num">
                                      <p:cBhvr additive="base">
                                        <p:cTn id="173" dur="500" fill="hold"/>
                                        <p:tgtEl>
                                          <p:spTgt spid="63"/>
                                        </p:tgtEl>
                                        <p:attrNameLst>
                                          <p:attrName>ppt_x</p:attrName>
                                        </p:attrNameLst>
                                      </p:cBhvr>
                                      <p:tavLst>
                                        <p:tav tm="0">
                                          <p:val>
                                            <p:strVal val="1+#ppt_w/2"/>
                                          </p:val>
                                        </p:tav>
                                        <p:tav tm="100000">
                                          <p:val>
                                            <p:strVal val="#ppt_x"/>
                                          </p:val>
                                        </p:tav>
                                      </p:tavLst>
                                    </p:anim>
                                    <p:anim calcmode="lin" valueType="num">
                                      <p:cBhvr additive="base">
                                        <p:cTn id="174" dur="500" fill="hold"/>
                                        <p:tgtEl>
                                          <p:spTgt spid="63"/>
                                        </p:tgtEl>
                                        <p:attrNameLst>
                                          <p:attrName>ppt_y</p:attrName>
                                        </p:attrNameLst>
                                      </p:cBhvr>
                                      <p:tavLst>
                                        <p:tav tm="0">
                                          <p:val>
                                            <p:strVal val="#ppt_y"/>
                                          </p:val>
                                        </p:tav>
                                        <p:tav tm="100000">
                                          <p:val>
                                            <p:strVal val="#ppt_y"/>
                                          </p:val>
                                        </p:tav>
                                      </p:tavLst>
                                    </p:anim>
                                  </p:childTnLst>
                                </p:cTn>
                              </p:par>
                              <p:par>
                                <p:cTn id="175" presetID="2" presetClass="entr" presetSubtype="4" decel="100000" fill="hold" grpId="0" nodeType="withEffect">
                                  <p:stCondLst>
                                    <p:cond delay="500"/>
                                  </p:stCondLst>
                                  <p:childTnLst>
                                    <p:set>
                                      <p:cBhvr>
                                        <p:cTn id="176" dur="1" fill="hold">
                                          <p:stCondLst>
                                            <p:cond delay="0"/>
                                          </p:stCondLst>
                                        </p:cTn>
                                        <p:tgtEl>
                                          <p:spTgt spid="59">
                                            <p:txEl>
                                              <p:pRg st="0" end="0"/>
                                            </p:txEl>
                                          </p:spTgt>
                                        </p:tgtEl>
                                        <p:attrNameLst>
                                          <p:attrName>style.visibility</p:attrName>
                                        </p:attrNameLst>
                                      </p:cBhvr>
                                      <p:to>
                                        <p:strVal val="visible"/>
                                      </p:to>
                                    </p:set>
                                    <p:anim calcmode="lin" valueType="num">
                                      <p:cBhvr additive="base">
                                        <p:cTn id="177" dur="500" fill="hold"/>
                                        <p:tgtEl>
                                          <p:spTgt spid="59">
                                            <p:txEl>
                                              <p:pRg st="0" end="0"/>
                                            </p:txEl>
                                          </p:spTgt>
                                        </p:tgtEl>
                                        <p:attrNameLst>
                                          <p:attrName>ppt_x</p:attrName>
                                        </p:attrNameLst>
                                      </p:cBhvr>
                                      <p:tavLst>
                                        <p:tav tm="0">
                                          <p:val>
                                            <p:strVal val="#ppt_x"/>
                                          </p:val>
                                        </p:tav>
                                        <p:tav tm="100000">
                                          <p:val>
                                            <p:strVal val="#ppt_x"/>
                                          </p:val>
                                        </p:tav>
                                      </p:tavLst>
                                    </p:anim>
                                    <p:anim calcmode="lin" valueType="num">
                                      <p:cBhvr additive="base">
                                        <p:cTn id="178" dur="500" fill="hold"/>
                                        <p:tgtEl>
                                          <p:spTgt spid="5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 presetClass="entr" presetSubtype="4" decel="100000" fill="hold" nodeType="withEffect">
                  <p:stCondLst>
                    <p:cond delay="175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1000" fill="hold"/>
                        <p:tgtEl>
                          <p:spTgt spid="7"/>
                        </p:tgtEl>
                        <p:attrNameLst>
                          <p:attrName>ppt_x</p:attrName>
                        </p:attrNameLst>
                      </p:cBhvr>
                      <p:tavLst>
                        <p:tav tm="0">
                          <p:val>
                            <p:strVal val="#ppt_x"/>
                          </p:val>
                        </p:tav>
                        <p:tav tm="100000">
                          <p:val>
                            <p:strVal val="#ppt_x"/>
                          </p:val>
                        </p:tav>
                      </p:tavLst>
                    </p:anim>
                    <p:anim calcmode="lin" valueType="num">
                      <p:cBhvr additive="base">
                        <p:cTn dur="1000" fill="hold"/>
                        <p:tgtEl>
                          <p:spTgt spid="7"/>
                        </p:tgtEl>
                        <p:attrNameLst>
                          <p:attrName>ppt_y</p:attrName>
                        </p:attrNameLst>
                      </p:cBhvr>
                      <p:tavLst>
                        <p:tav tm="0">
                          <p:val>
                            <p:strVal val="1+#ppt_h/2"/>
                          </p:val>
                        </p:tav>
                        <p:tav tm="100000">
                          <p:val>
                            <p:strVal val="#ppt_y"/>
                          </p:val>
                        </p:tav>
                      </p:tavLst>
                    </p:anim>
                  </p:childTnLst>
                </p:cTn>
              </p:par>
            </p:tnLst>
          </p:tmpl>
        </p:tmplLst>
      </p:bldP>
      <p:bldP spid="8" grpId="0" build="p">
        <p:tmplLst>
          <p:tmpl lvl="1">
            <p:tnLst>
              <p:par>
                <p:cTn presetID="2" presetClass="entr" presetSubtype="1" decel="100000" fill="hold" nodeType="withEffect">
                  <p:stCondLst>
                    <p:cond delay="17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1000" fill="hold"/>
                        <p:tgtEl>
                          <p:spTgt spid="8"/>
                        </p:tgtEl>
                        <p:attrNameLst>
                          <p:attrName>ppt_x</p:attrName>
                        </p:attrNameLst>
                      </p:cBhvr>
                      <p:tavLst>
                        <p:tav tm="0">
                          <p:val>
                            <p:strVal val="#ppt_x"/>
                          </p:val>
                        </p:tav>
                        <p:tav tm="100000">
                          <p:val>
                            <p:strVal val="#ppt_x"/>
                          </p:val>
                        </p:tav>
                      </p:tavLst>
                    </p:anim>
                    <p:anim calcmode="lin" valueType="num">
                      <p:cBhvr additive="base">
                        <p:cTn dur="1000" fill="hold"/>
                        <p:tgtEl>
                          <p:spTgt spid="8"/>
                        </p:tgtEl>
                        <p:attrNameLst>
                          <p:attrName>ppt_y</p:attrName>
                        </p:attrNameLst>
                      </p:cBhvr>
                      <p:tavLst>
                        <p:tav tm="0">
                          <p:val>
                            <p:strVal val="0-#ppt_h/2"/>
                          </p:val>
                        </p:tav>
                        <p:tav tm="100000">
                          <p:val>
                            <p:strVal val="#ppt_y"/>
                          </p:val>
                        </p:tav>
                      </p:tavLst>
                    </p:anim>
                  </p:childTnLst>
                </p:cTn>
              </p:par>
            </p:tnLst>
          </p:tmpl>
        </p:tmplLst>
      </p:bldP>
      <p:bldP spid="9" grpId="0" build="p">
        <p:tmplLst>
          <p:tmpl lvl="1">
            <p:tnLst>
              <p:par>
                <p:cTn presetID="2" presetClass="entr" presetSubtype="4" decel="100000" fill="hold" nodeType="withEffect">
                  <p:stCondLst>
                    <p:cond delay="175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1000" fill="hold"/>
                        <p:tgtEl>
                          <p:spTgt spid="9"/>
                        </p:tgtEl>
                        <p:attrNameLst>
                          <p:attrName>ppt_x</p:attrName>
                        </p:attrNameLst>
                      </p:cBhvr>
                      <p:tavLst>
                        <p:tav tm="0">
                          <p:val>
                            <p:strVal val="#ppt_x"/>
                          </p:val>
                        </p:tav>
                        <p:tav tm="100000">
                          <p:val>
                            <p:strVal val="#ppt_x"/>
                          </p:val>
                        </p:tav>
                      </p:tavLst>
                    </p:anim>
                    <p:anim calcmode="lin" valueType="num">
                      <p:cBhvr additive="base">
                        <p:cTn dur="1000" fill="hold"/>
                        <p:tgtEl>
                          <p:spTgt spid="9"/>
                        </p:tgtEl>
                        <p:attrNameLst>
                          <p:attrName>ppt_y</p:attrName>
                        </p:attrNameLst>
                      </p:cBhvr>
                      <p:tavLst>
                        <p:tav tm="0">
                          <p:val>
                            <p:strVal val="1+#ppt_h/2"/>
                          </p:val>
                        </p:tav>
                        <p:tav tm="100000">
                          <p:val>
                            <p:strVal val="#ppt_y"/>
                          </p:val>
                        </p:tav>
                      </p:tavLst>
                    </p:anim>
                  </p:childTnLst>
                </p:cTn>
              </p:par>
            </p:tnLst>
          </p:tmpl>
        </p:tmplLst>
      </p:bldP>
      <p:bldP spid="10" grpId="0" build="p">
        <p:tmplLst>
          <p:tmpl lvl="1">
            <p:tnLst>
              <p:par>
                <p:cTn presetID="2" presetClass="entr" presetSubtype="1" decel="100000" fill="hold" nodeType="withEffect">
                  <p:stCondLst>
                    <p:cond delay="1750"/>
                  </p:stCondLst>
                  <p:childTnLst>
                    <p:set>
                      <p:cBhvr>
                        <p:cTn dur="1" fill="hold">
                          <p:stCondLst>
                            <p:cond delay="0"/>
                          </p:stCondLst>
                        </p:cTn>
                        <p:tgtEl>
                          <p:spTgt spid="10"/>
                        </p:tgtEl>
                        <p:attrNameLst>
                          <p:attrName>style.visibility</p:attrName>
                        </p:attrNameLst>
                      </p:cBhvr>
                      <p:to>
                        <p:strVal val="visible"/>
                      </p:to>
                    </p:set>
                    <p:anim calcmode="lin" valueType="num">
                      <p:cBhvr additive="base">
                        <p:cTn dur="1000" fill="hold"/>
                        <p:tgtEl>
                          <p:spTgt spid="10"/>
                        </p:tgtEl>
                        <p:attrNameLst>
                          <p:attrName>ppt_x</p:attrName>
                        </p:attrNameLst>
                      </p:cBhvr>
                      <p:tavLst>
                        <p:tav tm="0">
                          <p:val>
                            <p:strVal val="#ppt_x"/>
                          </p:val>
                        </p:tav>
                        <p:tav tm="100000">
                          <p:val>
                            <p:strVal val="#ppt_x"/>
                          </p:val>
                        </p:tav>
                      </p:tavLst>
                    </p:anim>
                    <p:anim calcmode="lin" valueType="num">
                      <p:cBhvr additive="base">
                        <p:cTn dur="1000" fill="hold"/>
                        <p:tgtEl>
                          <p:spTgt spid="10"/>
                        </p:tgtEl>
                        <p:attrNameLst>
                          <p:attrName>ppt_y</p:attrName>
                        </p:attrNameLst>
                      </p:cBhvr>
                      <p:tavLst>
                        <p:tav tm="0">
                          <p:val>
                            <p:strVal val="0-#ppt_h/2"/>
                          </p:val>
                        </p:tav>
                        <p:tav tm="100000">
                          <p:val>
                            <p:strVal val="#ppt_y"/>
                          </p:val>
                        </p:tav>
                      </p:tavLst>
                    </p:anim>
                  </p:childTnLst>
                </p:cTn>
              </p:par>
            </p:tnLst>
          </p:tmpl>
        </p:tmplLst>
      </p:bldP>
      <p:bldP spid="14" grpId="0"/>
      <p:bldP spid="14" grpId="1"/>
      <p:bldP spid="21" grpId="0"/>
      <p:bldP spid="21" grpId="1"/>
      <p:bldP spid="23" grpId="0"/>
      <p:bldP spid="23" grpId="1"/>
      <p:bldP spid="24" grpId="0"/>
      <p:bldP spid="24" grpId="1"/>
      <p:bldP spid="25" grpId="0"/>
      <p:bldP spid="25" grpId="1"/>
      <p:bldP spid="26" grpId="0"/>
      <p:bldP spid="26" grpId="1"/>
      <p:bldP spid="27" grpId="0"/>
      <p:bldP spid="27" grpId="1"/>
      <p:bldP spid="28" grpId="0"/>
      <p:bldP spid="28" grpId="1"/>
      <p:bldP spid="29" grpId="0"/>
      <p:bldP spid="29" grpId="1"/>
      <p:bldP spid="30" grpId="0"/>
      <p:bldP spid="30" grpId="1"/>
      <p:bldP spid="31" grpId="0"/>
      <p:bldP spid="31" grpId="1"/>
      <p:bldP spid="32" grpId="0"/>
      <p:bldP spid="32" grpId="1"/>
      <p:bldP spid="33" grpId="0"/>
      <p:bldP spid="33" grpId="1"/>
      <p:bldP spid="34" grpId="0"/>
      <p:bldP spid="34" grpId="1"/>
      <p:bldP spid="35" grpId="0"/>
      <p:bldP spid="35" grpId="1"/>
      <p:bldP spid="36" grpId="0"/>
      <p:bldP spid="36" grpId="1"/>
      <p:bldP spid="37" grpId="0"/>
      <p:bldP spid="37" grpId="1"/>
      <p:bldP spid="38" grpId="0"/>
      <p:bldP spid="38" grpId="1"/>
      <p:bldP spid="40" grpId="0"/>
      <p:bldP spid="40" grpId="1"/>
      <p:bldP spid="41" grpId="0"/>
      <p:bldP spid="41" grpId="1"/>
      <p:bldP spid="42" grpId="0"/>
      <p:bldP spid="42" grpId="1"/>
      <p:bldP spid="43" grpId="0"/>
      <p:bldP spid="43" grpId="1"/>
      <p:bldP spid="44" grpId="0"/>
      <p:bldP spid="44" grpId="1"/>
      <p:bldP spid="45" grpId="0"/>
      <p:bldP spid="45" grpId="1"/>
      <p:bldP spid="46" grpId="0"/>
      <p:bldP spid="46" grpId="1"/>
      <p:bldP spid="47" grpId="0"/>
      <p:bldP spid="47" grpId="1"/>
      <p:bldP spid="48" grpId="0"/>
      <p:bldP spid="48" grpId="1"/>
      <p:bldP spid="49" grpId="0"/>
      <p:bldP spid="49" grpId="1"/>
      <p:bldP spid="50" grpId="0"/>
      <p:bldP spid="50" grpId="1"/>
      <p:bldP spid="51" grpId="0"/>
      <p:bldP spid="51" grpId="1"/>
      <p:bldP spid="52" grpId="0"/>
      <p:bldP spid="52" grpId="1"/>
      <p:bldP spid="53" grpId="0"/>
      <p:bldP spid="53" grpId="1"/>
      <p:bldP spid="54" grpId="0"/>
      <p:bldP spid="54" grpId="1"/>
      <p:bldP spid="55" grpId="0"/>
      <p:bldP spid="55" grpId="1"/>
      <p:bldP spid="56" grpId="0"/>
      <p:bldP spid="56" grpId="1"/>
      <p:bldP spid="57" grpId="0"/>
      <p:bldP spid="57" grpId="1"/>
      <p:bldP spid="58" grpId="0" build="p">
        <p:tmplLst>
          <p:tmpl lvl="1">
            <p:tnLst>
              <p:par>
                <p:cTn presetID="2" presetClass="entr" presetSubtype="9" decel="100000" fill="hold" nodeType="afterEffect">
                  <p:stCondLst>
                    <p:cond delay="0"/>
                  </p:stCondLst>
                  <p:iterate type="lt">
                    <p:tmPct val="5000"/>
                  </p:iterate>
                  <p:childTnLst>
                    <p:set>
                      <p:cBhvr>
                        <p:cTn dur="1" fill="hold">
                          <p:stCondLst>
                            <p:cond delay="0"/>
                          </p:stCondLst>
                        </p:cTn>
                        <p:tgtEl>
                          <p:spTgt spid="58"/>
                        </p:tgtEl>
                        <p:attrNameLst>
                          <p:attrName>style.visibility</p:attrName>
                        </p:attrNameLst>
                      </p:cBhvr>
                      <p:to>
                        <p:strVal val="visible"/>
                      </p:to>
                    </p:set>
                    <p:anim calcmode="lin" valueType="num">
                      <p:cBhvr additive="base">
                        <p:cTn dur="1000" fill="hold"/>
                        <p:tgtEl>
                          <p:spTgt spid="58"/>
                        </p:tgtEl>
                        <p:attrNameLst>
                          <p:attrName>ppt_x</p:attrName>
                        </p:attrNameLst>
                      </p:cBhvr>
                      <p:tavLst>
                        <p:tav tm="0">
                          <p:val>
                            <p:strVal val="0-#ppt_w/2"/>
                          </p:val>
                        </p:tav>
                        <p:tav tm="100000">
                          <p:val>
                            <p:strVal val="#ppt_x"/>
                          </p:val>
                        </p:tav>
                      </p:tavLst>
                    </p:anim>
                    <p:anim calcmode="lin" valueType="num">
                      <p:cBhvr additive="base">
                        <p:cTn dur="1000" fill="hold"/>
                        <p:tgtEl>
                          <p:spTgt spid="58"/>
                        </p:tgtEl>
                        <p:attrNameLst>
                          <p:attrName>ppt_y</p:attrName>
                        </p:attrNameLst>
                      </p:cBhvr>
                      <p:tavLst>
                        <p:tav tm="0">
                          <p:val>
                            <p:strVal val="0-#ppt_h/2"/>
                          </p:val>
                        </p:tav>
                        <p:tav tm="100000">
                          <p:val>
                            <p:strVal val="#ppt_y"/>
                          </p:val>
                        </p:tav>
                      </p:tavLst>
                    </p:anim>
                  </p:childTnLst>
                </p:cTn>
              </p:par>
            </p:tnLst>
          </p:tmpl>
        </p:tmplLst>
      </p:bldP>
      <p:bldP spid="59" grpId="0" build="p">
        <p:tmplLst>
          <p:tmpl lvl="1">
            <p:tnLst>
              <p:par>
                <p:cTn presetID="2" presetClass="entr" presetSubtype="4" decel="100000" fill="hold" nodeType="withEffect">
                  <p:stCondLst>
                    <p:cond delay="500"/>
                  </p:stCondLst>
                  <p:childTnLst>
                    <p:set>
                      <p:cBhvr>
                        <p:cTn dur="1" fill="hold">
                          <p:stCondLst>
                            <p:cond delay="0"/>
                          </p:stCondLst>
                        </p:cTn>
                        <p:tgtEl>
                          <p:spTgt spid="59"/>
                        </p:tgtEl>
                        <p:attrNameLst>
                          <p:attrName>style.visibility</p:attrName>
                        </p:attrNameLst>
                      </p:cBhvr>
                      <p:to>
                        <p:strVal val="visible"/>
                      </p:to>
                    </p:set>
                    <p:anim calcmode="lin" valueType="num">
                      <p:cBhvr additive="base">
                        <p:cTn dur="500" fill="hold"/>
                        <p:tgtEl>
                          <p:spTgt spid="59"/>
                        </p:tgtEl>
                        <p:attrNameLst>
                          <p:attrName>ppt_x</p:attrName>
                        </p:attrNameLst>
                      </p:cBhvr>
                      <p:tavLst>
                        <p:tav tm="0">
                          <p:val>
                            <p:strVal val="#ppt_x"/>
                          </p:val>
                        </p:tav>
                        <p:tav tm="100000">
                          <p:val>
                            <p:strVal val="#ppt_x"/>
                          </p:val>
                        </p:tav>
                      </p:tavLst>
                    </p:anim>
                    <p:anim calcmode="lin" valueType="num">
                      <p:cBhvr additive="base">
                        <p:cTn dur="500" fill="hold"/>
                        <p:tgtEl>
                          <p:spTgt spid="59"/>
                        </p:tgtEl>
                        <p:attrNameLst>
                          <p:attrName>ppt_y</p:attrName>
                        </p:attrNameLst>
                      </p:cBhvr>
                      <p:tavLst>
                        <p:tav tm="0">
                          <p:val>
                            <p:strVal val="1+#ppt_h/2"/>
                          </p:val>
                        </p:tav>
                        <p:tav tm="100000">
                          <p:val>
                            <p:strVal val="#ppt_y"/>
                          </p:val>
                        </p:tav>
                      </p:tavLst>
                    </p:anim>
                  </p:childTnLst>
                </p:cTn>
              </p:par>
            </p:tnLst>
          </p:tmpl>
        </p:tmplLst>
      </p:bldP>
      <p:bldP spid="63" grpId="0" animBg="1">
        <p:tmplLst>
          <p:tmpl>
            <p:tnLst>
              <p:par>
                <p:cTn presetID="2" presetClass="entr" presetSubtype="2" decel="100000" fill="hold" nodeType="afterEffect">
                  <p:stCondLst>
                    <p:cond delay="500"/>
                  </p:stCondLst>
                  <p:childTnLst>
                    <p:set>
                      <p:cBhvr>
                        <p:cTn dur="1" fill="hold">
                          <p:stCondLst>
                            <p:cond delay="0"/>
                          </p:stCondLst>
                        </p:cTn>
                        <p:tgtEl>
                          <p:spTgt spid="63"/>
                        </p:tgtEl>
                        <p:attrNameLst>
                          <p:attrName>style.visibility</p:attrName>
                        </p:attrNameLst>
                      </p:cBhvr>
                      <p:to>
                        <p:strVal val="visible"/>
                      </p:to>
                    </p:set>
                    <p:anim calcmode="lin" valueType="num">
                      <p:cBhvr additive="base">
                        <p:cTn dur="500" fill="hold"/>
                        <p:tgtEl>
                          <p:spTgt spid="63"/>
                        </p:tgtEl>
                        <p:attrNameLst>
                          <p:attrName>ppt_x</p:attrName>
                        </p:attrNameLst>
                      </p:cBhvr>
                      <p:tavLst>
                        <p:tav tm="0">
                          <p:val>
                            <p:strVal val="1+#ppt_w/2"/>
                          </p:val>
                        </p:tav>
                        <p:tav tm="100000">
                          <p:val>
                            <p:strVal val="#ppt_x"/>
                          </p:val>
                        </p:tav>
                      </p:tavLst>
                    </p:anim>
                    <p:anim calcmode="lin" valueType="num">
                      <p:cBhvr additive="base">
                        <p:cTn dur="500" fill="hold"/>
                        <p:tgtEl>
                          <p:spTgt spid="63"/>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371838" y="3649095"/>
            <a:ext cx="15547499" cy="2205038"/>
          </a:xfrm>
          <a:prstGeom prst="rect">
            <a:avLst/>
          </a:prstGeom>
        </p:spPr>
        <p:txBody>
          <a:bodyPr anchor="b"/>
          <a:lstStyle>
            <a:lvl1pPr>
              <a:defRPr sz="12000" baseline="0"/>
            </a:lvl1pPr>
          </a:lstStyle>
          <a:p>
            <a:r>
              <a:rPr kumimoji="1" lang="en-US" altLang="ja-JP" dirty="0"/>
              <a:t>PRESENTATION TITLE</a:t>
            </a:r>
            <a:endParaRPr kumimoji="1" lang="ja-JP" altLang="en-US" dirty="0"/>
          </a:p>
        </p:txBody>
      </p:sp>
      <p:sp>
        <p:nvSpPr>
          <p:cNvPr id="7" name="テキスト プレースホルダー 5"/>
          <p:cNvSpPr>
            <a:spLocks noGrp="1"/>
          </p:cNvSpPr>
          <p:nvPr>
            <p:ph type="body" sz="quarter" idx="16" hasCustomPrompt="1"/>
          </p:nvPr>
        </p:nvSpPr>
        <p:spPr>
          <a:xfrm>
            <a:off x="1378857" y="5660571"/>
            <a:ext cx="15559314" cy="1038223"/>
          </a:xfrm>
          <a:prstGeom prst="rect">
            <a:avLst/>
          </a:prstGeom>
        </p:spPr>
        <p:txBody>
          <a:bodyPr anchor="b">
            <a:noAutofit/>
          </a:bodyPr>
          <a:lstStyle>
            <a:lvl1pPr algn="ctr">
              <a:defRPr sz="5400" i="0" baseline="0">
                <a:solidFill>
                  <a:schemeClr val="accent2"/>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8" name="テキスト プレースホルダー 5"/>
          <p:cNvSpPr>
            <a:spLocks noGrp="1"/>
          </p:cNvSpPr>
          <p:nvPr>
            <p:ph type="body" sz="quarter" idx="17" hasCustomPrompt="1"/>
          </p:nvPr>
        </p:nvSpPr>
        <p:spPr>
          <a:xfrm>
            <a:off x="3818986" y="8490857"/>
            <a:ext cx="10653202" cy="1451426"/>
          </a:xfrm>
          <a:prstGeom prst="rect">
            <a:avLst/>
          </a:prstGeom>
        </p:spPr>
        <p:txBody>
          <a:bodyPr anchor="b">
            <a:normAutofit/>
          </a:bodyPr>
          <a:lstStyle>
            <a:lvl1pPr algn="ctr">
              <a:lnSpc>
                <a:spcPct val="130000"/>
              </a:lnSpc>
              <a:defRPr sz="24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543429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1+#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1" presetClass="exit" presetSubtype="0" fill="hold" grpId="1" nodeType="with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0" presetClass="entr" presetSubtype="0" fill="hold" grpId="2" nodeType="withEffect">
                                  <p:stCondLst>
                                    <p:cond delay="25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par>
                          <p:cTn id="14" fill="hold">
                            <p:stCondLst>
                              <p:cond delay="750"/>
                            </p:stCondLst>
                            <p:childTnLst>
                              <p:par>
                                <p:cTn id="15" presetID="2" presetClass="entr" presetSubtype="9" decel="100000" fill="hold" grpId="0" nodeType="afterEffect">
                                  <p:stCondLst>
                                    <p:cond delay="0"/>
                                  </p:stCondLst>
                                  <p:iterate type="lt">
                                    <p:tmPct val="5000"/>
                                  </p:iterate>
                                  <p:childTnLst>
                                    <p:set>
                                      <p:cBhvr>
                                        <p:cTn id="16" dur="1" fill="hold">
                                          <p:stCondLst>
                                            <p:cond delay="0"/>
                                          </p:stCondLst>
                                        </p:cTn>
                                        <p:tgtEl>
                                          <p:spTgt spid="7">
                                            <p:txEl>
                                              <p:pRg st="0" end="0"/>
                                            </p:txEl>
                                          </p:spTgt>
                                        </p:tgtEl>
                                        <p:attrNameLst>
                                          <p:attrName>style.visibility</p:attrName>
                                        </p:attrNameLst>
                                      </p:cBhvr>
                                      <p:to>
                                        <p:strVal val="visible"/>
                                      </p:to>
                                    </p:set>
                                    <p:anim calcmode="lin" valueType="num">
                                      <p:cBhvr additive="base">
                                        <p:cTn id="17" dur="100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7">
                                            <p:txEl>
                                              <p:pRg st="0" end="0"/>
                                            </p:txEl>
                                          </p:spTgt>
                                        </p:tgtEl>
                                        <p:attrNameLst>
                                          <p:attrName>ppt_y</p:attrName>
                                        </p:attrNameLst>
                                      </p:cBhvr>
                                      <p:tavLst>
                                        <p:tav tm="0">
                                          <p:val>
                                            <p:strVal val="0-#ppt_h/2"/>
                                          </p:val>
                                        </p:tav>
                                        <p:tav tm="100000">
                                          <p:val>
                                            <p:strVal val="#ppt_y"/>
                                          </p:val>
                                        </p:tav>
                                      </p:tavLst>
                                    </p:anim>
                                  </p:childTnLst>
                                </p:cTn>
                              </p:par>
                              <p:par>
                                <p:cTn id="19" presetID="2" presetClass="entr" presetSubtype="4" decel="100000" fill="hold" grpId="0" nodeType="withEffect">
                                  <p:stCondLst>
                                    <p:cond delay="500"/>
                                  </p:stCondLst>
                                  <p:childTnLst>
                                    <p:set>
                                      <p:cBhvr>
                                        <p:cTn id="20" dur="1" fill="hold">
                                          <p:stCondLst>
                                            <p:cond delay="0"/>
                                          </p:stCondLst>
                                        </p:cTn>
                                        <p:tgtEl>
                                          <p:spTgt spid="8">
                                            <p:txEl>
                                              <p:pRg st="0" end="0"/>
                                            </p:txEl>
                                          </p:spTgt>
                                        </p:tgtEl>
                                        <p:attrNameLst>
                                          <p:attrName>style.visibility</p:attrName>
                                        </p:attrNameLst>
                                      </p:cBhvr>
                                      <p:to>
                                        <p:strVal val="visible"/>
                                      </p:to>
                                    </p:set>
                                    <p:anim calcmode="lin" valueType="num">
                                      <p:cBhvr additive="base">
                                        <p:cTn id="2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2" grpId="2"/>
      <p:bldP spid="7" grpId="0" build="p">
        <p:tmplLst>
          <p:tmpl lvl="1">
            <p:tnLst>
              <p:par>
                <p:cTn presetID="2" presetClass="entr" presetSubtype="9" decel="100000" fill="hold" nodeType="afterEffect">
                  <p:stCondLst>
                    <p:cond delay="0"/>
                  </p:stCondLst>
                  <p:iterate type="lt">
                    <p:tmPct val="5000"/>
                  </p:iterate>
                  <p:childTnLst>
                    <p:set>
                      <p:cBhvr>
                        <p:cTn dur="1" fill="hold">
                          <p:stCondLst>
                            <p:cond delay="0"/>
                          </p:stCondLst>
                        </p:cTn>
                        <p:tgtEl>
                          <p:spTgt spid="7"/>
                        </p:tgtEl>
                        <p:attrNameLst>
                          <p:attrName>style.visibility</p:attrName>
                        </p:attrNameLst>
                      </p:cBhvr>
                      <p:to>
                        <p:strVal val="visible"/>
                      </p:to>
                    </p:set>
                    <p:anim calcmode="lin" valueType="num">
                      <p:cBhvr additive="base">
                        <p:cTn dur="1000" fill="hold"/>
                        <p:tgtEl>
                          <p:spTgt spid="7"/>
                        </p:tgtEl>
                        <p:attrNameLst>
                          <p:attrName>ppt_x</p:attrName>
                        </p:attrNameLst>
                      </p:cBhvr>
                      <p:tavLst>
                        <p:tav tm="0">
                          <p:val>
                            <p:strVal val="0-#ppt_w/2"/>
                          </p:val>
                        </p:tav>
                        <p:tav tm="100000">
                          <p:val>
                            <p:strVal val="#ppt_x"/>
                          </p:val>
                        </p:tav>
                      </p:tavLst>
                    </p:anim>
                    <p:anim calcmode="lin" valueType="num">
                      <p:cBhvr additive="base">
                        <p:cTn dur="1000" fill="hold"/>
                        <p:tgtEl>
                          <p:spTgt spid="7"/>
                        </p:tgtEl>
                        <p:attrNameLst>
                          <p:attrName>ppt_y</p:attrName>
                        </p:attrNameLst>
                      </p:cBhvr>
                      <p:tavLst>
                        <p:tav tm="0">
                          <p:val>
                            <p:strVal val="0-#ppt_h/2"/>
                          </p:val>
                        </p:tav>
                        <p:tav tm="100000">
                          <p:val>
                            <p:strVal val="#ppt_y"/>
                          </p:val>
                        </p:tav>
                      </p:tavLst>
                    </p:anim>
                  </p:childTnLst>
                </p:cTn>
              </p:par>
            </p:tnLst>
          </p:tmpl>
        </p:tmplLst>
      </p:bldP>
      <p:bldP spid="8" grpId="0" build="p">
        <p:tmplLst>
          <p:tmpl lvl="1">
            <p:tnLst>
              <p:par>
                <p:cTn presetID="2" presetClass="entr" presetSubtype="4" decel="100000" fill="hold" nodeType="withEffect">
                  <p:stCondLst>
                    <p:cond delay="50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371838" y="3227059"/>
            <a:ext cx="15547499" cy="2205038"/>
          </a:xfrm>
          <a:prstGeom prst="rect">
            <a:avLst/>
          </a:prstGeom>
        </p:spPr>
        <p:txBody>
          <a:bodyPr anchor="b"/>
          <a:lstStyle>
            <a:lvl1pPr>
              <a:defRPr sz="8800" baseline="0"/>
            </a:lvl1pPr>
          </a:lstStyle>
          <a:p>
            <a:r>
              <a:rPr kumimoji="1" lang="en-US" altLang="ja-JP" dirty="0"/>
              <a:t>PRESENTATION TITLE</a:t>
            </a:r>
            <a:endParaRPr kumimoji="1" lang="ja-JP" altLang="en-US" dirty="0"/>
          </a:p>
        </p:txBody>
      </p:sp>
      <p:sp>
        <p:nvSpPr>
          <p:cNvPr id="7" name="テキスト プレースホルダー 5"/>
          <p:cNvSpPr>
            <a:spLocks noGrp="1"/>
          </p:cNvSpPr>
          <p:nvPr>
            <p:ph type="body" sz="quarter" idx="16" hasCustomPrompt="1"/>
          </p:nvPr>
        </p:nvSpPr>
        <p:spPr>
          <a:xfrm>
            <a:off x="1378857" y="5196335"/>
            <a:ext cx="15559314" cy="1038223"/>
          </a:xfrm>
          <a:prstGeom prst="rect">
            <a:avLst/>
          </a:prstGeom>
        </p:spPr>
        <p:txBody>
          <a:bodyPr anchor="t">
            <a:noAutofit/>
          </a:bodyPr>
          <a:lstStyle>
            <a:lvl1pPr algn="ctr">
              <a:defRPr sz="40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8" name="テキスト プレースホルダー 5"/>
          <p:cNvSpPr>
            <a:spLocks noGrp="1"/>
          </p:cNvSpPr>
          <p:nvPr>
            <p:ph type="body" sz="quarter" idx="17" hasCustomPrompt="1"/>
          </p:nvPr>
        </p:nvSpPr>
        <p:spPr>
          <a:xfrm>
            <a:off x="3818986" y="8266221"/>
            <a:ext cx="10653202" cy="1676061"/>
          </a:xfrm>
          <a:prstGeom prst="rect">
            <a:avLst/>
          </a:prstGeom>
        </p:spPr>
        <p:txBody>
          <a:bodyPr anchor="ctr">
            <a:normAutofit/>
          </a:bodyPr>
          <a:lstStyle>
            <a:lvl1pPr algn="ctr">
              <a:lnSpc>
                <a:spcPct val="130000"/>
              </a:lnSpc>
              <a:spcBef>
                <a:spcPts val="0"/>
              </a:spcBef>
              <a:defRPr sz="1800" baseline="0">
                <a:solidFill>
                  <a:schemeClr val="tx2"/>
                </a:solidFill>
              </a:defRPr>
            </a:lvl1pPr>
          </a:lstStyle>
          <a:p>
            <a:pPr lvl="0"/>
            <a:r>
              <a:rPr kumimoji="1" lang="en-US" altLang="ja-JP" dirty="0"/>
              <a:t>Text Here</a:t>
            </a:r>
            <a:endParaRPr kumimoji="1" lang="ja-JP" altLang="en-US" dirty="0"/>
          </a:p>
        </p:txBody>
      </p:sp>
      <p:sp>
        <p:nvSpPr>
          <p:cNvPr id="5" name="正方形/長方形 4"/>
          <p:cNvSpPr/>
          <p:nvPr userDrawn="1"/>
        </p:nvSpPr>
        <p:spPr>
          <a:xfrm>
            <a:off x="7291382" y="8181368"/>
            <a:ext cx="3708412" cy="84853"/>
          </a:xfrm>
          <a:prstGeom prst="rect">
            <a:avLst/>
          </a:prstGeom>
          <a:blipFill dpi="0" rotWithShape="1">
            <a:blip r:embed="rId2"/>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Tree>
    <p:extLst>
      <p:ext uri="{BB962C8B-B14F-4D97-AF65-F5344CB8AC3E}">
        <p14:creationId xmlns:p14="http://schemas.microsoft.com/office/powerpoint/2010/main" val="1877311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decel="100000" fill="hold" grpId="0" nodeType="after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0-#ppt_h/2"/>
                                          </p:val>
                                        </p:tav>
                                        <p:tav tm="100000">
                                          <p:val>
                                            <p:strVal val="#ppt_y"/>
                                          </p:val>
                                        </p:tav>
                                      </p:tavLst>
                                    </p:anim>
                                  </p:childTnLst>
                                </p:cTn>
                              </p:par>
                            </p:childTnLst>
                          </p:cTn>
                        </p:par>
                        <p:par>
                          <p:cTn id="9" fill="hold">
                            <p:stCondLst>
                              <p:cond delay="2600"/>
                            </p:stCondLst>
                            <p:childTnLst>
                              <p:par>
                                <p:cTn id="10" presetID="22" presetClass="entr" presetSubtype="8" fill="hold" grpId="0" nodeType="afterEffect">
                                  <p:stCondLst>
                                    <p:cond delay="0"/>
                                  </p:stCondLst>
                                  <p:iterate type="lt">
                                    <p:tmPct val="5000"/>
                                  </p:iterate>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500"/>
                                        <p:tgtEl>
                                          <p:spTgt spid="7">
                                            <p:txEl>
                                              <p:pRg st="0" end="0"/>
                                            </p:txEl>
                                          </p:spTgt>
                                        </p:tgtEl>
                                      </p:cBhvr>
                                    </p:animEffect>
                                  </p:childTnLst>
                                </p:cTn>
                              </p:par>
                            </p:childTnLst>
                          </p:cTn>
                        </p:par>
                        <p:par>
                          <p:cTn id="13" fill="hold">
                            <p:stCondLst>
                              <p:cond delay="3275"/>
                            </p:stCondLst>
                            <p:childTnLst>
                              <p:par>
                                <p:cTn id="14" presetID="2" presetClass="entr" presetSubtype="4" decel="100000" fill="hold" grpId="0" nodeType="afterEffect">
                                  <p:stCondLst>
                                    <p:cond delay="25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par>
                                <p:cTn id="18" presetID="2" presetClass="entr" presetSubtype="4" decel="100000" fill="hold" grpId="0" nodeType="withEffect">
                                  <p:stCondLst>
                                    <p:cond delay="250"/>
                                  </p:stCondLst>
                                  <p:childTnLst>
                                    <p:set>
                                      <p:cBhvr>
                                        <p:cTn id="19" dur="1" fill="hold">
                                          <p:stCondLst>
                                            <p:cond delay="0"/>
                                          </p:stCondLst>
                                        </p:cTn>
                                        <p:tgtEl>
                                          <p:spTgt spid="8">
                                            <p:txEl>
                                              <p:pRg st="0" end="0"/>
                                            </p:txEl>
                                          </p:spTgt>
                                        </p:tgtEl>
                                        <p:attrNameLst>
                                          <p:attrName>style.visibility</p:attrName>
                                        </p:attrNameLst>
                                      </p:cBhvr>
                                      <p:to>
                                        <p:strVal val="visible"/>
                                      </p:to>
                                    </p:set>
                                    <p:anim calcmode="lin" valueType="num">
                                      <p:cBhvr additive="base">
                                        <p:cTn id="20"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build="p">
        <p:tmplLst>
          <p:tmpl lvl="1">
            <p:tnLst>
              <p:par>
                <p:cTn presetID="22" presetClass="entr" presetSubtype="8" fill="hold" nodeType="afterEffect">
                  <p:stCondLst>
                    <p:cond delay="0"/>
                  </p:stCondLst>
                  <p:iterate type="lt">
                    <p:tmPct val="5000"/>
                  </p:iterate>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P spid="8" grpId="0" build="p">
        <p:tmplLst>
          <p:tmpl lvl="1">
            <p:tnLst>
              <p:par>
                <p:cTn presetID="2" presetClass="entr" presetSubtype="4" decel="10000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500" fill="hold"/>
                        <p:tgtEl>
                          <p:spTgt spid="8"/>
                        </p:tgtEl>
                        <p:attrNameLst>
                          <p:attrName>ppt_x</p:attrName>
                        </p:attrNameLst>
                      </p:cBhvr>
                      <p:tavLst>
                        <p:tav tm="0">
                          <p:val>
                            <p:strVal val="#ppt_x"/>
                          </p:val>
                        </p:tav>
                        <p:tav tm="100000">
                          <p:val>
                            <p:strVal val="#ppt_x"/>
                          </p:val>
                        </p:tav>
                      </p:tavLst>
                    </p:anim>
                    <p:anim calcmode="lin" valueType="num">
                      <p:cBhvr additive="base">
                        <p:cTn dur="500" fill="hold"/>
                        <p:tgtEl>
                          <p:spTgt spid="8"/>
                        </p:tgtEl>
                        <p:attrNameLst>
                          <p:attrName>ppt_y</p:attrName>
                        </p:attrNameLst>
                      </p:cBhvr>
                      <p:tavLst>
                        <p:tav tm="0">
                          <p:val>
                            <p:strVal val="1+#ppt_h/2"/>
                          </p:val>
                        </p:tav>
                        <p:tav tm="100000">
                          <p:val>
                            <p:strVal val="#ppt_y"/>
                          </p:val>
                        </p:tav>
                      </p:tavLst>
                    </p:anim>
                  </p:childTnLst>
                </p:cTn>
              </p:par>
            </p:tnLst>
          </p:tmpl>
        </p:tmplLst>
      </p:bldP>
      <p:bldP spid="5" grpId="0" animBg="1"/>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10" name="二等辺三角形 10"/>
          <p:cNvSpPr/>
          <p:nvPr userDrawn="1"/>
        </p:nvSpPr>
        <p:spPr>
          <a:xfrm rot="5400000">
            <a:off x="7327159" y="-3628959"/>
            <a:ext cx="2774485" cy="17515889"/>
          </a:xfrm>
          <a:custGeom>
            <a:avLst/>
            <a:gdLst/>
            <a:ahLst/>
            <a:cxnLst/>
            <a:rect l="l" t="t" r="r" b="b"/>
            <a:pathLst>
              <a:path w="899888" h="5469558">
                <a:moveTo>
                  <a:pt x="0" y="5469558"/>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469558"/>
                </a:lnTo>
                <a:close/>
              </a:path>
            </a:pathLst>
          </a:custGeom>
          <a:blipFill dpi="0" rotWithShape="1">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p:cNvCxnSpPr/>
          <p:nvPr/>
        </p:nvCxnSpPr>
        <p:spPr>
          <a:xfrm>
            <a:off x="0" y="3939045"/>
            <a:ext cx="1580605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a:off x="0" y="6298515"/>
            <a:ext cx="15806057"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a:off x="15831401" y="3939045"/>
            <a:ext cx="1345739" cy="118994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flipV="1">
            <a:off x="15831401" y="5128985"/>
            <a:ext cx="1316711" cy="116953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7" name="テキスト プレースホルダー 5"/>
          <p:cNvSpPr>
            <a:spLocks noGrp="1"/>
          </p:cNvSpPr>
          <p:nvPr userDrawn="1">
            <p:ph type="body" sz="quarter" idx="15" hasCustomPrompt="1"/>
          </p:nvPr>
        </p:nvSpPr>
        <p:spPr>
          <a:xfrm>
            <a:off x="1725399" y="5108345"/>
            <a:ext cx="13964543" cy="1219198"/>
          </a:xfrm>
          <a:prstGeom prst="rect">
            <a:avLst/>
          </a:prstGeom>
        </p:spPr>
        <p:txBody>
          <a:bodyPr anchor="ctr">
            <a:noAutofit/>
          </a:bodyPr>
          <a:lstStyle>
            <a:lvl1pPr algn="l">
              <a:defRPr sz="48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SUBTITLE GOES HERE</a:t>
            </a:r>
            <a:endParaRPr kumimoji="1" lang="ja-JP" altLang="en-US" dirty="0"/>
          </a:p>
        </p:txBody>
      </p:sp>
      <p:sp>
        <p:nvSpPr>
          <p:cNvPr id="29" name="テキスト プレースホルダー 5"/>
          <p:cNvSpPr>
            <a:spLocks noGrp="1"/>
          </p:cNvSpPr>
          <p:nvPr>
            <p:ph type="body" sz="quarter" idx="16" hasCustomPrompt="1"/>
          </p:nvPr>
        </p:nvSpPr>
        <p:spPr>
          <a:xfrm>
            <a:off x="1696371" y="4157662"/>
            <a:ext cx="13964543" cy="1219198"/>
          </a:xfrm>
          <a:prstGeom prst="rect">
            <a:avLst/>
          </a:prstGeom>
        </p:spPr>
        <p:txBody>
          <a:bodyPr anchor="ctr">
            <a:noAutofit/>
          </a:bodyPr>
          <a:lstStyle>
            <a:lvl1pPr algn="l">
              <a:defRPr sz="100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PRESENTATION TITLE</a:t>
            </a:r>
            <a:endParaRPr kumimoji="1" lang="ja-JP" altLang="en-US" dirty="0"/>
          </a:p>
        </p:txBody>
      </p:sp>
      <p:sp>
        <p:nvSpPr>
          <p:cNvPr id="30" name="正方形/長方形 29"/>
          <p:cNvSpPr/>
          <p:nvPr userDrawn="1"/>
        </p:nvSpPr>
        <p:spPr>
          <a:xfrm>
            <a:off x="7291382" y="8777329"/>
            <a:ext cx="3708412" cy="84853"/>
          </a:xfrm>
          <a:prstGeom prst="rect">
            <a:avLst/>
          </a:prstGeom>
          <a:blipFill dpi="0" rotWithShape="1">
            <a:blip r:embed="rId2"/>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プレースホルダー 5"/>
          <p:cNvSpPr>
            <a:spLocks noGrp="1"/>
          </p:cNvSpPr>
          <p:nvPr>
            <p:ph type="body" sz="quarter" idx="17" hasCustomPrompt="1"/>
          </p:nvPr>
        </p:nvSpPr>
        <p:spPr>
          <a:xfrm>
            <a:off x="3818986" y="8868229"/>
            <a:ext cx="10653202" cy="1074054"/>
          </a:xfrm>
          <a:prstGeom prst="rect">
            <a:avLst/>
          </a:prstGeom>
        </p:spPr>
        <p:txBody>
          <a:bodyPr anchor="ctr">
            <a:normAutofit/>
          </a:bodyPr>
          <a:lstStyle>
            <a:lvl1pPr algn="ctr">
              <a:lnSpc>
                <a:spcPct val="120000"/>
              </a:lnSpc>
              <a:spcBef>
                <a:spcPts val="0"/>
              </a:spcBef>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3546615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8" fill="hold" nodeType="withEffect">
                                  <p:stCondLst>
                                    <p:cond delay="75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750"/>
                                        <p:tgtEl>
                                          <p:spTgt spid="12"/>
                                        </p:tgtEl>
                                      </p:cBhvr>
                                    </p:animEffect>
                                  </p:childTnLst>
                                </p:cTn>
                              </p:par>
                              <p:par>
                                <p:cTn id="11" presetID="22" presetClass="entr" presetSubtype="8" fill="hold" nodeType="withEffect">
                                  <p:stCondLst>
                                    <p:cond delay="150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250"/>
                                        <p:tgtEl>
                                          <p:spTgt spid="14"/>
                                        </p:tgtEl>
                                      </p:cBhvr>
                                    </p:animEffect>
                                  </p:childTnLst>
                                </p:cTn>
                              </p:par>
                              <p:par>
                                <p:cTn id="14" presetID="22" presetClass="entr" presetSubtype="2" fill="hold" nodeType="withEffect">
                                  <p:stCondLst>
                                    <p:cond delay="1750"/>
                                  </p:stCondLst>
                                  <p:childTnLst>
                                    <p:set>
                                      <p:cBhvr>
                                        <p:cTn id="15" dur="1" fill="hold">
                                          <p:stCondLst>
                                            <p:cond delay="0"/>
                                          </p:stCondLst>
                                        </p:cTn>
                                        <p:tgtEl>
                                          <p:spTgt spid="15"/>
                                        </p:tgtEl>
                                        <p:attrNameLst>
                                          <p:attrName>style.visibility</p:attrName>
                                        </p:attrNameLst>
                                      </p:cBhvr>
                                      <p:to>
                                        <p:strVal val="visible"/>
                                      </p:to>
                                    </p:set>
                                    <p:animEffect transition="in" filter="wipe(right)">
                                      <p:cBhvr>
                                        <p:cTn id="16" dur="250"/>
                                        <p:tgtEl>
                                          <p:spTgt spid="15"/>
                                        </p:tgtEl>
                                      </p:cBhvr>
                                    </p:animEffect>
                                  </p:childTnLst>
                                </p:cTn>
                              </p:par>
                              <p:par>
                                <p:cTn id="17" presetID="22" presetClass="entr" presetSubtype="2" fill="hold" nodeType="withEffect">
                                  <p:stCondLst>
                                    <p:cond delay="2000"/>
                                  </p:stCondLst>
                                  <p:childTnLst>
                                    <p:set>
                                      <p:cBhvr>
                                        <p:cTn id="18" dur="1" fill="hold">
                                          <p:stCondLst>
                                            <p:cond delay="0"/>
                                          </p:stCondLst>
                                        </p:cTn>
                                        <p:tgtEl>
                                          <p:spTgt spid="13"/>
                                        </p:tgtEl>
                                        <p:attrNameLst>
                                          <p:attrName>style.visibility</p:attrName>
                                        </p:attrNameLst>
                                      </p:cBhvr>
                                      <p:to>
                                        <p:strVal val="visible"/>
                                      </p:to>
                                    </p:set>
                                    <p:animEffect transition="in" filter="wipe(right)">
                                      <p:cBhvr>
                                        <p:cTn id="19" dur="750"/>
                                        <p:tgtEl>
                                          <p:spTgt spid="13"/>
                                        </p:tgtEl>
                                      </p:cBhvr>
                                    </p:animEffect>
                                  </p:childTnLst>
                                </p:cTn>
                              </p:par>
                            </p:childTnLst>
                          </p:cTn>
                        </p:par>
                        <p:par>
                          <p:cTn id="20" fill="hold">
                            <p:stCondLst>
                              <p:cond delay="2750"/>
                            </p:stCondLst>
                            <p:childTnLst>
                              <p:par>
                                <p:cTn id="21" presetID="23" presetClass="entr" presetSubtype="32" fill="hold" grpId="0" nodeType="afterEffect">
                                  <p:stCondLst>
                                    <p:cond delay="0"/>
                                  </p:stCondLst>
                                  <p:childTnLst>
                                    <p:set>
                                      <p:cBhvr>
                                        <p:cTn id="22" dur="1" fill="hold">
                                          <p:stCondLst>
                                            <p:cond delay="0"/>
                                          </p:stCondLst>
                                        </p:cTn>
                                        <p:tgtEl>
                                          <p:spTgt spid="29">
                                            <p:txEl>
                                              <p:pRg st="0" end="0"/>
                                            </p:txEl>
                                          </p:spTgt>
                                        </p:tgtEl>
                                        <p:attrNameLst>
                                          <p:attrName>style.visibility</p:attrName>
                                        </p:attrNameLst>
                                      </p:cBhvr>
                                      <p:to>
                                        <p:strVal val="visible"/>
                                      </p:to>
                                    </p:set>
                                    <p:anim calcmode="lin" valueType="num">
                                      <p:cBhvr>
                                        <p:cTn id="23" dur="750" fill="hold"/>
                                        <p:tgtEl>
                                          <p:spTgt spid="29">
                                            <p:txEl>
                                              <p:pRg st="0" end="0"/>
                                            </p:txEl>
                                          </p:spTgt>
                                        </p:tgtEl>
                                        <p:attrNameLst>
                                          <p:attrName>ppt_w</p:attrName>
                                        </p:attrNameLst>
                                      </p:cBhvr>
                                      <p:tavLst>
                                        <p:tav tm="0">
                                          <p:val>
                                            <p:strVal val="4*#ppt_w"/>
                                          </p:val>
                                        </p:tav>
                                        <p:tav tm="100000">
                                          <p:val>
                                            <p:strVal val="#ppt_w"/>
                                          </p:val>
                                        </p:tav>
                                      </p:tavLst>
                                    </p:anim>
                                    <p:anim calcmode="lin" valueType="num">
                                      <p:cBhvr>
                                        <p:cTn id="24" dur="750" fill="hold"/>
                                        <p:tgtEl>
                                          <p:spTgt spid="29">
                                            <p:txEl>
                                              <p:pRg st="0" end="0"/>
                                            </p:txEl>
                                          </p:spTgt>
                                        </p:tgtEl>
                                        <p:attrNameLst>
                                          <p:attrName>ppt_h</p:attrName>
                                        </p:attrNameLst>
                                      </p:cBhvr>
                                      <p:tavLst>
                                        <p:tav tm="0">
                                          <p:val>
                                            <p:strVal val="4*#ppt_h"/>
                                          </p:val>
                                        </p:tav>
                                        <p:tav tm="100000">
                                          <p:val>
                                            <p:strVal val="#ppt_h"/>
                                          </p:val>
                                        </p:tav>
                                      </p:tavLst>
                                    </p:anim>
                                  </p:childTnLst>
                                </p:cTn>
                              </p:par>
                              <p:par>
                                <p:cTn id="25" presetID="6" presetClass="entr" presetSubtype="32" fill="hold" grpId="1" nodeType="withEffect">
                                  <p:stCondLst>
                                    <p:cond delay="0"/>
                                  </p:stCondLst>
                                  <p:childTnLst>
                                    <p:set>
                                      <p:cBhvr>
                                        <p:cTn id="26" dur="1" fill="hold">
                                          <p:stCondLst>
                                            <p:cond delay="0"/>
                                          </p:stCondLst>
                                        </p:cTn>
                                        <p:tgtEl>
                                          <p:spTgt spid="29">
                                            <p:txEl>
                                              <p:pRg st="0" end="0"/>
                                            </p:txEl>
                                          </p:spTgt>
                                        </p:tgtEl>
                                        <p:attrNameLst>
                                          <p:attrName>style.visibility</p:attrName>
                                        </p:attrNameLst>
                                      </p:cBhvr>
                                      <p:to>
                                        <p:strVal val="visible"/>
                                      </p:to>
                                    </p:set>
                                    <p:animEffect transition="in" filter="circle(out)">
                                      <p:cBhvr>
                                        <p:cTn id="27" dur="750"/>
                                        <p:tgtEl>
                                          <p:spTgt spid="29">
                                            <p:txEl>
                                              <p:pRg st="0" end="0"/>
                                            </p:txEl>
                                          </p:spTgt>
                                        </p:tgtEl>
                                      </p:cBhvr>
                                    </p:animEffect>
                                  </p:childTnLst>
                                </p:cTn>
                              </p:par>
                              <p:par>
                                <p:cTn id="28" presetID="23" presetClass="entr" presetSubtype="32" fill="hold" grpId="0" nodeType="withEffect">
                                  <p:stCondLst>
                                    <p:cond delay="0"/>
                                  </p:stCondLst>
                                  <p:childTnLst>
                                    <p:set>
                                      <p:cBhvr>
                                        <p:cTn id="29" dur="1" fill="hold">
                                          <p:stCondLst>
                                            <p:cond delay="0"/>
                                          </p:stCondLst>
                                        </p:cTn>
                                        <p:tgtEl>
                                          <p:spTgt spid="17">
                                            <p:txEl>
                                              <p:pRg st="0" end="0"/>
                                            </p:txEl>
                                          </p:spTgt>
                                        </p:tgtEl>
                                        <p:attrNameLst>
                                          <p:attrName>style.visibility</p:attrName>
                                        </p:attrNameLst>
                                      </p:cBhvr>
                                      <p:to>
                                        <p:strVal val="visible"/>
                                      </p:to>
                                    </p:set>
                                    <p:anim calcmode="lin" valueType="num">
                                      <p:cBhvr>
                                        <p:cTn id="30" dur="750" fill="hold"/>
                                        <p:tgtEl>
                                          <p:spTgt spid="17">
                                            <p:txEl>
                                              <p:pRg st="0" end="0"/>
                                            </p:txEl>
                                          </p:spTgt>
                                        </p:tgtEl>
                                        <p:attrNameLst>
                                          <p:attrName>ppt_w</p:attrName>
                                        </p:attrNameLst>
                                      </p:cBhvr>
                                      <p:tavLst>
                                        <p:tav tm="0">
                                          <p:val>
                                            <p:strVal val="4*#ppt_w"/>
                                          </p:val>
                                        </p:tav>
                                        <p:tav tm="100000">
                                          <p:val>
                                            <p:strVal val="#ppt_w"/>
                                          </p:val>
                                        </p:tav>
                                      </p:tavLst>
                                    </p:anim>
                                    <p:anim calcmode="lin" valueType="num">
                                      <p:cBhvr>
                                        <p:cTn id="31" dur="750" fill="hold"/>
                                        <p:tgtEl>
                                          <p:spTgt spid="17">
                                            <p:txEl>
                                              <p:pRg st="0" end="0"/>
                                            </p:txEl>
                                          </p:spTgt>
                                        </p:tgtEl>
                                        <p:attrNameLst>
                                          <p:attrName>ppt_h</p:attrName>
                                        </p:attrNameLst>
                                      </p:cBhvr>
                                      <p:tavLst>
                                        <p:tav tm="0">
                                          <p:val>
                                            <p:strVal val="4*#ppt_h"/>
                                          </p:val>
                                        </p:tav>
                                        <p:tav tm="100000">
                                          <p:val>
                                            <p:strVal val="#ppt_h"/>
                                          </p:val>
                                        </p:tav>
                                      </p:tavLst>
                                    </p:anim>
                                  </p:childTnLst>
                                </p:cTn>
                              </p:par>
                              <p:par>
                                <p:cTn id="32" presetID="6" presetClass="entr" presetSubtype="32" fill="hold" grpId="1" nodeType="withEffect">
                                  <p:stCondLst>
                                    <p:cond delay="0"/>
                                  </p:stCondLst>
                                  <p:childTnLst>
                                    <p:set>
                                      <p:cBhvr>
                                        <p:cTn id="33" dur="1" fill="hold">
                                          <p:stCondLst>
                                            <p:cond delay="0"/>
                                          </p:stCondLst>
                                        </p:cTn>
                                        <p:tgtEl>
                                          <p:spTgt spid="17">
                                            <p:txEl>
                                              <p:pRg st="0" end="0"/>
                                            </p:txEl>
                                          </p:spTgt>
                                        </p:tgtEl>
                                        <p:attrNameLst>
                                          <p:attrName>style.visibility</p:attrName>
                                        </p:attrNameLst>
                                      </p:cBhvr>
                                      <p:to>
                                        <p:strVal val="visible"/>
                                      </p:to>
                                    </p:set>
                                    <p:animEffect transition="in" filter="circle(out)">
                                      <p:cBhvr>
                                        <p:cTn id="34" dur="750"/>
                                        <p:tgtEl>
                                          <p:spTgt spid="17">
                                            <p:txEl>
                                              <p:pRg st="0" end="0"/>
                                            </p:txEl>
                                          </p:spTgt>
                                        </p:tgtEl>
                                      </p:cBhvr>
                                    </p:animEffect>
                                  </p:childTnLst>
                                </p:cTn>
                              </p:par>
                            </p:childTnLst>
                          </p:cTn>
                        </p:par>
                        <p:par>
                          <p:cTn id="35" fill="hold">
                            <p:stCondLst>
                              <p:cond delay="3500"/>
                            </p:stCondLst>
                            <p:childTnLst>
                              <p:par>
                                <p:cTn id="36" presetID="2" presetClass="entr" presetSubtype="4" decel="100000" fill="hold" grpId="0" nodeType="afterEffect">
                                  <p:stCondLst>
                                    <p:cond delay="500"/>
                                  </p:stCondLst>
                                  <p:childTnLst>
                                    <p:set>
                                      <p:cBhvr>
                                        <p:cTn id="37" dur="1" fill="hold">
                                          <p:stCondLst>
                                            <p:cond delay="0"/>
                                          </p:stCondLst>
                                        </p:cTn>
                                        <p:tgtEl>
                                          <p:spTgt spid="30"/>
                                        </p:tgtEl>
                                        <p:attrNameLst>
                                          <p:attrName>style.visibility</p:attrName>
                                        </p:attrNameLst>
                                      </p:cBhvr>
                                      <p:to>
                                        <p:strVal val="visible"/>
                                      </p:to>
                                    </p:set>
                                    <p:anim calcmode="lin" valueType="num">
                                      <p:cBhvr additive="base">
                                        <p:cTn id="38" dur="500" fill="hold"/>
                                        <p:tgtEl>
                                          <p:spTgt spid="30"/>
                                        </p:tgtEl>
                                        <p:attrNameLst>
                                          <p:attrName>ppt_x</p:attrName>
                                        </p:attrNameLst>
                                      </p:cBhvr>
                                      <p:tavLst>
                                        <p:tav tm="0">
                                          <p:val>
                                            <p:strVal val="#ppt_x"/>
                                          </p:val>
                                        </p:tav>
                                        <p:tav tm="100000">
                                          <p:val>
                                            <p:strVal val="#ppt_x"/>
                                          </p:val>
                                        </p:tav>
                                      </p:tavLst>
                                    </p:anim>
                                    <p:anim calcmode="lin" valueType="num">
                                      <p:cBhvr additive="base">
                                        <p:cTn id="39" dur="500" fill="hold"/>
                                        <p:tgtEl>
                                          <p:spTgt spid="30"/>
                                        </p:tgtEl>
                                        <p:attrNameLst>
                                          <p:attrName>ppt_y</p:attrName>
                                        </p:attrNameLst>
                                      </p:cBhvr>
                                      <p:tavLst>
                                        <p:tav tm="0">
                                          <p:val>
                                            <p:strVal val="1+#ppt_h/2"/>
                                          </p:val>
                                        </p:tav>
                                        <p:tav tm="100000">
                                          <p:val>
                                            <p:strVal val="#ppt_y"/>
                                          </p:val>
                                        </p:tav>
                                      </p:tavLst>
                                    </p:anim>
                                  </p:childTnLst>
                                </p:cTn>
                              </p:par>
                              <p:par>
                                <p:cTn id="40" presetID="2" presetClass="entr" presetSubtype="4" decel="100000" fill="hold" grpId="0" nodeType="withEffect">
                                  <p:stCondLst>
                                    <p:cond delay="500"/>
                                  </p:stCondLst>
                                  <p:childTnLst>
                                    <p:set>
                                      <p:cBhvr>
                                        <p:cTn id="41" dur="1" fill="hold">
                                          <p:stCondLst>
                                            <p:cond delay="0"/>
                                          </p:stCondLst>
                                        </p:cTn>
                                        <p:tgtEl>
                                          <p:spTgt spid="31">
                                            <p:txEl>
                                              <p:pRg st="0" end="0"/>
                                            </p:txEl>
                                          </p:spTgt>
                                        </p:tgtEl>
                                        <p:attrNameLst>
                                          <p:attrName>style.visibility</p:attrName>
                                        </p:attrNameLst>
                                      </p:cBhvr>
                                      <p:to>
                                        <p:strVal val="visible"/>
                                      </p:to>
                                    </p:set>
                                    <p:anim calcmode="lin" valueType="num">
                                      <p:cBhvr additive="base">
                                        <p:cTn id="42"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build="p">
        <p:tmplLst>
          <p:tmpl lvl="1">
            <p:tnLst>
              <p:par>
                <p:cTn presetID="23" presetClass="entr" presetSubtype="32" fill="hold" nodeType="withEffect">
                  <p:stCondLst>
                    <p:cond delay="0"/>
                  </p:stCondLst>
                  <p:childTnLst>
                    <p:set>
                      <p:cBhvr>
                        <p:cTn dur="1" fill="hold">
                          <p:stCondLst>
                            <p:cond delay="0"/>
                          </p:stCondLst>
                        </p:cTn>
                        <p:tgtEl>
                          <p:spTgt spid="17"/>
                        </p:tgtEl>
                        <p:attrNameLst>
                          <p:attrName>style.visibility</p:attrName>
                        </p:attrNameLst>
                      </p:cBhvr>
                      <p:to>
                        <p:strVal val="visible"/>
                      </p:to>
                    </p:set>
                    <p:anim calcmode="lin" valueType="num">
                      <p:cBhvr>
                        <p:cTn dur="750" fill="hold"/>
                        <p:tgtEl>
                          <p:spTgt spid="17"/>
                        </p:tgtEl>
                        <p:attrNameLst>
                          <p:attrName>ppt_w</p:attrName>
                        </p:attrNameLst>
                      </p:cBhvr>
                      <p:tavLst>
                        <p:tav tm="0">
                          <p:val>
                            <p:strVal val="4*#ppt_w"/>
                          </p:val>
                        </p:tav>
                        <p:tav tm="100000">
                          <p:val>
                            <p:strVal val="#ppt_w"/>
                          </p:val>
                        </p:tav>
                      </p:tavLst>
                    </p:anim>
                    <p:anim calcmode="lin" valueType="num">
                      <p:cBhvr>
                        <p:cTn dur="750" fill="hold"/>
                        <p:tgtEl>
                          <p:spTgt spid="17"/>
                        </p:tgtEl>
                        <p:attrNameLst>
                          <p:attrName>ppt_h</p:attrName>
                        </p:attrNameLst>
                      </p:cBhvr>
                      <p:tavLst>
                        <p:tav tm="0">
                          <p:val>
                            <p:strVal val="4*#ppt_h"/>
                          </p:val>
                        </p:tav>
                        <p:tav tm="100000">
                          <p:val>
                            <p:strVal val="#ppt_h"/>
                          </p:val>
                        </p:tav>
                      </p:tavLst>
                    </p:anim>
                  </p:childTnLst>
                </p:cTn>
              </p:par>
            </p:tnLst>
          </p:tmpl>
        </p:tmplLst>
      </p:bldP>
      <p:bldP spid="17" grpId="1" build="p">
        <p:tmplLst>
          <p:tmpl lvl="1">
            <p:tnLst>
              <p:par>
                <p:cTn presetID="6" presetClass="entr" presetSubtype="32"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circle(out)">
                      <p:cBhvr>
                        <p:cTn dur="750"/>
                        <p:tgtEl>
                          <p:spTgt spid="17"/>
                        </p:tgtEl>
                      </p:cBhvr>
                    </p:animEffect>
                  </p:childTnLst>
                </p:cTn>
              </p:par>
            </p:tnLst>
          </p:tmpl>
        </p:tmplLst>
      </p:bldP>
      <p:bldP spid="29" grpId="0" build="p">
        <p:tmplLst>
          <p:tmpl lvl="1">
            <p:tnLst>
              <p:par>
                <p:cTn presetID="23" presetClass="entr" presetSubtype="32"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p:cTn dur="750" fill="hold"/>
                        <p:tgtEl>
                          <p:spTgt spid="29"/>
                        </p:tgtEl>
                        <p:attrNameLst>
                          <p:attrName>ppt_w</p:attrName>
                        </p:attrNameLst>
                      </p:cBhvr>
                      <p:tavLst>
                        <p:tav tm="0">
                          <p:val>
                            <p:strVal val="4*#ppt_w"/>
                          </p:val>
                        </p:tav>
                        <p:tav tm="100000">
                          <p:val>
                            <p:strVal val="#ppt_w"/>
                          </p:val>
                        </p:tav>
                      </p:tavLst>
                    </p:anim>
                    <p:anim calcmode="lin" valueType="num">
                      <p:cBhvr>
                        <p:cTn dur="750" fill="hold"/>
                        <p:tgtEl>
                          <p:spTgt spid="29"/>
                        </p:tgtEl>
                        <p:attrNameLst>
                          <p:attrName>ppt_h</p:attrName>
                        </p:attrNameLst>
                      </p:cBhvr>
                      <p:tavLst>
                        <p:tav tm="0">
                          <p:val>
                            <p:strVal val="4*#ppt_h"/>
                          </p:val>
                        </p:tav>
                        <p:tav tm="100000">
                          <p:val>
                            <p:strVal val="#ppt_h"/>
                          </p:val>
                        </p:tav>
                      </p:tavLst>
                    </p:anim>
                  </p:childTnLst>
                </p:cTn>
              </p:par>
            </p:tnLst>
          </p:tmpl>
        </p:tmplLst>
      </p:bldP>
      <p:bldP spid="29" grpId="1" build="p">
        <p:tmplLst>
          <p:tmpl lvl="1">
            <p:tnLst>
              <p:par>
                <p:cTn presetID="6" presetClass="entr" presetSubtype="32"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circle(out)">
                      <p:cBhvr>
                        <p:cTn dur="750"/>
                        <p:tgtEl>
                          <p:spTgt spid="29"/>
                        </p:tgtEl>
                      </p:cBhvr>
                    </p:animEffect>
                  </p:childTnLst>
                </p:cTn>
              </p:par>
            </p:tnLst>
          </p:tmpl>
        </p:tmplLst>
      </p:bldP>
      <p:bldP spid="30" grpId="0" animBg="1"/>
      <p:bldP spid="31" grpId="0" build="p">
        <p:tmplLst>
          <p:tmpl lvl="1">
            <p:tnLst>
              <p:par>
                <p:cTn presetID="2" presetClass="entr" presetSubtype="4" decel="100000" fill="hold" nodeType="withEffect">
                  <p:stCondLst>
                    <p:cond delay="50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fill="hold"/>
                        <p:tgtEl>
                          <p:spTgt spid="31"/>
                        </p:tgtEl>
                        <p:attrNameLst>
                          <p:attrName>ppt_x</p:attrName>
                        </p:attrNameLst>
                      </p:cBhvr>
                      <p:tavLst>
                        <p:tav tm="0">
                          <p:val>
                            <p:strVal val="#ppt_x"/>
                          </p:val>
                        </p:tav>
                        <p:tav tm="100000">
                          <p:val>
                            <p:strVal val="#ppt_x"/>
                          </p:val>
                        </p:tav>
                      </p:tavLst>
                    </p:anim>
                    <p:anim calcmode="lin" valueType="num">
                      <p:cBhvr additive="base">
                        <p:cTn dur="500" fill="hold"/>
                        <p:tgtEl>
                          <p:spTgt spid="31"/>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cxnSp>
        <p:nvCxnSpPr>
          <p:cNvPr id="56" name="直線コネクタ 55"/>
          <p:cNvCxnSpPr/>
          <p:nvPr userDrawn="1"/>
        </p:nvCxnSpPr>
        <p:spPr>
          <a:xfrm flipV="1">
            <a:off x="13125336" y="3495009"/>
            <a:ext cx="0" cy="3296983"/>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4" name="直線コネクタ 3"/>
          <p:cNvCxnSpPr/>
          <p:nvPr userDrawn="1"/>
        </p:nvCxnSpPr>
        <p:spPr>
          <a:xfrm flipV="1">
            <a:off x="5959702" y="1957614"/>
            <a:ext cx="3185886" cy="3185886"/>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userDrawn="1"/>
        </p:nvCxnSpPr>
        <p:spPr>
          <a:xfrm flipH="1" flipV="1">
            <a:off x="9145588" y="1957614"/>
            <a:ext cx="3185886" cy="3185886"/>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userDrawn="1"/>
        </p:nvCxnSpPr>
        <p:spPr>
          <a:xfrm>
            <a:off x="5959702" y="5143500"/>
            <a:ext cx="3185886" cy="3185886"/>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userDrawn="1"/>
        </p:nvCxnSpPr>
        <p:spPr>
          <a:xfrm flipH="1">
            <a:off x="9145588" y="5143500"/>
            <a:ext cx="3185886" cy="3185886"/>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userDrawn="1"/>
        </p:nvCxnSpPr>
        <p:spPr>
          <a:xfrm flipV="1">
            <a:off x="5959702" y="1957614"/>
            <a:ext cx="0" cy="6371772"/>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userDrawn="1"/>
        </p:nvCxnSpPr>
        <p:spPr>
          <a:xfrm flipH="1">
            <a:off x="5959703" y="1957614"/>
            <a:ext cx="6371771" cy="0"/>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userDrawn="1"/>
        </p:nvCxnSpPr>
        <p:spPr>
          <a:xfrm flipH="1">
            <a:off x="5959703" y="8329386"/>
            <a:ext cx="6371771" cy="0"/>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userDrawn="1"/>
        </p:nvCxnSpPr>
        <p:spPr>
          <a:xfrm flipV="1">
            <a:off x="12331474" y="1957614"/>
            <a:ext cx="0" cy="6371772"/>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userDrawn="1"/>
        </p:nvCxnSpPr>
        <p:spPr>
          <a:xfrm>
            <a:off x="7497096" y="1163752"/>
            <a:ext cx="3296983" cy="0"/>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userDrawn="1"/>
        </p:nvCxnSpPr>
        <p:spPr>
          <a:xfrm>
            <a:off x="10794079" y="1163752"/>
            <a:ext cx="2331257" cy="2331257"/>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userDrawn="1"/>
        </p:nvCxnSpPr>
        <p:spPr>
          <a:xfrm flipV="1">
            <a:off x="5165839" y="1163752"/>
            <a:ext cx="2331257" cy="2331257"/>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userDrawn="1"/>
        </p:nvCxnSpPr>
        <p:spPr>
          <a:xfrm flipV="1">
            <a:off x="5165839" y="3495009"/>
            <a:ext cx="0" cy="3296983"/>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userDrawn="1"/>
        </p:nvCxnSpPr>
        <p:spPr>
          <a:xfrm flipH="1" flipV="1">
            <a:off x="5165839" y="6791992"/>
            <a:ext cx="2331257" cy="2331257"/>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userDrawn="1"/>
        </p:nvCxnSpPr>
        <p:spPr>
          <a:xfrm>
            <a:off x="7497096" y="9123249"/>
            <a:ext cx="3296983" cy="0"/>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53" name="直線コネクタ 52"/>
          <p:cNvCxnSpPr/>
          <p:nvPr userDrawn="1"/>
        </p:nvCxnSpPr>
        <p:spPr>
          <a:xfrm flipV="1">
            <a:off x="10794079" y="6791992"/>
            <a:ext cx="2331257" cy="2331257"/>
          </a:xfrm>
          <a:prstGeom prst="line">
            <a:avLst/>
          </a:prstGeom>
          <a:ln w="28575">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59" name="円/楕円 58"/>
          <p:cNvSpPr/>
          <p:nvPr userDrawn="1"/>
        </p:nvSpPr>
        <p:spPr>
          <a:xfrm>
            <a:off x="4813073" y="810986"/>
            <a:ext cx="8665028" cy="8665028"/>
          </a:xfrm>
          <a:prstGeom prst="ellipse">
            <a:avLst/>
          </a:prstGeom>
          <a:noFill/>
          <a:ln w="2857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円/楕円 60"/>
          <p:cNvSpPr/>
          <p:nvPr userDrawn="1"/>
        </p:nvSpPr>
        <p:spPr>
          <a:xfrm>
            <a:off x="4800446" y="796472"/>
            <a:ext cx="8690355" cy="8690355"/>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円/楕円 61"/>
          <p:cNvSpPr/>
          <p:nvPr userDrawn="1"/>
        </p:nvSpPr>
        <p:spPr>
          <a:xfrm>
            <a:off x="4965105" y="973831"/>
            <a:ext cx="8321295" cy="8321295"/>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テキスト プレースホルダー 5"/>
          <p:cNvSpPr>
            <a:spLocks noGrp="1"/>
          </p:cNvSpPr>
          <p:nvPr>
            <p:ph type="body" sz="quarter" idx="15" hasCustomPrompt="1"/>
          </p:nvPr>
        </p:nvSpPr>
        <p:spPr>
          <a:xfrm>
            <a:off x="5335587" y="5108345"/>
            <a:ext cx="7620000" cy="1219198"/>
          </a:xfrm>
          <a:prstGeom prst="rect">
            <a:avLst/>
          </a:prstGeom>
        </p:spPr>
        <p:txBody>
          <a:bodyPr anchor="ctr">
            <a:noAutofit/>
          </a:bodyPr>
          <a:lstStyle>
            <a:lvl1pPr algn="ctr">
              <a:defRPr sz="48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SUBTITLE GOES HERE</a:t>
            </a:r>
            <a:endParaRPr kumimoji="1" lang="ja-JP" altLang="en-US" dirty="0"/>
          </a:p>
        </p:txBody>
      </p:sp>
      <p:sp>
        <p:nvSpPr>
          <p:cNvPr id="67" name="テキスト プレースホルダー 5"/>
          <p:cNvSpPr>
            <a:spLocks noGrp="1"/>
          </p:cNvSpPr>
          <p:nvPr>
            <p:ph type="body" sz="quarter" idx="16" hasCustomPrompt="1"/>
          </p:nvPr>
        </p:nvSpPr>
        <p:spPr>
          <a:xfrm>
            <a:off x="5335587" y="2075543"/>
            <a:ext cx="7620000" cy="3272289"/>
          </a:xfrm>
          <a:prstGeom prst="rect">
            <a:avLst/>
          </a:prstGeom>
        </p:spPr>
        <p:txBody>
          <a:bodyPr anchor="b">
            <a:noAutofit/>
          </a:bodyPr>
          <a:lstStyle>
            <a:lvl1pPr algn="ctr">
              <a:lnSpc>
                <a:spcPts val="7000"/>
              </a:lnSpc>
              <a:spcBef>
                <a:spcPts val="0"/>
              </a:spcBef>
              <a:defRPr sz="80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PRESENTATION TITLE</a:t>
            </a:r>
            <a:endParaRPr kumimoji="1" lang="ja-JP" altLang="en-US" dirty="0"/>
          </a:p>
        </p:txBody>
      </p:sp>
      <p:sp>
        <p:nvSpPr>
          <p:cNvPr id="68" name="テキスト プレースホルダー 5"/>
          <p:cNvSpPr>
            <a:spLocks noGrp="1"/>
          </p:cNvSpPr>
          <p:nvPr>
            <p:ph type="body" sz="quarter" idx="17" hasCustomPrompt="1"/>
          </p:nvPr>
        </p:nvSpPr>
        <p:spPr>
          <a:xfrm>
            <a:off x="7053943" y="7583031"/>
            <a:ext cx="4180114" cy="1219198"/>
          </a:xfrm>
          <a:prstGeom prst="rect">
            <a:avLst/>
          </a:prstGeom>
        </p:spPr>
        <p:txBody>
          <a:bodyPr anchor="b">
            <a:noAutofit/>
          </a:bodyPr>
          <a:lstStyle>
            <a:lvl1pPr algn="ctr">
              <a:lnSpc>
                <a:spcPct val="100000"/>
              </a:lnSpc>
              <a:spcBef>
                <a:spcPts val="0"/>
              </a:spcBef>
              <a:defRPr sz="2800" i="0" baseline="0">
                <a:solidFill>
                  <a:schemeClr val="bg1"/>
                </a:solidFill>
                <a:effectLst/>
                <a:latin typeface="Bebas Neue Regular" panose="00000500000000000000" pitchFamily="2" charset="0"/>
              </a:defRPr>
            </a:lvl1pPr>
          </a:lstStyle>
          <a:p>
            <a:pPr lvl="0"/>
            <a:r>
              <a:rPr kumimoji="1" lang="en-US" altLang="ja-JP" dirty="0"/>
              <a:t>AUTHOR</a:t>
            </a:r>
            <a:endParaRPr kumimoji="1" lang="ja-JP" altLang="en-US" dirty="0"/>
          </a:p>
        </p:txBody>
      </p:sp>
    </p:spTree>
    <p:extLst>
      <p:ext uri="{BB962C8B-B14F-4D97-AF65-F5344CB8AC3E}">
        <p14:creationId xmlns:p14="http://schemas.microsoft.com/office/powerpoint/2010/main" val="3171752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1000"/>
                                        <p:tgtEl>
                                          <p:spTgt spid="14"/>
                                        </p:tgtEl>
                                      </p:cBhvr>
                                    </p:animEffect>
                                  </p:childTnLst>
                                </p:cTn>
                              </p:par>
                              <p:par>
                                <p:cTn id="8" presetID="22" presetClass="entr" presetSubtype="1"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1000"/>
                                        <p:tgtEl>
                                          <p:spTgt spid="4"/>
                                        </p:tgtEl>
                                      </p:cBhvr>
                                    </p:animEffect>
                                  </p:childTnLst>
                                </p:cTn>
                              </p:par>
                              <p:par>
                                <p:cTn id="11" presetID="22" presetClass="entr" presetSubtype="1"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up)">
                                      <p:cBhvr>
                                        <p:cTn id="13" dur="1000"/>
                                        <p:tgtEl>
                                          <p:spTgt spid="15"/>
                                        </p:tgtEl>
                                      </p:cBhvr>
                                    </p:animEffect>
                                  </p:childTnLst>
                                </p:cTn>
                              </p:par>
                              <p:par>
                                <p:cTn id="14" presetID="22" presetClass="entr" presetSubtype="4"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down)">
                                      <p:cBhvr>
                                        <p:cTn id="16" dur="1000"/>
                                        <p:tgtEl>
                                          <p:spTgt spid="16"/>
                                        </p:tgtEl>
                                      </p:cBhvr>
                                    </p:animEffect>
                                  </p:childTnLst>
                                </p:cTn>
                              </p:par>
                            </p:childTnLst>
                          </p:cTn>
                        </p:par>
                        <p:par>
                          <p:cTn id="17" fill="hold">
                            <p:stCondLst>
                              <p:cond delay="1000"/>
                            </p:stCondLst>
                            <p:childTnLst>
                              <p:par>
                                <p:cTn id="18" presetID="23" presetClass="exit" presetSubtype="16" fill="hold" nodeType="afterEffect">
                                  <p:stCondLst>
                                    <p:cond delay="0"/>
                                  </p:stCondLst>
                                  <p:childTnLst>
                                    <p:anim calcmode="lin" valueType="num">
                                      <p:cBhvr>
                                        <p:cTn id="19" dur="2000"/>
                                        <p:tgtEl>
                                          <p:spTgt spid="14"/>
                                        </p:tgtEl>
                                        <p:attrNameLst>
                                          <p:attrName>ppt_w</p:attrName>
                                        </p:attrNameLst>
                                      </p:cBhvr>
                                      <p:tavLst>
                                        <p:tav tm="0">
                                          <p:val>
                                            <p:strVal val="ppt_w"/>
                                          </p:val>
                                        </p:tav>
                                        <p:tav tm="100000">
                                          <p:val>
                                            <p:strVal val="4*ppt_w"/>
                                          </p:val>
                                        </p:tav>
                                      </p:tavLst>
                                    </p:anim>
                                    <p:anim calcmode="lin" valueType="num">
                                      <p:cBhvr>
                                        <p:cTn id="20" dur="2000"/>
                                        <p:tgtEl>
                                          <p:spTgt spid="14"/>
                                        </p:tgtEl>
                                        <p:attrNameLst>
                                          <p:attrName>ppt_h</p:attrName>
                                        </p:attrNameLst>
                                      </p:cBhvr>
                                      <p:tavLst>
                                        <p:tav tm="0">
                                          <p:val>
                                            <p:strVal val="ppt_h"/>
                                          </p:val>
                                        </p:tav>
                                        <p:tav tm="100000">
                                          <p:val>
                                            <p:strVal val="4*ppt_h"/>
                                          </p:val>
                                        </p:tav>
                                      </p:tavLst>
                                    </p:anim>
                                    <p:set>
                                      <p:cBhvr>
                                        <p:cTn id="21" dur="1" fill="hold">
                                          <p:stCondLst>
                                            <p:cond delay="1999"/>
                                          </p:stCondLst>
                                        </p:cTn>
                                        <p:tgtEl>
                                          <p:spTgt spid="14"/>
                                        </p:tgtEl>
                                        <p:attrNameLst>
                                          <p:attrName>style.visibility</p:attrName>
                                        </p:attrNameLst>
                                      </p:cBhvr>
                                      <p:to>
                                        <p:strVal val="hidden"/>
                                      </p:to>
                                    </p:set>
                                  </p:childTnLst>
                                </p:cTn>
                              </p:par>
                              <p:par>
                                <p:cTn id="22" presetID="23" presetClass="exit" presetSubtype="16" fill="hold" nodeType="withEffect">
                                  <p:stCondLst>
                                    <p:cond delay="0"/>
                                  </p:stCondLst>
                                  <p:childTnLst>
                                    <p:anim calcmode="lin" valueType="num">
                                      <p:cBhvr>
                                        <p:cTn id="23" dur="2000"/>
                                        <p:tgtEl>
                                          <p:spTgt spid="4"/>
                                        </p:tgtEl>
                                        <p:attrNameLst>
                                          <p:attrName>ppt_w</p:attrName>
                                        </p:attrNameLst>
                                      </p:cBhvr>
                                      <p:tavLst>
                                        <p:tav tm="0">
                                          <p:val>
                                            <p:strVal val="ppt_w"/>
                                          </p:val>
                                        </p:tav>
                                        <p:tav tm="100000">
                                          <p:val>
                                            <p:strVal val="4*ppt_w"/>
                                          </p:val>
                                        </p:tav>
                                      </p:tavLst>
                                    </p:anim>
                                    <p:anim calcmode="lin" valueType="num">
                                      <p:cBhvr>
                                        <p:cTn id="24" dur="2000"/>
                                        <p:tgtEl>
                                          <p:spTgt spid="4"/>
                                        </p:tgtEl>
                                        <p:attrNameLst>
                                          <p:attrName>ppt_h</p:attrName>
                                        </p:attrNameLst>
                                      </p:cBhvr>
                                      <p:tavLst>
                                        <p:tav tm="0">
                                          <p:val>
                                            <p:strVal val="ppt_h"/>
                                          </p:val>
                                        </p:tav>
                                        <p:tav tm="100000">
                                          <p:val>
                                            <p:strVal val="4*ppt_h"/>
                                          </p:val>
                                        </p:tav>
                                      </p:tavLst>
                                    </p:anim>
                                    <p:set>
                                      <p:cBhvr>
                                        <p:cTn id="25" dur="1" fill="hold">
                                          <p:stCondLst>
                                            <p:cond delay="1999"/>
                                          </p:stCondLst>
                                        </p:cTn>
                                        <p:tgtEl>
                                          <p:spTgt spid="4"/>
                                        </p:tgtEl>
                                        <p:attrNameLst>
                                          <p:attrName>style.visibility</p:attrName>
                                        </p:attrNameLst>
                                      </p:cBhvr>
                                      <p:to>
                                        <p:strVal val="hidden"/>
                                      </p:to>
                                    </p:set>
                                  </p:childTnLst>
                                </p:cTn>
                              </p:par>
                              <p:par>
                                <p:cTn id="26" presetID="23" presetClass="exit" presetSubtype="16" fill="hold" nodeType="withEffect">
                                  <p:stCondLst>
                                    <p:cond delay="0"/>
                                  </p:stCondLst>
                                  <p:childTnLst>
                                    <p:anim calcmode="lin" valueType="num">
                                      <p:cBhvr>
                                        <p:cTn id="27" dur="2000"/>
                                        <p:tgtEl>
                                          <p:spTgt spid="15"/>
                                        </p:tgtEl>
                                        <p:attrNameLst>
                                          <p:attrName>ppt_w</p:attrName>
                                        </p:attrNameLst>
                                      </p:cBhvr>
                                      <p:tavLst>
                                        <p:tav tm="0">
                                          <p:val>
                                            <p:strVal val="ppt_w"/>
                                          </p:val>
                                        </p:tav>
                                        <p:tav tm="100000">
                                          <p:val>
                                            <p:strVal val="4*ppt_w"/>
                                          </p:val>
                                        </p:tav>
                                      </p:tavLst>
                                    </p:anim>
                                    <p:anim calcmode="lin" valueType="num">
                                      <p:cBhvr>
                                        <p:cTn id="28" dur="2000"/>
                                        <p:tgtEl>
                                          <p:spTgt spid="15"/>
                                        </p:tgtEl>
                                        <p:attrNameLst>
                                          <p:attrName>ppt_h</p:attrName>
                                        </p:attrNameLst>
                                      </p:cBhvr>
                                      <p:tavLst>
                                        <p:tav tm="0">
                                          <p:val>
                                            <p:strVal val="ppt_h"/>
                                          </p:val>
                                        </p:tav>
                                        <p:tav tm="100000">
                                          <p:val>
                                            <p:strVal val="4*ppt_h"/>
                                          </p:val>
                                        </p:tav>
                                      </p:tavLst>
                                    </p:anim>
                                    <p:set>
                                      <p:cBhvr>
                                        <p:cTn id="29" dur="1" fill="hold">
                                          <p:stCondLst>
                                            <p:cond delay="1999"/>
                                          </p:stCondLst>
                                        </p:cTn>
                                        <p:tgtEl>
                                          <p:spTgt spid="15"/>
                                        </p:tgtEl>
                                        <p:attrNameLst>
                                          <p:attrName>style.visibility</p:attrName>
                                        </p:attrNameLst>
                                      </p:cBhvr>
                                      <p:to>
                                        <p:strVal val="hidden"/>
                                      </p:to>
                                    </p:set>
                                  </p:childTnLst>
                                </p:cTn>
                              </p:par>
                              <p:par>
                                <p:cTn id="30" presetID="23" presetClass="exit" presetSubtype="16" fill="hold" nodeType="withEffect">
                                  <p:stCondLst>
                                    <p:cond delay="0"/>
                                  </p:stCondLst>
                                  <p:childTnLst>
                                    <p:anim calcmode="lin" valueType="num">
                                      <p:cBhvr>
                                        <p:cTn id="31" dur="2000"/>
                                        <p:tgtEl>
                                          <p:spTgt spid="16"/>
                                        </p:tgtEl>
                                        <p:attrNameLst>
                                          <p:attrName>ppt_w</p:attrName>
                                        </p:attrNameLst>
                                      </p:cBhvr>
                                      <p:tavLst>
                                        <p:tav tm="0">
                                          <p:val>
                                            <p:strVal val="ppt_w"/>
                                          </p:val>
                                        </p:tav>
                                        <p:tav tm="100000">
                                          <p:val>
                                            <p:strVal val="4*ppt_w"/>
                                          </p:val>
                                        </p:tav>
                                      </p:tavLst>
                                    </p:anim>
                                    <p:anim calcmode="lin" valueType="num">
                                      <p:cBhvr>
                                        <p:cTn id="32" dur="2000"/>
                                        <p:tgtEl>
                                          <p:spTgt spid="16"/>
                                        </p:tgtEl>
                                        <p:attrNameLst>
                                          <p:attrName>ppt_h</p:attrName>
                                        </p:attrNameLst>
                                      </p:cBhvr>
                                      <p:tavLst>
                                        <p:tav tm="0">
                                          <p:val>
                                            <p:strVal val="ppt_h"/>
                                          </p:val>
                                        </p:tav>
                                        <p:tav tm="100000">
                                          <p:val>
                                            <p:strVal val="4*ppt_h"/>
                                          </p:val>
                                        </p:tav>
                                      </p:tavLst>
                                    </p:anim>
                                    <p:set>
                                      <p:cBhvr>
                                        <p:cTn id="33" dur="1" fill="hold">
                                          <p:stCondLst>
                                            <p:cond delay="1999"/>
                                          </p:stCondLst>
                                        </p:cTn>
                                        <p:tgtEl>
                                          <p:spTgt spid="16"/>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2000"/>
                                        <p:tgtEl>
                                          <p:spTgt spid="14"/>
                                        </p:tgtEl>
                                      </p:cBhvr>
                                    </p:animEffect>
                                    <p:set>
                                      <p:cBhvr>
                                        <p:cTn id="36" dur="1" fill="hold">
                                          <p:stCondLst>
                                            <p:cond delay="1999"/>
                                          </p:stCondLst>
                                        </p:cTn>
                                        <p:tgtEl>
                                          <p:spTgt spid="14"/>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2000"/>
                                        <p:tgtEl>
                                          <p:spTgt spid="4"/>
                                        </p:tgtEl>
                                      </p:cBhvr>
                                    </p:animEffect>
                                    <p:set>
                                      <p:cBhvr>
                                        <p:cTn id="39" dur="1" fill="hold">
                                          <p:stCondLst>
                                            <p:cond delay="1999"/>
                                          </p:stCondLst>
                                        </p:cTn>
                                        <p:tgtEl>
                                          <p:spTgt spid="4"/>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2000"/>
                                        <p:tgtEl>
                                          <p:spTgt spid="15"/>
                                        </p:tgtEl>
                                      </p:cBhvr>
                                    </p:animEffect>
                                    <p:set>
                                      <p:cBhvr>
                                        <p:cTn id="42" dur="1" fill="hold">
                                          <p:stCondLst>
                                            <p:cond delay="1999"/>
                                          </p:stCondLst>
                                        </p:cTn>
                                        <p:tgtEl>
                                          <p:spTgt spid="15"/>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2000"/>
                                        <p:tgtEl>
                                          <p:spTgt spid="16"/>
                                        </p:tgtEl>
                                      </p:cBhvr>
                                    </p:animEffect>
                                    <p:set>
                                      <p:cBhvr>
                                        <p:cTn id="45" dur="1" fill="hold">
                                          <p:stCondLst>
                                            <p:cond delay="1999"/>
                                          </p:stCondLst>
                                        </p:cTn>
                                        <p:tgtEl>
                                          <p:spTgt spid="16"/>
                                        </p:tgtEl>
                                        <p:attrNameLst>
                                          <p:attrName>style.visibility</p:attrName>
                                        </p:attrNameLst>
                                      </p:cBhvr>
                                      <p:to>
                                        <p:strVal val="hidden"/>
                                      </p:to>
                                    </p:set>
                                  </p:childTnLst>
                                </p:cTn>
                              </p:par>
                              <p:par>
                                <p:cTn id="46" presetID="22" presetClass="entr" presetSubtype="4" fill="hold" nodeType="withEffect">
                                  <p:stCondLst>
                                    <p:cond delay="250"/>
                                  </p:stCondLst>
                                  <p:childTnLst>
                                    <p:set>
                                      <p:cBhvr>
                                        <p:cTn id="47" dur="1" fill="hold">
                                          <p:stCondLst>
                                            <p:cond delay="0"/>
                                          </p:stCondLst>
                                        </p:cTn>
                                        <p:tgtEl>
                                          <p:spTgt spid="24"/>
                                        </p:tgtEl>
                                        <p:attrNameLst>
                                          <p:attrName>style.visibility</p:attrName>
                                        </p:attrNameLst>
                                      </p:cBhvr>
                                      <p:to>
                                        <p:strVal val="visible"/>
                                      </p:to>
                                    </p:set>
                                    <p:animEffect transition="in" filter="wipe(down)">
                                      <p:cBhvr>
                                        <p:cTn id="48" dur="1000"/>
                                        <p:tgtEl>
                                          <p:spTgt spid="24"/>
                                        </p:tgtEl>
                                      </p:cBhvr>
                                    </p:animEffect>
                                  </p:childTnLst>
                                </p:cTn>
                              </p:par>
                              <p:par>
                                <p:cTn id="49" presetID="22" presetClass="entr" presetSubtype="2" fill="hold" nodeType="withEffect">
                                  <p:stCondLst>
                                    <p:cond delay="250"/>
                                  </p:stCondLst>
                                  <p:childTnLst>
                                    <p:set>
                                      <p:cBhvr>
                                        <p:cTn id="50" dur="1" fill="hold">
                                          <p:stCondLst>
                                            <p:cond delay="0"/>
                                          </p:stCondLst>
                                        </p:cTn>
                                        <p:tgtEl>
                                          <p:spTgt spid="19"/>
                                        </p:tgtEl>
                                        <p:attrNameLst>
                                          <p:attrName>style.visibility</p:attrName>
                                        </p:attrNameLst>
                                      </p:cBhvr>
                                      <p:to>
                                        <p:strVal val="visible"/>
                                      </p:to>
                                    </p:set>
                                    <p:animEffect transition="in" filter="wipe(right)">
                                      <p:cBhvr>
                                        <p:cTn id="51" dur="1000"/>
                                        <p:tgtEl>
                                          <p:spTgt spid="19"/>
                                        </p:tgtEl>
                                      </p:cBhvr>
                                    </p:animEffect>
                                  </p:childTnLst>
                                </p:cTn>
                              </p:par>
                              <p:par>
                                <p:cTn id="52" presetID="22" presetClass="entr" presetSubtype="1" fill="hold" nodeType="withEffect">
                                  <p:stCondLst>
                                    <p:cond delay="250"/>
                                  </p:stCondLst>
                                  <p:childTnLst>
                                    <p:set>
                                      <p:cBhvr>
                                        <p:cTn id="53" dur="1" fill="hold">
                                          <p:stCondLst>
                                            <p:cond delay="0"/>
                                          </p:stCondLst>
                                        </p:cTn>
                                        <p:tgtEl>
                                          <p:spTgt spid="17"/>
                                        </p:tgtEl>
                                        <p:attrNameLst>
                                          <p:attrName>style.visibility</p:attrName>
                                        </p:attrNameLst>
                                      </p:cBhvr>
                                      <p:to>
                                        <p:strVal val="visible"/>
                                      </p:to>
                                    </p:set>
                                    <p:animEffect transition="in" filter="wipe(up)">
                                      <p:cBhvr>
                                        <p:cTn id="54" dur="1000"/>
                                        <p:tgtEl>
                                          <p:spTgt spid="17"/>
                                        </p:tgtEl>
                                      </p:cBhvr>
                                    </p:animEffect>
                                  </p:childTnLst>
                                </p:cTn>
                              </p:par>
                              <p:par>
                                <p:cTn id="55" presetID="22" presetClass="entr" presetSubtype="8" fill="hold" nodeType="withEffect">
                                  <p:stCondLst>
                                    <p:cond delay="250"/>
                                  </p:stCondLst>
                                  <p:childTnLst>
                                    <p:set>
                                      <p:cBhvr>
                                        <p:cTn id="56" dur="1" fill="hold">
                                          <p:stCondLst>
                                            <p:cond delay="0"/>
                                          </p:stCondLst>
                                        </p:cTn>
                                        <p:tgtEl>
                                          <p:spTgt spid="23"/>
                                        </p:tgtEl>
                                        <p:attrNameLst>
                                          <p:attrName>style.visibility</p:attrName>
                                        </p:attrNameLst>
                                      </p:cBhvr>
                                      <p:to>
                                        <p:strVal val="visible"/>
                                      </p:to>
                                    </p:set>
                                    <p:animEffect transition="in" filter="wipe(left)">
                                      <p:cBhvr>
                                        <p:cTn id="57" dur="1000"/>
                                        <p:tgtEl>
                                          <p:spTgt spid="23"/>
                                        </p:tgtEl>
                                      </p:cBhvr>
                                    </p:animEffect>
                                  </p:childTnLst>
                                </p:cTn>
                              </p:par>
                              <p:par>
                                <p:cTn id="58" presetID="23" presetClass="exit" presetSubtype="16" fill="hold" nodeType="withEffect">
                                  <p:stCondLst>
                                    <p:cond delay="1250"/>
                                  </p:stCondLst>
                                  <p:childTnLst>
                                    <p:anim calcmode="lin" valueType="num">
                                      <p:cBhvr>
                                        <p:cTn id="59" dur="2000"/>
                                        <p:tgtEl>
                                          <p:spTgt spid="24"/>
                                        </p:tgtEl>
                                        <p:attrNameLst>
                                          <p:attrName>ppt_w</p:attrName>
                                        </p:attrNameLst>
                                      </p:cBhvr>
                                      <p:tavLst>
                                        <p:tav tm="0">
                                          <p:val>
                                            <p:strVal val="ppt_w"/>
                                          </p:val>
                                        </p:tav>
                                        <p:tav tm="100000">
                                          <p:val>
                                            <p:strVal val="4*ppt_w"/>
                                          </p:val>
                                        </p:tav>
                                      </p:tavLst>
                                    </p:anim>
                                    <p:anim calcmode="lin" valueType="num">
                                      <p:cBhvr>
                                        <p:cTn id="60" dur="2000"/>
                                        <p:tgtEl>
                                          <p:spTgt spid="24"/>
                                        </p:tgtEl>
                                        <p:attrNameLst>
                                          <p:attrName>ppt_h</p:attrName>
                                        </p:attrNameLst>
                                      </p:cBhvr>
                                      <p:tavLst>
                                        <p:tav tm="0">
                                          <p:val>
                                            <p:strVal val="ppt_h"/>
                                          </p:val>
                                        </p:tav>
                                        <p:tav tm="100000">
                                          <p:val>
                                            <p:strVal val="4*ppt_h"/>
                                          </p:val>
                                        </p:tav>
                                      </p:tavLst>
                                    </p:anim>
                                    <p:set>
                                      <p:cBhvr>
                                        <p:cTn id="61" dur="1" fill="hold">
                                          <p:stCondLst>
                                            <p:cond delay="1999"/>
                                          </p:stCondLst>
                                        </p:cTn>
                                        <p:tgtEl>
                                          <p:spTgt spid="24"/>
                                        </p:tgtEl>
                                        <p:attrNameLst>
                                          <p:attrName>style.visibility</p:attrName>
                                        </p:attrNameLst>
                                      </p:cBhvr>
                                      <p:to>
                                        <p:strVal val="hidden"/>
                                      </p:to>
                                    </p:set>
                                  </p:childTnLst>
                                </p:cTn>
                              </p:par>
                              <p:par>
                                <p:cTn id="62" presetID="23" presetClass="exit" presetSubtype="16" fill="hold" nodeType="withEffect">
                                  <p:stCondLst>
                                    <p:cond delay="1250"/>
                                  </p:stCondLst>
                                  <p:childTnLst>
                                    <p:anim calcmode="lin" valueType="num">
                                      <p:cBhvr>
                                        <p:cTn id="63" dur="2000"/>
                                        <p:tgtEl>
                                          <p:spTgt spid="19"/>
                                        </p:tgtEl>
                                        <p:attrNameLst>
                                          <p:attrName>ppt_w</p:attrName>
                                        </p:attrNameLst>
                                      </p:cBhvr>
                                      <p:tavLst>
                                        <p:tav tm="0">
                                          <p:val>
                                            <p:strVal val="ppt_w"/>
                                          </p:val>
                                        </p:tav>
                                        <p:tav tm="100000">
                                          <p:val>
                                            <p:strVal val="4*ppt_w"/>
                                          </p:val>
                                        </p:tav>
                                      </p:tavLst>
                                    </p:anim>
                                    <p:anim calcmode="lin" valueType="num">
                                      <p:cBhvr>
                                        <p:cTn id="64" dur="2000"/>
                                        <p:tgtEl>
                                          <p:spTgt spid="19"/>
                                        </p:tgtEl>
                                        <p:attrNameLst>
                                          <p:attrName>ppt_h</p:attrName>
                                        </p:attrNameLst>
                                      </p:cBhvr>
                                      <p:tavLst>
                                        <p:tav tm="0">
                                          <p:val>
                                            <p:strVal val="ppt_h"/>
                                          </p:val>
                                        </p:tav>
                                        <p:tav tm="100000">
                                          <p:val>
                                            <p:strVal val="4*ppt_h"/>
                                          </p:val>
                                        </p:tav>
                                      </p:tavLst>
                                    </p:anim>
                                    <p:set>
                                      <p:cBhvr>
                                        <p:cTn id="65" dur="1" fill="hold">
                                          <p:stCondLst>
                                            <p:cond delay="1999"/>
                                          </p:stCondLst>
                                        </p:cTn>
                                        <p:tgtEl>
                                          <p:spTgt spid="19"/>
                                        </p:tgtEl>
                                        <p:attrNameLst>
                                          <p:attrName>style.visibility</p:attrName>
                                        </p:attrNameLst>
                                      </p:cBhvr>
                                      <p:to>
                                        <p:strVal val="hidden"/>
                                      </p:to>
                                    </p:set>
                                  </p:childTnLst>
                                </p:cTn>
                              </p:par>
                              <p:par>
                                <p:cTn id="66" presetID="23" presetClass="exit" presetSubtype="16" fill="hold" nodeType="withEffect">
                                  <p:stCondLst>
                                    <p:cond delay="1250"/>
                                  </p:stCondLst>
                                  <p:childTnLst>
                                    <p:anim calcmode="lin" valueType="num">
                                      <p:cBhvr>
                                        <p:cTn id="67" dur="2000"/>
                                        <p:tgtEl>
                                          <p:spTgt spid="17"/>
                                        </p:tgtEl>
                                        <p:attrNameLst>
                                          <p:attrName>ppt_w</p:attrName>
                                        </p:attrNameLst>
                                      </p:cBhvr>
                                      <p:tavLst>
                                        <p:tav tm="0">
                                          <p:val>
                                            <p:strVal val="ppt_w"/>
                                          </p:val>
                                        </p:tav>
                                        <p:tav tm="100000">
                                          <p:val>
                                            <p:strVal val="4*ppt_w"/>
                                          </p:val>
                                        </p:tav>
                                      </p:tavLst>
                                    </p:anim>
                                    <p:anim calcmode="lin" valueType="num">
                                      <p:cBhvr>
                                        <p:cTn id="68" dur="2000"/>
                                        <p:tgtEl>
                                          <p:spTgt spid="17"/>
                                        </p:tgtEl>
                                        <p:attrNameLst>
                                          <p:attrName>ppt_h</p:attrName>
                                        </p:attrNameLst>
                                      </p:cBhvr>
                                      <p:tavLst>
                                        <p:tav tm="0">
                                          <p:val>
                                            <p:strVal val="ppt_h"/>
                                          </p:val>
                                        </p:tav>
                                        <p:tav tm="100000">
                                          <p:val>
                                            <p:strVal val="4*ppt_h"/>
                                          </p:val>
                                        </p:tav>
                                      </p:tavLst>
                                    </p:anim>
                                    <p:set>
                                      <p:cBhvr>
                                        <p:cTn id="69" dur="1" fill="hold">
                                          <p:stCondLst>
                                            <p:cond delay="1999"/>
                                          </p:stCondLst>
                                        </p:cTn>
                                        <p:tgtEl>
                                          <p:spTgt spid="17"/>
                                        </p:tgtEl>
                                        <p:attrNameLst>
                                          <p:attrName>style.visibility</p:attrName>
                                        </p:attrNameLst>
                                      </p:cBhvr>
                                      <p:to>
                                        <p:strVal val="hidden"/>
                                      </p:to>
                                    </p:set>
                                  </p:childTnLst>
                                </p:cTn>
                              </p:par>
                              <p:par>
                                <p:cTn id="70" presetID="23" presetClass="exit" presetSubtype="16" fill="hold" nodeType="withEffect">
                                  <p:stCondLst>
                                    <p:cond delay="1250"/>
                                  </p:stCondLst>
                                  <p:childTnLst>
                                    <p:anim calcmode="lin" valueType="num">
                                      <p:cBhvr>
                                        <p:cTn id="71" dur="2000"/>
                                        <p:tgtEl>
                                          <p:spTgt spid="23"/>
                                        </p:tgtEl>
                                        <p:attrNameLst>
                                          <p:attrName>ppt_w</p:attrName>
                                        </p:attrNameLst>
                                      </p:cBhvr>
                                      <p:tavLst>
                                        <p:tav tm="0">
                                          <p:val>
                                            <p:strVal val="ppt_w"/>
                                          </p:val>
                                        </p:tav>
                                        <p:tav tm="100000">
                                          <p:val>
                                            <p:strVal val="4*ppt_w"/>
                                          </p:val>
                                        </p:tav>
                                      </p:tavLst>
                                    </p:anim>
                                    <p:anim calcmode="lin" valueType="num">
                                      <p:cBhvr>
                                        <p:cTn id="72" dur="2000"/>
                                        <p:tgtEl>
                                          <p:spTgt spid="23"/>
                                        </p:tgtEl>
                                        <p:attrNameLst>
                                          <p:attrName>ppt_h</p:attrName>
                                        </p:attrNameLst>
                                      </p:cBhvr>
                                      <p:tavLst>
                                        <p:tav tm="0">
                                          <p:val>
                                            <p:strVal val="ppt_h"/>
                                          </p:val>
                                        </p:tav>
                                        <p:tav tm="100000">
                                          <p:val>
                                            <p:strVal val="4*ppt_h"/>
                                          </p:val>
                                        </p:tav>
                                      </p:tavLst>
                                    </p:anim>
                                    <p:set>
                                      <p:cBhvr>
                                        <p:cTn id="73" dur="1" fill="hold">
                                          <p:stCondLst>
                                            <p:cond delay="1999"/>
                                          </p:stCondLst>
                                        </p:cTn>
                                        <p:tgtEl>
                                          <p:spTgt spid="23"/>
                                        </p:tgtEl>
                                        <p:attrNameLst>
                                          <p:attrName>style.visibility</p:attrName>
                                        </p:attrNameLst>
                                      </p:cBhvr>
                                      <p:to>
                                        <p:strVal val="hidden"/>
                                      </p:to>
                                    </p:set>
                                  </p:childTnLst>
                                </p:cTn>
                              </p:par>
                              <p:par>
                                <p:cTn id="74" presetID="10" presetClass="exit" presetSubtype="0" fill="hold" nodeType="withEffect">
                                  <p:stCondLst>
                                    <p:cond delay="1250"/>
                                  </p:stCondLst>
                                  <p:childTnLst>
                                    <p:animEffect transition="out" filter="fade">
                                      <p:cBhvr>
                                        <p:cTn id="75" dur="2000"/>
                                        <p:tgtEl>
                                          <p:spTgt spid="24"/>
                                        </p:tgtEl>
                                      </p:cBhvr>
                                    </p:animEffect>
                                    <p:set>
                                      <p:cBhvr>
                                        <p:cTn id="76" dur="1" fill="hold">
                                          <p:stCondLst>
                                            <p:cond delay="1999"/>
                                          </p:stCondLst>
                                        </p:cTn>
                                        <p:tgtEl>
                                          <p:spTgt spid="24"/>
                                        </p:tgtEl>
                                        <p:attrNameLst>
                                          <p:attrName>style.visibility</p:attrName>
                                        </p:attrNameLst>
                                      </p:cBhvr>
                                      <p:to>
                                        <p:strVal val="hidden"/>
                                      </p:to>
                                    </p:set>
                                  </p:childTnLst>
                                </p:cTn>
                              </p:par>
                              <p:par>
                                <p:cTn id="77" presetID="10" presetClass="exit" presetSubtype="0" fill="hold" nodeType="withEffect">
                                  <p:stCondLst>
                                    <p:cond delay="1250"/>
                                  </p:stCondLst>
                                  <p:childTnLst>
                                    <p:animEffect transition="out" filter="fade">
                                      <p:cBhvr>
                                        <p:cTn id="78" dur="2000"/>
                                        <p:tgtEl>
                                          <p:spTgt spid="19"/>
                                        </p:tgtEl>
                                      </p:cBhvr>
                                    </p:animEffect>
                                    <p:set>
                                      <p:cBhvr>
                                        <p:cTn id="79" dur="1" fill="hold">
                                          <p:stCondLst>
                                            <p:cond delay="1999"/>
                                          </p:stCondLst>
                                        </p:cTn>
                                        <p:tgtEl>
                                          <p:spTgt spid="19"/>
                                        </p:tgtEl>
                                        <p:attrNameLst>
                                          <p:attrName>style.visibility</p:attrName>
                                        </p:attrNameLst>
                                      </p:cBhvr>
                                      <p:to>
                                        <p:strVal val="hidden"/>
                                      </p:to>
                                    </p:set>
                                  </p:childTnLst>
                                </p:cTn>
                              </p:par>
                              <p:par>
                                <p:cTn id="80" presetID="10" presetClass="exit" presetSubtype="0" fill="hold" nodeType="withEffect">
                                  <p:stCondLst>
                                    <p:cond delay="1250"/>
                                  </p:stCondLst>
                                  <p:childTnLst>
                                    <p:animEffect transition="out" filter="fade">
                                      <p:cBhvr>
                                        <p:cTn id="81" dur="2000"/>
                                        <p:tgtEl>
                                          <p:spTgt spid="17"/>
                                        </p:tgtEl>
                                      </p:cBhvr>
                                    </p:animEffect>
                                    <p:set>
                                      <p:cBhvr>
                                        <p:cTn id="82" dur="1" fill="hold">
                                          <p:stCondLst>
                                            <p:cond delay="1999"/>
                                          </p:stCondLst>
                                        </p:cTn>
                                        <p:tgtEl>
                                          <p:spTgt spid="17"/>
                                        </p:tgtEl>
                                        <p:attrNameLst>
                                          <p:attrName>style.visibility</p:attrName>
                                        </p:attrNameLst>
                                      </p:cBhvr>
                                      <p:to>
                                        <p:strVal val="hidden"/>
                                      </p:to>
                                    </p:set>
                                  </p:childTnLst>
                                </p:cTn>
                              </p:par>
                              <p:par>
                                <p:cTn id="83" presetID="10" presetClass="exit" presetSubtype="0" fill="hold" nodeType="withEffect">
                                  <p:stCondLst>
                                    <p:cond delay="1250"/>
                                  </p:stCondLst>
                                  <p:childTnLst>
                                    <p:animEffect transition="out" filter="fade">
                                      <p:cBhvr>
                                        <p:cTn id="84" dur="2000"/>
                                        <p:tgtEl>
                                          <p:spTgt spid="23"/>
                                        </p:tgtEl>
                                      </p:cBhvr>
                                    </p:animEffect>
                                    <p:set>
                                      <p:cBhvr>
                                        <p:cTn id="85" dur="1" fill="hold">
                                          <p:stCondLst>
                                            <p:cond delay="1999"/>
                                          </p:stCondLst>
                                        </p:cTn>
                                        <p:tgtEl>
                                          <p:spTgt spid="23"/>
                                        </p:tgtEl>
                                        <p:attrNameLst>
                                          <p:attrName>style.visibility</p:attrName>
                                        </p:attrNameLst>
                                      </p:cBhvr>
                                      <p:to>
                                        <p:strVal val="hidden"/>
                                      </p:to>
                                    </p:set>
                                  </p:childTnLst>
                                </p:cTn>
                              </p:par>
                              <p:par>
                                <p:cTn id="86" presetID="22" presetClass="entr" presetSubtype="4" fill="hold" nodeType="withEffect">
                                  <p:stCondLst>
                                    <p:cond delay="1250"/>
                                  </p:stCondLst>
                                  <p:childTnLst>
                                    <p:set>
                                      <p:cBhvr>
                                        <p:cTn id="87" dur="1" fill="hold">
                                          <p:stCondLst>
                                            <p:cond delay="0"/>
                                          </p:stCondLst>
                                        </p:cTn>
                                        <p:tgtEl>
                                          <p:spTgt spid="56"/>
                                        </p:tgtEl>
                                        <p:attrNameLst>
                                          <p:attrName>style.visibility</p:attrName>
                                        </p:attrNameLst>
                                      </p:cBhvr>
                                      <p:to>
                                        <p:strVal val="visible"/>
                                      </p:to>
                                    </p:set>
                                    <p:animEffect transition="in" filter="wipe(down)">
                                      <p:cBhvr>
                                        <p:cTn id="88" dur="1000"/>
                                        <p:tgtEl>
                                          <p:spTgt spid="56"/>
                                        </p:tgtEl>
                                      </p:cBhvr>
                                    </p:animEffect>
                                  </p:childTnLst>
                                </p:cTn>
                              </p:par>
                              <p:par>
                                <p:cTn id="89" presetID="22" presetClass="entr" presetSubtype="2" fill="hold" nodeType="withEffect">
                                  <p:stCondLst>
                                    <p:cond delay="1250"/>
                                  </p:stCondLst>
                                  <p:childTnLst>
                                    <p:set>
                                      <p:cBhvr>
                                        <p:cTn id="90" dur="1" fill="hold">
                                          <p:stCondLst>
                                            <p:cond delay="0"/>
                                          </p:stCondLst>
                                        </p:cTn>
                                        <p:tgtEl>
                                          <p:spTgt spid="36"/>
                                        </p:tgtEl>
                                        <p:attrNameLst>
                                          <p:attrName>style.visibility</p:attrName>
                                        </p:attrNameLst>
                                      </p:cBhvr>
                                      <p:to>
                                        <p:strVal val="visible"/>
                                      </p:to>
                                    </p:set>
                                    <p:animEffect transition="in" filter="wipe(right)">
                                      <p:cBhvr>
                                        <p:cTn id="91" dur="1000"/>
                                        <p:tgtEl>
                                          <p:spTgt spid="36"/>
                                        </p:tgtEl>
                                      </p:cBhvr>
                                    </p:animEffect>
                                  </p:childTnLst>
                                </p:cTn>
                              </p:par>
                              <p:par>
                                <p:cTn id="92" presetID="22" presetClass="entr" presetSubtype="2" fill="hold" nodeType="withEffect">
                                  <p:stCondLst>
                                    <p:cond delay="1250"/>
                                  </p:stCondLst>
                                  <p:childTnLst>
                                    <p:set>
                                      <p:cBhvr>
                                        <p:cTn id="93" dur="1" fill="hold">
                                          <p:stCondLst>
                                            <p:cond delay="0"/>
                                          </p:stCondLst>
                                        </p:cTn>
                                        <p:tgtEl>
                                          <p:spTgt spid="33"/>
                                        </p:tgtEl>
                                        <p:attrNameLst>
                                          <p:attrName>style.visibility</p:attrName>
                                        </p:attrNameLst>
                                      </p:cBhvr>
                                      <p:to>
                                        <p:strVal val="visible"/>
                                      </p:to>
                                    </p:set>
                                    <p:animEffect transition="in" filter="wipe(right)">
                                      <p:cBhvr>
                                        <p:cTn id="94" dur="1000"/>
                                        <p:tgtEl>
                                          <p:spTgt spid="33"/>
                                        </p:tgtEl>
                                      </p:cBhvr>
                                    </p:animEffect>
                                  </p:childTnLst>
                                </p:cTn>
                              </p:par>
                              <p:par>
                                <p:cTn id="95" presetID="22" presetClass="entr" presetSubtype="1" fill="hold" nodeType="withEffect">
                                  <p:stCondLst>
                                    <p:cond delay="1250"/>
                                  </p:stCondLst>
                                  <p:childTnLst>
                                    <p:set>
                                      <p:cBhvr>
                                        <p:cTn id="96" dur="1" fill="hold">
                                          <p:stCondLst>
                                            <p:cond delay="0"/>
                                          </p:stCondLst>
                                        </p:cTn>
                                        <p:tgtEl>
                                          <p:spTgt spid="39"/>
                                        </p:tgtEl>
                                        <p:attrNameLst>
                                          <p:attrName>style.visibility</p:attrName>
                                        </p:attrNameLst>
                                      </p:cBhvr>
                                      <p:to>
                                        <p:strVal val="visible"/>
                                      </p:to>
                                    </p:set>
                                    <p:animEffect transition="in" filter="wipe(up)">
                                      <p:cBhvr>
                                        <p:cTn id="97" dur="1000"/>
                                        <p:tgtEl>
                                          <p:spTgt spid="39"/>
                                        </p:tgtEl>
                                      </p:cBhvr>
                                    </p:animEffect>
                                  </p:childTnLst>
                                </p:cTn>
                              </p:par>
                              <p:par>
                                <p:cTn id="98" presetID="22" presetClass="entr" presetSubtype="1" fill="hold" nodeType="withEffect">
                                  <p:stCondLst>
                                    <p:cond delay="1250"/>
                                  </p:stCondLst>
                                  <p:childTnLst>
                                    <p:set>
                                      <p:cBhvr>
                                        <p:cTn id="99" dur="1" fill="hold">
                                          <p:stCondLst>
                                            <p:cond delay="0"/>
                                          </p:stCondLst>
                                        </p:cTn>
                                        <p:tgtEl>
                                          <p:spTgt spid="43"/>
                                        </p:tgtEl>
                                        <p:attrNameLst>
                                          <p:attrName>style.visibility</p:attrName>
                                        </p:attrNameLst>
                                      </p:cBhvr>
                                      <p:to>
                                        <p:strVal val="visible"/>
                                      </p:to>
                                    </p:set>
                                    <p:animEffect transition="in" filter="wipe(up)">
                                      <p:cBhvr>
                                        <p:cTn id="100" dur="1000"/>
                                        <p:tgtEl>
                                          <p:spTgt spid="43"/>
                                        </p:tgtEl>
                                      </p:cBhvr>
                                    </p:animEffect>
                                  </p:childTnLst>
                                </p:cTn>
                              </p:par>
                              <p:par>
                                <p:cTn id="101" presetID="22" presetClass="entr" presetSubtype="8" fill="hold" nodeType="withEffect">
                                  <p:stCondLst>
                                    <p:cond delay="1250"/>
                                  </p:stCondLst>
                                  <p:childTnLst>
                                    <p:set>
                                      <p:cBhvr>
                                        <p:cTn id="102" dur="1" fill="hold">
                                          <p:stCondLst>
                                            <p:cond delay="0"/>
                                          </p:stCondLst>
                                        </p:cTn>
                                        <p:tgtEl>
                                          <p:spTgt spid="47"/>
                                        </p:tgtEl>
                                        <p:attrNameLst>
                                          <p:attrName>style.visibility</p:attrName>
                                        </p:attrNameLst>
                                      </p:cBhvr>
                                      <p:to>
                                        <p:strVal val="visible"/>
                                      </p:to>
                                    </p:set>
                                    <p:animEffect transition="in" filter="wipe(left)">
                                      <p:cBhvr>
                                        <p:cTn id="103" dur="1000"/>
                                        <p:tgtEl>
                                          <p:spTgt spid="47"/>
                                        </p:tgtEl>
                                      </p:cBhvr>
                                    </p:animEffect>
                                  </p:childTnLst>
                                </p:cTn>
                              </p:par>
                              <p:par>
                                <p:cTn id="104" presetID="22" presetClass="entr" presetSubtype="8" fill="hold" nodeType="withEffect">
                                  <p:stCondLst>
                                    <p:cond delay="1250"/>
                                  </p:stCondLst>
                                  <p:childTnLst>
                                    <p:set>
                                      <p:cBhvr>
                                        <p:cTn id="105" dur="1" fill="hold">
                                          <p:stCondLst>
                                            <p:cond delay="0"/>
                                          </p:stCondLst>
                                        </p:cTn>
                                        <p:tgtEl>
                                          <p:spTgt spid="50"/>
                                        </p:tgtEl>
                                        <p:attrNameLst>
                                          <p:attrName>style.visibility</p:attrName>
                                        </p:attrNameLst>
                                      </p:cBhvr>
                                      <p:to>
                                        <p:strVal val="visible"/>
                                      </p:to>
                                    </p:set>
                                    <p:animEffect transition="in" filter="wipe(left)">
                                      <p:cBhvr>
                                        <p:cTn id="106" dur="1000"/>
                                        <p:tgtEl>
                                          <p:spTgt spid="50"/>
                                        </p:tgtEl>
                                      </p:cBhvr>
                                    </p:animEffect>
                                  </p:childTnLst>
                                </p:cTn>
                              </p:par>
                              <p:par>
                                <p:cTn id="107" presetID="22" presetClass="entr" presetSubtype="4" fill="hold" nodeType="withEffect">
                                  <p:stCondLst>
                                    <p:cond delay="1250"/>
                                  </p:stCondLst>
                                  <p:childTnLst>
                                    <p:set>
                                      <p:cBhvr>
                                        <p:cTn id="108" dur="1" fill="hold">
                                          <p:stCondLst>
                                            <p:cond delay="0"/>
                                          </p:stCondLst>
                                        </p:cTn>
                                        <p:tgtEl>
                                          <p:spTgt spid="53"/>
                                        </p:tgtEl>
                                        <p:attrNameLst>
                                          <p:attrName>style.visibility</p:attrName>
                                        </p:attrNameLst>
                                      </p:cBhvr>
                                      <p:to>
                                        <p:strVal val="visible"/>
                                      </p:to>
                                    </p:set>
                                    <p:animEffect transition="in" filter="wipe(down)">
                                      <p:cBhvr>
                                        <p:cTn id="109" dur="1000"/>
                                        <p:tgtEl>
                                          <p:spTgt spid="53"/>
                                        </p:tgtEl>
                                      </p:cBhvr>
                                    </p:animEffect>
                                  </p:childTnLst>
                                </p:cTn>
                              </p:par>
                              <p:par>
                                <p:cTn id="110" presetID="23" presetClass="exit" presetSubtype="16" fill="hold" nodeType="withEffect">
                                  <p:stCondLst>
                                    <p:cond delay="2250"/>
                                  </p:stCondLst>
                                  <p:childTnLst>
                                    <p:anim calcmode="lin" valueType="num">
                                      <p:cBhvr>
                                        <p:cTn id="111" dur="2000"/>
                                        <p:tgtEl>
                                          <p:spTgt spid="56"/>
                                        </p:tgtEl>
                                        <p:attrNameLst>
                                          <p:attrName>ppt_w</p:attrName>
                                        </p:attrNameLst>
                                      </p:cBhvr>
                                      <p:tavLst>
                                        <p:tav tm="0">
                                          <p:val>
                                            <p:strVal val="ppt_w"/>
                                          </p:val>
                                        </p:tav>
                                        <p:tav tm="100000">
                                          <p:val>
                                            <p:strVal val="4*ppt_w"/>
                                          </p:val>
                                        </p:tav>
                                      </p:tavLst>
                                    </p:anim>
                                    <p:anim calcmode="lin" valueType="num">
                                      <p:cBhvr>
                                        <p:cTn id="112" dur="2000"/>
                                        <p:tgtEl>
                                          <p:spTgt spid="56"/>
                                        </p:tgtEl>
                                        <p:attrNameLst>
                                          <p:attrName>ppt_h</p:attrName>
                                        </p:attrNameLst>
                                      </p:cBhvr>
                                      <p:tavLst>
                                        <p:tav tm="0">
                                          <p:val>
                                            <p:strVal val="ppt_h"/>
                                          </p:val>
                                        </p:tav>
                                        <p:tav tm="100000">
                                          <p:val>
                                            <p:strVal val="4*ppt_h"/>
                                          </p:val>
                                        </p:tav>
                                      </p:tavLst>
                                    </p:anim>
                                    <p:set>
                                      <p:cBhvr>
                                        <p:cTn id="113" dur="1" fill="hold">
                                          <p:stCondLst>
                                            <p:cond delay="1999"/>
                                          </p:stCondLst>
                                        </p:cTn>
                                        <p:tgtEl>
                                          <p:spTgt spid="56"/>
                                        </p:tgtEl>
                                        <p:attrNameLst>
                                          <p:attrName>style.visibility</p:attrName>
                                        </p:attrNameLst>
                                      </p:cBhvr>
                                      <p:to>
                                        <p:strVal val="hidden"/>
                                      </p:to>
                                    </p:set>
                                  </p:childTnLst>
                                </p:cTn>
                              </p:par>
                              <p:par>
                                <p:cTn id="114" presetID="23" presetClass="exit" presetSubtype="16" fill="hold" nodeType="withEffect">
                                  <p:stCondLst>
                                    <p:cond delay="2250"/>
                                  </p:stCondLst>
                                  <p:childTnLst>
                                    <p:anim calcmode="lin" valueType="num">
                                      <p:cBhvr>
                                        <p:cTn id="115" dur="2000"/>
                                        <p:tgtEl>
                                          <p:spTgt spid="36"/>
                                        </p:tgtEl>
                                        <p:attrNameLst>
                                          <p:attrName>ppt_w</p:attrName>
                                        </p:attrNameLst>
                                      </p:cBhvr>
                                      <p:tavLst>
                                        <p:tav tm="0">
                                          <p:val>
                                            <p:strVal val="ppt_w"/>
                                          </p:val>
                                        </p:tav>
                                        <p:tav tm="100000">
                                          <p:val>
                                            <p:strVal val="4*ppt_w"/>
                                          </p:val>
                                        </p:tav>
                                      </p:tavLst>
                                    </p:anim>
                                    <p:anim calcmode="lin" valueType="num">
                                      <p:cBhvr>
                                        <p:cTn id="116" dur="2000"/>
                                        <p:tgtEl>
                                          <p:spTgt spid="36"/>
                                        </p:tgtEl>
                                        <p:attrNameLst>
                                          <p:attrName>ppt_h</p:attrName>
                                        </p:attrNameLst>
                                      </p:cBhvr>
                                      <p:tavLst>
                                        <p:tav tm="0">
                                          <p:val>
                                            <p:strVal val="ppt_h"/>
                                          </p:val>
                                        </p:tav>
                                        <p:tav tm="100000">
                                          <p:val>
                                            <p:strVal val="4*ppt_h"/>
                                          </p:val>
                                        </p:tav>
                                      </p:tavLst>
                                    </p:anim>
                                    <p:set>
                                      <p:cBhvr>
                                        <p:cTn id="117" dur="1" fill="hold">
                                          <p:stCondLst>
                                            <p:cond delay="1999"/>
                                          </p:stCondLst>
                                        </p:cTn>
                                        <p:tgtEl>
                                          <p:spTgt spid="36"/>
                                        </p:tgtEl>
                                        <p:attrNameLst>
                                          <p:attrName>style.visibility</p:attrName>
                                        </p:attrNameLst>
                                      </p:cBhvr>
                                      <p:to>
                                        <p:strVal val="hidden"/>
                                      </p:to>
                                    </p:set>
                                  </p:childTnLst>
                                </p:cTn>
                              </p:par>
                              <p:par>
                                <p:cTn id="118" presetID="23" presetClass="exit" presetSubtype="16" fill="hold" nodeType="withEffect">
                                  <p:stCondLst>
                                    <p:cond delay="2250"/>
                                  </p:stCondLst>
                                  <p:childTnLst>
                                    <p:anim calcmode="lin" valueType="num">
                                      <p:cBhvr>
                                        <p:cTn id="119" dur="2000"/>
                                        <p:tgtEl>
                                          <p:spTgt spid="33"/>
                                        </p:tgtEl>
                                        <p:attrNameLst>
                                          <p:attrName>ppt_w</p:attrName>
                                        </p:attrNameLst>
                                      </p:cBhvr>
                                      <p:tavLst>
                                        <p:tav tm="0">
                                          <p:val>
                                            <p:strVal val="ppt_w"/>
                                          </p:val>
                                        </p:tav>
                                        <p:tav tm="100000">
                                          <p:val>
                                            <p:strVal val="4*ppt_w"/>
                                          </p:val>
                                        </p:tav>
                                      </p:tavLst>
                                    </p:anim>
                                    <p:anim calcmode="lin" valueType="num">
                                      <p:cBhvr>
                                        <p:cTn id="120" dur="2000"/>
                                        <p:tgtEl>
                                          <p:spTgt spid="33"/>
                                        </p:tgtEl>
                                        <p:attrNameLst>
                                          <p:attrName>ppt_h</p:attrName>
                                        </p:attrNameLst>
                                      </p:cBhvr>
                                      <p:tavLst>
                                        <p:tav tm="0">
                                          <p:val>
                                            <p:strVal val="ppt_h"/>
                                          </p:val>
                                        </p:tav>
                                        <p:tav tm="100000">
                                          <p:val>
                                            <p:strVal val="4*ppt_h"/>
                                          </p:val>
                                        </p:tav>
                                      </p:tavLst>
                                    </p:anim>
                                    <p:set>
                                      <p:cBhvr>
                                        <p:cTn id="121" dur="1" fill="hold">
                                          <p:stCondLst>
                                            <p:cond delay="1999"/>
                                          </p:stCondLst>
                                        </p:cTn>
                                        <p:tgtEl>
                                          <p:spTgt spid="33"/>
                                        </p:tgtEl>
                                        <p:attrNameLst>
                                          <p:attrName>style.visibility</p:attrName>
                                        </p:attrNameLst>
                                      </p:cBhvr>
                                      <p:to>
                                        <p:strVal val="hidden"/>
                                      </p:to>
                                    </p:set>
                                  </p:childTnLst>
                                </p:cTn>
                              </p:par>
                              <p:par>
                                <p:cTn id="122" presetID="23" presetClass="exit" presetSubtype="16" fill="hold" nodeType="withEffect">
                                  <p:stCondLst>
                                    <p:cond delay="2250"/>
                                  </p:stCondLst>
                                  <p:childTnLst>
                                    <p:anim calcmode="lin" valueType="num">
                                      <p:cBhvr>
                                        <p:cTn id="123" dur="2000"/>
                                        <p:tgtEl>
                                          <p:spTgt spid="39"/>
                                        </p:tgtEl>
                                        <p:attrNameLst>
                                          <p:attrName>ppt_w</p:attrName>
                                        </p:attrNameLst>
                                      </p:cBhvr>
                                      <p:tavLst>
                                        <p:tav tm="0">
                                          <p:val>
                                            <p:strVal val="ppt_w"/>
                                          </p:val>
                                        </p:tav>
                                        <p:tav tm="100000">
                                          <p:val>
                                            <p:strVal val="4*ppt_w"/>
                                          </p:val>
                                        </p:tav>
                                      </p:tavLst>
                                    </p:anim>
                                    <p:anim calcmode="lin" valueType="num">
                                      <p:cBhvr>
                                        <p:cTn id="124" dur="2000"/>
                                        <p:tgtEl>
                                          <p:spTgt spid="39"/>
                                        </p:tgtEl>
                                        <p:attrNameLst>
                                          <p:attrName>ppt_h</p:attrName>
                                        </p:attrNameLst>
                                      </p:cBhvr>
                                      <p:tavLst>
                                        <p:tav tm="0">
                                          <p:val>
                                            <p:strVal val="ppt_h"/>
                                          </p:val>
                                        </p:tav>
                                        <p:tav tm="100000">
                                          <p:val>
                                            <p:strVal val="4*ppt_h"/>
                                          </p:val>
                                        </p:tav>
                                      </p:tavLst>
                                    </p:anim>
                                    <p:set>
                                      <p:cBhvr>
                                        <p:cTn id="125" dur="1" fill="hold">
                                          <p:stCondLst>
                                            <p:cond delay="1999"/>
                                          </p:stCondLst>
                                        </p:cTn>
                                        <p:tgtEl>
                                          <p:spTgt spid="39"/>
                                        </p:tgtEl>
                                        <p:attrNameLst>
                                          <p:attrName>style.visibility</p:attrName>
                                        </p:attrNameLst>
                                      </p:cBhvr>
                                      <p:to>
                                        <p:strVal val="hidden"/>
                                      </p:to>
                                    </p:set>
                                  </p:childTnLst>
                                </p:cTn>
                              </p:par>
                              <p:par>
                                <p:cTn id="126" presetID="23" presetClass="exit" presetSubtype="16" fill="hold" nodeType="withEffect">
                                  <p:stCondLst>
                                    <p:cond delay="2250"/>
                                  </p:stCondLst>
                                  <p:childTnLst>
                                    <p:anim calcmode="lin" valueType="num">
                                      <p:cBhvr>
                                        <p:cTn id="127" dur="2000"/>
                                        <p:tgtEl>
                                          <p:spTgt spid="43"/>
                                        </p:tgtEl>
                                        <p:attrNameLst>
                                          <p:attrName>ppt_w</p:attrName>
                                        </p:attrNameLst>
                                      </p:cBhvr>
                                      <p:tavLst>
                                        <p:tav tm="0">
                                          <p:val>
                                            <p:strVal val="ppt_w"/>
                                          </p:val>
                                        </p:tav>
                                        <p:tav tm="100000">
                                          <p:val>
                                            <p:strVal val="4*ppt_w"/>
                                          </p:val>
                                        </p:tav>
                                      </p:tavLst>
                                    </p:anim>
                                    <p:anim calcmode="lin" valueType="num">
                                      <p:cBhvr>
                                        <p:cTn id="128" dur="2000"/>
                                        <p:tgtEl>
                                          <p:spTgt spid="43"/>
                                        </p:tgtEl>
                                        <p:attrNameLst>
                                          <p:attrName>ppt_h</p:attrName>
                                        </p:attrNameLst>
                                      </p:cBhvr>
                                      <p:tavLst>
                                        <p:tav tm="0">
                                          <p:val>
                                            <p:strVal val="ppt_h"/>
                                          </p:val>
                                        </p:tav>
                                        <p:tav tm="100000">
                                          <p:val>
                                            <p:strVal val="4*ppt_h"/>
                                          </p:val>
                                        </p:tav>
                                      </p:tavLst>
                                    </p:anim>
                                    <p:set>
                                      <p:cBhvr>
                                        <p:cTn id="129" dur="1" fill="hold">
                                          <p:stCondLst>
                                            <p:cond delay="1999"/>
                                          </p:stCondLst>
                                        </p:cTn>
                                        <p:tgtEl>
                                          <p:spTgt spid="43"/>
                                        </p:tgtEl>
                                        <p:attrNameLst>
                                          <p:attrName>style.visibility</p:attrName>
                                        </p:attrNameLst>
                                      </p:cBhvr>
                                      <p:to>
                                        <p:strVal val="hidden"/>
                                      </p:to>
                                    </p:set>
                                  </p:childTnLst>
                                </p:cTn>
                              </p:par>
                              <p:par>
                                <p:cTn id="130" presetID="23" presetClass="exit" presetSubtype="16" fill="hold" nodeType="withEffect">
                                  <p:stCondLst>
                                    <p:cond delay="2250"/>
                                  </p:stCondLst>
                                  <p:childTnLst>
                                    <p:anim calcmode="lin" valueType="num">
                                      <p:cBhvr>
                                        <p:cTn id="131" dur="2000"/>
                                        <p:tgtEl>
                                          <p:spTgt spid="47"/>
                                        </p:tgtEl>
                                        <p:attrNameLst>
                                          <p:attrName>ppt_w</p:attrName>
                                        </p:attrNameLst>
                                      </p:cBhvr>
                                      <p:tavLst>
                                        <p:tav tm="0">
                                          <p:val>
                                            <p:strVal val="ppt_w"/>
                                          </p:val>
                                        </p:tav>
                                        <p:tav tm="100000">
                                          <p:val>
                                            <p:strVal val="4*ppt_w"/>
                                          </p:val>
                                        </p:tav>
                                      </p:tavLst>
                                    </p:anim>
                                    <p:anim calcmode="lin" valueType="num">
                                      <p:cBhvr>
                                        <p:cTn id="132" dur="2000"/>
                                        <p:tgtEl>
                                          <p:spTgt spid="47"/>
                                        </p:tgtEl>
                                        <p:attrNameLst>
                                          <p:attrName>ppt_h</p:attrName>
                                        </p:attrNameLst>
                                      </p:cBhvr>
                                      <p:tavLst>
                                        <p:tav tm="0">
                                          <p:val>
                                            <p:strVal val="ppt_h"/>
                                          </p:val>
                                        </p:tav>
                                        <p:tav tm="100000">
                                          <p:val>
                                            <p:strVal val="4*ppt_h"/>
                                          </p:val>
                                        </p:tav>
                                      </p:tavLst>
                                    </p:anim>
                                    <p:set>
                                      <p:cBhvr>
                                        <p:cTn id="133" dur="1" fill="hold">
                                          <p:stCondLst>
                                            <p:cond delay="1999"/>
                                          </p:stCondLst>
                                        </p:cTn>
                                        <p:tgtEl>
                                          <p:spTgt spid="47"/>
                                        </p:tgtEl>
                                        <p:attrNameLst>
                                          <p:attrName>style.visibility</p:attrName>
                                        </p:attrNameLst>
                                      </p:cBhvr>
                                      <p:to>
                                        <p:strVal val="hidden"/>
                                      </p:to>
                                    </p:set>
                                  </p:childTnLst>
                                </p:cTn>
                              </p:par>
                              <p:par>
                                <p:cTn id="134" presetID="23" presetClass="exit" presetSubtype="16" fill="hold" nodeType="withEffect">
                                  <p:stCondLst>
                                    <p:cond delay="2250"/>
                                  </p:stCondLst>
                                  <p:childTnLst>
                                    <p:anim calcmode="lin" valueType="num">
                                      <p:cBhvr>
                                        <p:cTn id="135" dur="2000"/>
                                        <p:tgtEl>
                                          <p:spTgt spid="50"/>
                                        </p:tgtEl>
                                        <p:attrNameLst>
                                          <p:attrName>ppt_w</p:attrName>
                                        </p:attrNameLst>
                                      </p:cBhvr>
                                      <p:tavLst>
                                        <p:tav tm="0">
                                          <p:val>
                                            <p:strVal val="ppt_w"/>
                                          </p:val>
                                        </p:tav>
                                        <p:tav tm="100000">
                                          <p:val>
                                            <p:strVal val="4*ppt_w"/>
                                          </p:val>
                                        </p:tav>
                                      </p:tavLst>
                                    </p:anim>
                                    <p:anim calcmode="lin" valueType="num">
                                      <p:cBhvr>
                                        <p:cTn id="136" dur="2000"/>
                                        <p:tgtEl>
                                          <p:spTgt spid="50"/>
                                        </p:tgtEl>
                                        <p:attrNameLst>
                                          <p:attrName>ppt_h</p:attrName>
                                        </p:attrNameLst>
                                      </p:cBhvr>
                                      <p:tavLst>
                                        <p:tav tm="0">
                                          <p:val>
                                            <p:strVal val="ppt_h"/>
                                          </p:val>
                                        </p:tav>
                                        <p:tav tm="100000">
                                          <p:val>
                                            <p:strVal val="4*ppt_h"/>
                                          </p:val>
                                        </p:tav>
                                      </p:tavLst>
                                    </p:anim>
                                    <p:set>
                                      <p:cBhvr>
                                        <p:cTn id="137" dur="1" fill="hold">
                                          <p:stCondLst>
                                            <p:cond delay="1999"/>
                                          </p:stCondLst>
                                        </p:cTn>
                                        <p:tgtEl>
                                          <p:spTgt spid="50"/>
                                        </p:tgtEl>
                                        <p:attrNameLst>
                                          <p:attrName>style.visibility</p:attrName>
                                        </p:attrNameLst>
                                      </p:cBhvr>
                                      <p:to>
                                        <p:strVal val="hidden"/>
                                      </p:to>
                                    </p:set>
                                  </p:childTnLst>
                                </p:cTn>
                              </p:par>
                              <p:par>
                                <p:cTn id="138" presetID="23" presetClass="exit" presetSubtype="16" fill="hold" nodeType="withEffect">
                                  <p:stCondLst>
                                    <p:cond delay="2250"/>
                                  </p:stCondLst>
                                  <p:childTnLst>
                                    <p:anim calcmode="lin" valueType="num">
                                      <p:cBhvr>
                                        <p:cTn id="139" dur="2000"/>
                                        <p:tgtEl>
                                          <p:spTgt spid="53"/>
                                        </p:tgtEl>
                                        <p:attrNameLst>
                                          <p:attrName>ppt_w</p:attrName>
                                        </p:attrNameLst>
                                      </p:cBhvr>
                                      <p:tavLst>
                                        <p:tav tm="0">
                                          <p:val>
                                            <p:strVal val="ppt_w"/>
                                          </p:val>
                                        </p:tav>
                                        <p:tav tm="100000">
                                          <p:val>
                                            <p:strVal val="4*ppt_w"/>
                                          </p:val>
                                        </p:tav>
                                      </p:tavLst>
                                    </p:anim>
                                    <p:anim calcmode="lin" valueType="num">
                                      <p:cBhvr>
                                        <p:cTn id="140" dur="2000"/>
                                        <p:tgtEl>
                                          <p:spTgt spid="53"/>
                                        </p:tgtEl>
                                        <p:attrNameLst>
                                          <p:attrName>ppt_h</p:attrName>
                                        </p:attrNameLst>
                                      </p:cBhvr>
                                      <p:tavLst>
                                        <p:tav tm="0">
                                          <p:val>
                                            <p:strVal val="ppt_h"/>
                                          </p:val>
                                        </p:tav>
                                        <p:tav tm="100000">
                                          <p:val>
                                            <p:strVal val="4*ppt_h"/>
                                          </p:val>
                                        </p:tav>
                                      </p:tavLst>
                                    </p:anim>
                                    <p:set>
                                      <p:cBhvr>
                                        <p:cTn id="141" dur="1" fill="hold">
                                          <p:stCondLst>
                                            <p:cond delay="1999"/>
                                          </p:stCondLst>
                                        </p:cTn>
                                        <p:tgtEl>
                                          <p:spTgt spid="53"/>
                                        </p:tgtEl>
                                        <p:attrNameLst>
                                          <p:attrName>style.visibility</p:attrName>
                                        </p:attrNameLst>
                                      </p:cBhvr>
                                      <p:to>
                                        <p:strVal val="hidden"/>
                                      </p:to>
                                    </p:set>
                                  </p:childTnLst>
                                </p:cTn>
                              </p:par>
                              <p:par>
                                <p:cTn id="142" presetID="10" presetClass="exit" presetSubtype="0" fill="hold" nodeType="withEffect">
                                  <p:stCondLst>
                                    <p:cond delay="2250"/>
                                  </p:stCondLst>
                                  <p:childTnLst>
                                    <p:animEffect transition="out" filter="fade">
                                      <p:cBhvr>
                                        <p:cTn id="143" dur="2000"/>
                                        <p:tgtEl>
                                          <p:spTgt spid="56"/>
                                        </p:tgtEl>
                                      </p:cBhvr>
                                    </p:animEffect>
                                    <p:set>
                                      <p:cBhvr>
                                        <p:cTn id="144" dur="1" fill="hold">
                                          <p:stCondLst>
                                            <p:cond delay="1999"/>
                                          </p:stCondLst>
                                        </p:cTn>
                                        <p:tgtEl>
                                          <p:spTgt spid="56"/>
                                        </p:tgtEl>
                                        <p:attrNameLst>
                                          <p:attrName>style.visibility</p:attrName>
                                        </p:attrNameLst>
                                      </p:cBhvr>
                                      <p:to>
                                        <p:strVal val="hidden"/>
                                      </p:to>
                                    </p:set>
                                  </p:childTnLst>
                                </p:cTn>
                              </p:par>
                              <p:par>
                                <p:cTn id="145" presetID="10" presetClass="exit" presetSubtype="0" fill="hold" nodeType="withEffect">
                                  <p:stCondLst>
                                    <p:cond delay="2250"/>
                                  </p:stCondLst>
                                  <p:childTnLst>
                                    <p:animEffect transition="out" filter="fade">
                                      <p:cBhvr>
                                        <p:cTn id="146" dur="2000"/>
                                        <p:tgtEl>
                                          <p:spTgt spid="36"/>
                                        </p:tgtEl>
                                      </p:cBhvr>
                                    </p:animEffect>
                                    <p:set>
                                      <p:cBhvr>
                                        <p:cTn id="147" dur="1" fill="hold">
                                          <p:stCondLst>
                                            <p:cond delay="1999"/>
                                          </p:stCondLst>
                                        </p:cTn>
                                        <p:tgtEl>
                                          <p:spTgt spid="36"/>
                                        </p:tgtEl>
                                        <p:attrNameLst>
                                          <p:attrName>style.visibility</p:attrName>
                                        </p:attrNameLst>
                                      </p:cBhvr>
                                      <p:to>
                                        <p:strVal val="hidden"/>
                                      </p:to>
                                    </p:set>
                                  </p:childTnLst>
                                </p:cTn>
                              </p:par>
                              <p:par>
                                <p:cTn id="148" presetID="10" presetClass="exit" presetSubtype="0" fill="hold" nodeType="withEffect">
                                  <p:stCondLst>
                                    <p:cond delay="2250"/>
                                  </p:stCondLst>
                                  <p:childTnLst>
                                    <p:animEffect transition="out" filter="fade">
                                      <p:cBhvr>
                                        <p:cTn id="149" dur="2000"/>
                                        <p:tgtEl>
                                          <p:spTgt spid="33"/>
                                        </p:tgtEl>
                                      </p:cBhvr>
                                    </p:animEffect>
                                    <p:set>
                                      <p:cBhvr>
                                        <p:cTn id="150" dur="1" fill="hold">
                                          <p:stCondLst>
                                            <p:cond delay="1999"/>
                                          </p:stCondLst>
                                        </p:cTn>
                                        <p:tgtEl>
                                          <p:spTgt spid="33"/>
                                        </p:tgtEl>
                                        <p:attrNameLst>
                                          <p:attrName>style.visibility</p:attrName>
                                        </p:attrNameLst>
                                      </p:cBhvr>
                                      <p:to>
                                        <p:strVal val="hidden"/>
                                      </p:to>
                                    </p:set>
                                  </p:childTnLst>
                                </p:cTn>
                              </p:par>
                              <p:par>
                                <p:cTn id="151" presetID="10" presetClass="exit" presetSubtype="0" fill="hold" nodeType="withEffect">
                                  <p:stCondLst>
                                    <p:cond delay="2250"/>
                                  </p:stCondLst>
                                  <p:childTnLst>
                                    <p:animEffect transition="out" filter="fade">
                                      <p:cBhvr>
                                        <p:cTn id="152" dur="2000"/>
                                        <p:tgtEl>
                                          <p:spTgt spid="39"/>
                                        </p:tgtEl>
                                      </p:cBhvr>
                                    </p:animEffect>
                                    <p:set>
                                      <p:cBhvr>
                                        <p:cTn id="153" dur="1" fill="hold">
                                          <p:stCondLst>
                                            <p:cond delay="1999"/>
                                          </p:stCondLst>
                                        </p:cTn>
                                        <p:tgtEl>
                                          <p:spTgt spid="39"/>
                                        </p:tgtEl>
                                        <p:attrNameLst>
                                          <p:attrName>style.visibility</p:attrName>
                                        </p:attrNameLst>
                                      </p:cBhvr>
                                      <p:to>
                                        <p:strVal val="hidden"/>
                                      </p:to>
                                    </p:set>
                                  </p:childTnLst>
                                </p:cTn>
                              </p:par>
                              <p:par>
                                <p:cTn id="154" presetID="10" presetClass="exit" presetSubtype="0" fill="hold" nodeType="withEffect">
                                  <p:stCondLst>
                                    <p:cond delay="2250"/>
                                  </p:stCondLst>
                                  <p:childTnLst>
                                    <p:animEffect transition="out" filter="fade">
                                      <p:cBhvr>
                                        <p:cTn id="155" dur="2000"/>
                                        <p:tgtEl>
                                          <p:spTgt spid="43"/>
                                        </p:tgtEl>
                                      </p:cBhvr>
                                    </p:animEffect>
                                    <p:set>
                                      <p:cBhvr>
                                        <p:cTn id="156" dur="1" fill="hold">
                                          <p:stCondLst>
                                            <p:cond delay="1999"/>
                                          </p:stCondLst>
                                        </p:cTn>
                                        <p:tgtEl>
                                          <p:spTgt spid="43"/>
                                        </p:tgtEl>
                                        <p:attrNameLst>
                                          <p:attrName>style.visibility</p:attrName>
                                        </p:attrNameLst>
                                      </p:cBhvr>
                                      <p:to>
                                        <p:strVal val="hidden"/>
                                      </p:to>
                                    </p:set>
                                  </p:childTnLst>
                                </p:cTn>
                              </p:par>
                              <p:par>
                                <p:cTn id="157" presetID="10" presetClass="exit" presetSubtype="0" fill="hold" nodeType="withEffect">
                                  <p:stCondLst>
                                    <p:cond delay="2250"/>
                                  </p:stCondLst>
                                  <p:childTnLst>
                                    <p:animEffect transition="out" filter="fade">
                                      <p:cBhvr>
                                        <p:cTn id="158" dur="2000"/>
                                        <p:tgtEl>
                                          <p:spTgt spid="47"/>
                                        </p:tgtEl>
                                      </p:cBhvr>
                                    </p:animEffect>
                                    <p:set>
                                      <p:cBhvr>
                                        <p:cTn id="159" dur="1" fill="hold">
                                          <p:stCondLst>
                                            <p:cond delay="1999"/>
                                          </p:stCondLst>
                                        </p:cTn>
                                        <p:tgtEl>
                                          <p:spTgt spid="47"/>
                                        </p:tgtEl>
                                        <p:attrNameLst>
                                          <p:attrName>style.visibility</p:attrName>
                                        </p:attrNameLst>
                                      </p:cBhvr>
                                      <p:to>
                                        <p:strVal val="hidden"/>
                                      </p:to>
                                    </p:set>
                                  </p:childTnLst>
                                </p:cTn>
                              </p:par>
                              <p:par>
                                <p:cTn id="160" presetID="10" presetClass="exit" presetSubtype="0" fill="hold" nodeType="withEffect">
                                  <p:stCondLst>
                                    <p:cond delay="2250"/>
                                  </p:stCondLst>
                                  <p:childTnLst>
                                    <p:animEffect transition="out" filter="fade">
                                      <p:cBhvr>
                                        <p:cTn id="161" dur="2000"/>
                                        <p:tgtEl>
                                          <p:spTgt spid="50"/>
                                        </p:tgtEl>
                                      </p:cBhvr>
                                    </p:animEffect>
                                    <p:set>
                                      <p:cBhvr>
                                        <p:cTn id="162" dur="1" fill="hold">
                                          <p:stCondLst>
                                            <p:cond delay="1999"/>
                                          </p:stCondLst>
                                        </p:cTn>
                                        <p:tgtEl>
                                          <p:spTgt spid="50"/>
                                        </p:tgtEl>
                                        <p:attrNameLst>
                                          <p:attrName>style.visibility</p:attrName>
                                        </p:attrNameLst>
                                      </p:cBhvr>
                                      <p:to>
                                        <p:strVal val="hidden"/>
                                      </p:to>
                                    </p:set>
                                  </p:childTnLst>
                                </p:cTn>
                              </p:par>
                              <p:par>
                                <p:cTn id="163" presetID="10" presetClass="exit" presetSubtype="0" fill="hold" nodeType="withEffect">
                                  <p:stCondLst>
                                    <p:cond delay="2250"/>
                                  </p:stCondLst>
                                  <p:childTnLst>
                                    <p:animEffect transition="out" filter="fade">
                                      <p:cBhvr>
                                        <p:cTn id="164" dur="2000"/>
                                        <p:tgtEl>
                                          <p:spTgt spid="53"/>
                                        </p:tgtEl>
                                      </p:cBhvr>
                                    </p:animEffect>
                                    <p:set>
                                      <p:cBhvr>
                                        <p:cTn id="165" dur="1" fill="hold">
                                          <p:stCondLst>
                                            <p:cond delay="1999"/>
                                          </p:stCondLst>
                                        </p:cTn>
                                        <p:tgtEl>
                                          <p:spTgt spid="53"/>
                                        </p:tgtEl>
                                        <p:attrNameLst>
                                          <p:attrName>style.visibility</p:attrName>
                                        </p:attrNameLst>
                                      </p:cBhvr>
                                      <p:to>
                                        <p:strVal val="hidden"/>
                                      </p:to>
                                    </p:set>
                                  </p:childTnLst>
                                </p:cTn>
                              </p:par>
                              <p:par>
                                <p:cTn id="166" presetID="21" presetClass="entr" presetSubtype="1" fill="hold" grpId="0" nodeType="withEffect">
                                  <p:stCondLst>
                                    <p:cond delay="2250"/>
                                  </p:stCondLst>
                                  <p:childTnLst>
                                    <p:set>
                                      <p:cBhvr>
                                        <p:cTn id="167" dur="1" fill="hold">
                                          <p:stCondLst>
                                            <p:cond delay="0"/>
                                          </p:stCondLst>
                                        </p:cTn>
                                        <p:tgtEl>
                                          <p:spTgt spid="59"/>
                                        </p:tgtEl>
                                        <p:attrNameLst>
                                          <p:attrName>style.visibility</p:attrName>
                                        </p:attrNameLst>
                                      </p:cBhvr>
                                      <p:to>
                                        <p:strVal val="visible"/>
                                      </p:to>
                                    </p:set>
                                    <p:animEffect transition="in" filter="wheel(1)">
                                      <p:cBhvr>
                                        <p:cTn id="168" dur="2000"/>
                                        <p:tgtEl>
                                          <p:spTgt spid="59"/>
                                        </p:tgtEl>
                                      </p:cBhvr>
                                    </p:animEffect>
                                  </p:childTnLst>
                                </p:cTn>
                              </p:par>
                              <p:par>
                                <p:cTn id="169" presetID="23" presetClass="exit" presetSubtype="16" fill="hold" grpId="1" nodeType="withEffect">
                                  <p:stCondLst>
                                    <p:cond delay="4250"/>
                                  </p:stCondLst>
                                  <p:childTnLst>
                                    <p:anim calcmode="lin" valueType="num">
                                      <p:cBhvr>
                                        <p:cTn id="170" dur="2000"/>
                                        <p:tgtEl>
                                          <p:spTgt spid="59"/>
                                        </p:tgtEl>
                                        <p:attrNameLst>
                                          <p:attrName>ppt_w</p:attrName>
                                        </p:attrNameLst>
                                      </p:cBhvr>
                                      <p:tavLst>
                                        <p:tav tm="0">
                                          <p:val>
                                            <p:strVal val="ppt_w"/>
                                          </p:val>
                                        </p:tav>
                                        <p:tav tm="100000">
                                          <p:val>
                                            <p:strVal val="4*ppt_w"/>
                                          </p:val>
                                        </p:tav>
                                      </p:tavLst>
                                    </p:anim>
                                    <p:anim calcmode="lin" valueType="num">
                                      <p:cBhvr>
                                        <p:cTn id="171" dur="2000"/>
                                        <p:tgtEl>
                                          <p:spTgt spid="59"/>
                                        </p:tgtEl>
                                        <p:attrNameLst>
                                          <p:attrName>ppt_h</p:attrName>
                                        </p:attrNameLst>
                                      </p:cBhvr>
                                      <p:tavLst>
                                        <p:tav tm="0">
                                          <p:val>
                                            <p:strVal val="ppt_h"/>
                                          </p:val>
                                        </p:tav>
                                        <p:tav tm="100000">
                                          <p:val>
                                            <p:strVal val="4*ppt_h"/>
                                          </p:val>
                                        </p:tav>
                                      </p:tavLst>
                                    </p:anim>
                                    <p:set>
                                      <p:cBhvr>
                                        <p:cTn id="172" dur="1" fill="hold">
                                          <p:stCondLst>
                                            <p:cond delay="1999"/>
                                          </p:stCondLst>
                                        </p:cTn>
                                        <p:tgtEl>
                                          <p:spTgt spid="59"/>
                                        </p:tgtEl>
                                        <p:attrNameLst>
                                          <p:attrName>style.visibility</p:attrName>
                                        </p:attrNameLst>
                                      </p:cBhvr>
                                      <p:to>
                                        <p:strVal val="hidden"/>
                                      </p:to>
                                    </p:set>
                                  </p:childTnLst>
                                </p:cTn>
                              </p:par>
                              <p:par>
                                <p:cTn id="173" presetID="21" presetClass="exit" presetSubtype="1" fill="hold" grpId="2" nodeType="withEffect">
                                  <p:stCondLst>
                                    <p:cond delay="4250"/>
                                  </p:stCondLst>
                                  <p:childTnLst>
                                    <p:animEffect transition="out" filter="wheel(1)">
                                      <p:cBhvr>
                                        <p:cTn id="174" dur="2000"/>
                                        <p:tgtEl>
                                          <p:spTgt spid="59"/>
                                        </p:tgtEl>
                                      </p:cBhvr>
                                    </p:animEffect>
                                    <p:set>
                                      <p:cBhvr>
                                        <p:cTn id="175" dur="1" fill="hold">
                                          <p:stCondLst>
                                            <p:cond delay="1999"/>
                                          </p:stCondLst>
                                        </p:cTn>
                                        <p:tgtEl>
                                          <p:spTgt spid="59"/>
                                        </p:tgtEl>
                                        <p:attrNameLst>
                                          <p:attrName>style.visibility</p:attrName>
                                        </p:attrNameLst>
                                      </p:cBhvr>
                                      <p:to>
                                        <p:strVal val="hidden"/>
                                      </p:to>
                                    </p:set>
                                  </p:childTnLst>
                                </p:cTn>
                              </p:par>
                              <p:par>
                                <p:cTn id="176" presetID="10" presetClass="entr" presetSubtype="0" fill="hold" grpId="0" nodeType="withEffect">
                                  <p:stCondLst>
                                    <p:cond delay="4250"/>
                                  </p:stCondLst>
                                  <p:childTnLst>
                                    <p:set>
                                      <p:cBhvr>
                                        <p:cTn id="177" dur="1" fill="hold">
                                          <p:stCondLst>
                                            <p:cond delay="0"/>
                                          </p:stCondLst>
                                        </p:cTn>
                                        <p:tgtEl>
                                          <p:spTgt spid="61"/>
                                        </p:tgtEl>
                                        <p:attrNameLst>
                                          <p:attrName>style.visibility</p:attrName>
                                        </p:attrNameLst>
                                      </p:cBhvr>
                                      <p:to>
                                        <p:strVal val="visible"/>
                                      </p:to>
                                    </p:set>
                                    <p:animEffect transition="in" filter="fade">
                                      <p:cBhvr>
                                        <p:cTn id="178" dur="1500"/>
                                        <p:tgtEl>
                                          <p:spTgt spid="61"/>
                                        </p:tgtEl>
                                      </p:cBhvr>
                                    </p:animEffect>
                                  </p:childTnLst>
                                </p:cTn>
                              </p:par>
                              <p:par>
                                <p:cTn id="179" presetID="21" presetClass="entr" presetSubtype="1" fill="hold" grpId="0" nodeType="withEffect">
                                  <p:stCondLst>
                                    <p:cond delay="4500"/>
                                  </p:stCondLst>
                                  <p:childTnLst>
                                    <p:set>
                                      <p:cBhvr>
                                        <p:cTn id="180" dur="1" fill="hold">
                                          <p:stCondLst>
                                            <p:cond delay="0"/>
                                          </p:stCondLst>
                                        </p:cTn>
                                        <p:tgtEl>
                                          <p:spTgt spid="62"/>
                                        </p:tgtEl>
                                        <p:attrNameLst>
                                          <p:attrName>style.visibility</p:attrName>
                                        </p:attrNameLst>
                                      </p:cBhvr>
                                      <p:to>
                                        <p:strVal val="visible"/>
                                      </p:to>
                                    </p:set>
                                    <p:animEffect transition="in" filter="wheel(1)">
                                      <p:cBhvr>
                                        <p:cTn id="181" dur="1500"/>
                                        <p:tgtEl>
                                          <p:spTgt spid="62"/>
                                        </p:tgtEl>
                                      </p:cBhvr>
                                    </p:animEffect>
                                  </p:childTnLst>
                                </p:cTn>
                              </p:par>
                              <p:par>
                                <p:cTn id="182" presetID="23" presetClass="entr" presetSubtype="32" fill="hold" grpId="0" nodeType="withEffect">
                                  <p:stCondLst>
                                    <p:cond delay="2750"/>
                                  </p:stCondLst>
                                  <p:childTnLst>
                                    <p:set>
                                      <p:cBhvr>
                                        <p:cTn id="183" dur="1" fill="hold">
                                          <p:stCondLst>
                                            <p:cond delay="0"/>
                                          </p:stCondLst>
                                        </p:cTn>
                                        <p:tgtEl>
                                          <p:spTgt spid="67">
                                            <p:txEl>
                                              <p:pRg st="0" end="0"/>
                                            </p:txEl>
                                          </p:spTgt>
                                        </p:tgtEl>
                                        <p:attrNameLst>
                                          <p:attrName>style.visibility</p:attrName>
                                        </p:attrNameLst>
                                      </p:cBhvr>
                                      <p:to>
                                        <p:strVal val="visible"/>
                                      </p:to>
                                    </p:set>
                                    <p:anim calcmode="lin" valueType="num">
                                      <p:cBhvr>
                                        <p:cTn id="184" dur="1000" fill="hold"/>
                                        <p:tgtEl>
                                          <p:spTgt spid="67">
                                            <p:txEl>
                                              <p:pRg st="0" end="0"/>
                                            </p:txEl>
                                          </p:spTgt>
                                        </p:tgtEl>
                                        <p:attrNameLst>
                                          <p:attrName>ppt_w</p:attrName>
                                        </p:attrNameLst>
                                      </p:cBhvr>
                                      <p:tavLst>
                                        <p:tav tm="0">
                                          <p:val>
                                            <p:strVal val="4*#ppt_w"/>
                                          </p:val>
                                        </p:tav>
                                        <p:tav tm="100000">
                                          <p:val>
                                            <p:strVal val="#ppt_w"/>
                                          </p:val>
                                        </p:tav>
                                      </p:tavLst>
                                    </p:anim>
                                    <p:anim calcmode="lin" valueType="num">
                                      <p:cBhvr>
                                        <p:cTn id="185" dur="1000" fill="hold"/>
                                        <p:tgtEl>
                                          <p:spTgt spid="67">
                                            <p:txEl>
                                              <p:pRg st="0" end="0"/>
                                            </p:txEl>
                                          </p:spTgt>
                                        </p:tgtEl>
                                        <p:attrNameLst>
                                          <p:attrName>ppt_h</p:attrName>
                                        </p:attrNameLst>
                                      </p:cBhvr>
                                      <p:tavLst>
                                        <p:tav tm="0">
                                          <p:val>
                                            <p:strVal val="4*#ppt_h"/>
                                          </p:val>
                                        </p:tav>
                                        <p:tav tm="100000">
                                          <p:val>
                                            <p:strVal val="#ppt_h"/>
                                          </p:val>
                                        </p:tav>
                                      </p:tavLst>
                                    </p:anim>
                                  </p:childTnLst>
                                </p:cTn>
                              </p:par>
                              <p:par>
                                <p:cTn id="186" presetID="6" presetClass="entr" presetSubtype="32" fill="hold" grpId="1" nodeType="withEffect">
                                  <p:stCondLst>
                                    <p:cond delay="2750"/>
                                  </p:stCondLst>
                                  <p:childTnLst>
                                    <p:set>
                                      <p:cBhvr>
                                        <p:cTn id="187" dur="1" fill="hold">
                                          <p:stCondLst>
                                            <p:cond delay="0"/>
                                          </p:stCondLst>
                                        </p:cTn>
                                        <p:tgtEl>
                                          <p:spTgt spid="67">
                                            <p:txEl>
                                              <p:pRg st="0" end="0"/>
                                            </p:txEl>
                                          </p:spTgt>
                                        </p:tgtEl>
                                        <p:attrNameLst>
                                          <p:attrName>style.visibility</p:attrName>
                                        </p:attrNameLst>
                                      </p:cBhvr>
                                      <p:to>
                                        <p:strVal val="visible"/>
                                      </p:to>
                                    </p:set>
                                    <p:animEffect transition="in" filter="circle(out)">
                                      <p:cBhvr>
                                        <p:cTn id="188" dur="1000"/>
                                        <p:tgtEl>
                                          <p:spTgt spid="67">
                                            <p:txEl>
                                              <p:pRg st="0" end="0"/>
                                            </p:txEl>
                                          </p:spTgt>
                                        </p:tgtEl>
                                      </p:cBhvr>
                                    </p:animEffect>
                                  </p:childTnLst>
                                </p:cTn>
                              </p:par>
                              <p:par>
                                <p:cTn id="189" presetID="23" presetClass="entr" presetSubtype="32" fill="hold" grpId="0" nodeType="withEffect">
                                  <p:stCondLst>
                                    <p:cond delay="3250"/>
                                  </p:stCondLst>
                                  <p:childTnLst>
                                    <p:set>
                                      <p:cBhvr>
                                        <p:cTn id="190" dur="1" fill="hold">
                                          <p:stCondLst>
                                            <p:cond delay="0"/>
                                          </p:stCondLst>
                                        </p:cTn>
                                        <p:tgtEl>
                                          <p:spTgt spid="66">
                                            <p:txEl>
                                              <p:pRg st="0" end="0"/>
                                            </p:txEl>
                                          </p:spTgt>
                                        </p:tgtEl>
                                        <p:attrNameLst>
                                          <p:attrName>style.visibility</p:attrName>
                                        </p:attrNameLst>
                                      </p:cBhvr>
                                      <p:to>
                                        <p:strVal val="visible"/>
                                      </p:to>
                                    </p:set>
                                    <p:anim calcmode="lin" valueType="num">
                                      <p:cBhvr>
                                        <p:cTn id="191" dur="1000" fill="hold"/>
                                        <p:tgtEl>
                                          <p:spTgt spid="66">
                                            <p:txEl>
                                              <p:pRg st="0" end="0"/>
                                            </p:txEl>
                                          </p:spTgt>
                                        </p:tgtEl>
                                        <p:attrNameLst>
                                          <p:attrName>ppt_w</p:attrName>
                                        </p:attrNameLst>
                                      </p:cBhvr>
                                      <p:tavLst>
                                        <p:tav tm="0">
                                          <p:val>
                                            <p:strVal val="4*#ppt_w"/>
                                          </p:val>
                                        </p:tav>
                                        <p:tav tm="100000">
                                          <p:val>
                                            <p:strVal val="#ppt_w"/>
                                          </p:val>
                                        </p:tav>
                                      </p:tavLst>
                                    </p:anim>
                                    <p:anim calcmode="lin" valueType="num">
                                      <p:cBhvr>
                                        <p:cTn id="192" dur="1000" fill="hold"/>
                                        <p:tgtEl>
                                          <p:spTgt spid="66">
                                            <p:txEl>
                                              <p:pRg st="0" end="0"/>
                                            </p:txEl>
                                          </p:spTgt>
                                        </p:tgtEl>
                                        <p:attrNameLst>
                                          <p:attrName>ppt_h</p:attrName>
                                        </p:attrNameLst>
                                      </p:cBhvr>
                                      <p:tavLst>
                                        <p:tav tm="0">
                                          <p:val>
                                            <p:strVal val="4*#ppt_h"/>
                                          </p:val>
                                        </p:tav>
                                        <p:tav tm="100000">
                                          <p:val>
                                            <p:strVal val="#ppt_h"/>
                                          </p:val>
                                        </p:tav>
                                      </p:tavLst>
                                    </p:anim>
                                  </p:childTnLst>
                                </p:cTn>
                              </p:par>
                              <p:par>
                                <p:cTn id="193" presetID="6" presetClass="entr" presetSubtype="32" fill="hold" grpId="1" nodeType="withEffect">
                                  <p:stCondLst>
                                    <p:cond delay="3250"/>
                                  </p:stCondLst>
                                  <p:childTnLst>
                                    <p:set>
                                      <p:cBhvr>
                                        <p:cTn id="194" dur="1" fill="hold">
                                          <p:stCondLst>
                                            <p:cond delay="0"/>
                                          </p:stCondLst>
                                        </p:cTn>
                                        <p:tgtEl>
                                          <p:spTgt spid="66">
                                            <p:txEl>
                                              <p:pRg st="0" end="0"/>
                                            </p:txEl>
                                          </p:spTgt>
                                        </p:tgtEl>
                                        <p:attrNameLst>
                                          <p:attrName>style.visibility</p:attrName>
                                        </p:attrNameLst>
                                      </p:cBhvr>
                                      <p:to>
                                        <p:strVal val="visible"/>
                                      </p:to>
                                    </p:set>
                                    <p:animEffect transition="in" filter="circle(out)">
                                      <p:cBhvr>
                                        <p:cTn id="195" dur="1000"/>
                                        <p:tgtEl>
                                          <p:spTgt spid="66">
                                            <p:txEl>
                                              <p:pRg st="0" end="0"/>
                                            </p:txEl>
                                          </p:spTgt>
                                        </p:tgtEl>
                                      </p:cBhvr>
                                    </p:animEffect>
                                  </p:childTnLst>
                                </p:cTn>
                              </p:par>
                            </p:childTnLst>
                          </p:cTn>
                        </p:par>
                        <p:par>
                          <p:cTn id="196" fill="hold">
                            <p:stCondLst>
                              <p:cond delay="7250"/>
                            </p:stCondLst>
                            <p:childTnLst>
                              <p:par>
                                <p:cTn id="197" presetID="10" presetClass="entr" presetSubtype="0" fill="hold" grpId="0" nodeType="afterEffect">
                                  <p:stCondLst>
                                    <p:cond delay="500"/>
                                  </p:stCondLst>
                                  <p:childTnLst>
                                    <p:set>
                                      <p:cBhvr>
                                        <p:cTn id="198" dur="1" fill="hold">
                                          <p:stCondLst>
                                            <p:cond delay="0"/>
                                          </p:stCondLst>
                                        </p:cTn>
                                        <p:tgtEl>
                                          <p:spTgt spid="68">
                                            <p:txEl>
                                              <p:pRg st="0" end="0"/>
                                            </p:txEl>
                                          </p:spTgt>
                                        </p:tgtEl>
                                        <p:attrNameLst>
                                          <p:attrName>style.visibility</p:attrName>
                                        </p:attrNameLst>
                                      </p:cBhvr>
                                      <p:to>
                                        <p:strVal val="visible"/>
                                      </p:to>
                                    </p:set>
                                    <p:animEffect transition="in" filter="fade">
                                      <p:cBhvr>
                                        <p:cTn id="199" dur="500"/>
                                        <p:tgtEl>
                                          <p:spTgt spid="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9" grpId="1" animBg="1"/>
      <p:bldP spid="59" grpId="2" animBg="1"/>
      <p:bldP spid="61" grpId="0" animBg="1"/>
      <p:bldP spid="62" grpId="0" animBg="1"/>
      <p:bldP spid="66" grpId="0" build="p">
        <p:tmplLst>
          <p:tmpl lvl="1">
            <p:tnLst>
              <p:par>
                <p:cTn presetID="23" presetClass="entr" presetSubtype="32" fill="hold" nodeType="withEffect">
                  <p:stCondLst>
                    <p:cond delay="3250"/>
                  </p:stCondLst>
                  <p:childTnLst>
                    <p:set>
                      <p:cBhvr>
                        <p:cTn dur="1" fill="hold">
                          <p:stCondLst>
                            <p:cond delay="0"/>
                          </p:stCondLst>
                        </p:cTn>
                        <p:tgtEl>
                          <p:spTgt spid="66"/>
                        </p:tgtEl>
                        <p:attrNameLst>
                          <p:attrName>style.visibility</p:attrName>
                        </p:attrNameLst>
                      </p:cBhvr>
                      <p:to>
                        <p:strVal val="visible"/>
                      </p:to>
                    </p:set>
                    <p:anim calcmode="lin" valueType="num">
                      <p:cBhvr>
                        <p:cTn dur="1000" fill="hold"/>
                        <p:tgtEl>
                          <p:spTgt spid="66"/>
                        </p:tgtEl>
                        <p:attrNameLst>
                          <p:attrName>ppt_w</p:attrName>
                        </p:attrNameLst>
                      </p:cBhvr>
                      <p:tavLst>
                        <p:tav tm="0">
                          <p:val>
                            <p:strVal val="4*#ppt_w"/>
                          </p:val>
                        </p:tav>
                        <p:tav tm="100000">
                          <p:val>
                            <p:strVal val="#ppt_w"/>
                          </p:val>
                        </p:tav>
                      </p:tavLst>
                    </p:anim>
                    <p:anim calcmode="lin" valueType="num">
                      <p:cBhvr>
                        <p:cTn dur="1000" fill="hold"/>
                        <p:tgtEl>
                          <p:spTgt spid="66"/>
                        </p:tgtEl>
                        <p:attrNameLst>
                          <p:attrName>ppt_h</p:attrName>
                        </p:attrNameLst>
                      </p:cBhvr>
                      <p:tavLst>
                        <p:tav tm="0">
                          <p:val>
                            <p:strVal val="4*#ppt_h"/>
                          </p:val>
                        </p:tav>
                        <p:tav tm="100000">
                          <p:val>
                            <p:strVal val="#ppt_h"/>
                          </p:val>
                        </p:tav>
                      </p:tavLst>
                    </p:anim>
                  </p:childTnLst>
                </p:cTn>
              </p:par>
            </p:tnLst>
          </p:tmpl>
        </p:tmplLst>
      </p:bldP>
      <p:bldP spid="66" grpId="1" build="p">
        <p:tmplLst>
          <p:tmpl lvl="1">
            <p:tnLst>
              <p:par>
                <p:cTn presetID="6" presetClass="entr" presetSubtype="32" fill="hold" nodeType="withEffect">
                  <p:stCondLst>
                    <p:cond delay="3250"/>
                  </p:stCondLst>
                  <p:childTnLst>
                    <p:set>
                      <p:cBhvr>
                        <p:cTn dur="1" fill="hold">
                          <p:stCondLst>
                            <p:cond delay="0"/>
                          </p:stCondLst>
                        </p:cTn>
                        <p:tgtEl>
                          <p:spTgt spid="66"/>
                        </p:tgtEl>
                        <p:attrNameLst>
                          <p:attrName>style.visibility</p:attrName>
                        </p:attrNameLst>
                      </p:cBhvr>
                      <p:to>
                        <p:strVal val="visible"/>
                      </p:to>
                    </p:set>
                    <p:animEffect transition="in" filter="circle(out)">
                      <p:cBhvr>
                        <p:cTn dur="1000"/>
                        <p:tgtEl>
                          <p:spTgt spid="66"/>
                        </p:tgtEl>
                      </p:cBhvr>
                    </p:animEffect>
                  </p:childTnLst>
                </p:cTn>
              </p:par>
            </p:tnLst>
          </p:tmpl>
        </p:tmplLst>
      </p:bldP>
      <p:bldP spid="67" grpId="0" build="p">
        <p:tmplLst>
          <p:tmpl lvl="1">
            <p:tnLst>
              <p:par>
                <p:cTn presetID="23" presetClass="entr" presetSubtype="32" fill="hold" nodeType="withEffect">
                  <p:stCondLst>
                    <p:cond delay="2750"/>
                  </p:stCondLst>
                  <p:childTnLst>
                    <p:set>
                      <p:cBhvr>
                        <p:cTn dur="1" fill="hold">
                          <p:stCondLst>
                            <p:cond delay="0"/>
                          </p:stCondLst>
                        </p:cTn>
                        <p:tgtEl>
                          <p:spTgt spid="67"/>
                        </p:tgtEl>
                        <p:attrNameLst>
                          <p:attrName>style.visibility</p:attrName>
                        </p:attrNameLst>
                      </p:cBhvr>
                      <p:to>
                        <p:strVal val="visible"/>
                      </p:to>
                    </p:set>
                    <p:anim calcmode="lin" valueType="num">
                      <p:cBhvr>
                        <p:cTn dur="1000" fill="hold"/>
                        <p:tgtEl>
                          <p:spTgt spid="67"/>
                        </p:tgtEl>
                        <p:attrNameLst>
                          <p:attrName>ppt_w</p:attrName>
                        </p:attrNameLst>
                      </p:cBhvr>
                      <p:tavLst>
                        <p:tav tm="0">
                          <p:val>
                            <p:strVal val="4*#ppt_w"/>
                          </p:val>
                        </p:tav>
                        <p:tav tm="100000">
                          <p:val>
                            <p:strVal val="#ppt_w"/>
                          </p:val>
                        </p:tav>
                      </p:tavLst>
                    </p:anim>
                    <p:anim calcmode="lin" valueType="num">
                      <p:cBhvr>
                        <p:cTn dur="1000" fill="hold"/>
                        <p:tgtEl>
                          <p:spTgt spid="67"/>
                        </p:tgtEl>
                        <p:attrNameLst>
                          <p:attrName>ppt_h</p:attrName>
                        </p:attrNameLst>
                      </p:cBhvr>
                      <p:tavLst>
                        <p:tav tm="0">
                          <p:val>
                            <p:strVal val="4*#ppt_h"/>
                          </p:val>
                        </p:tav>
                        <p:tav tm="100000">
                          <p:val>
                            <p:strVal val="#ppt_h"/>
                          </p:val>
                        </p:tav>
                      </p:tavLst>
                    </p:anim>
                  </p:childTnLst>
                </p:cTn>
              </p:par>
            </p:tnLst>
          </p:tmpl>
        </p:tmplLst>
      </p:bldP>
      <p:bldP spid="67" grpId="1" build="p">
        <p:tmplLst>
          <p:tmpl lvl="1">
            <p:tnLst>
              <p:par>
                <p:cTn presetID="6" presetClass="entr" presetSubtype="32" fill="hold" nodeType="withEffect">
                  <p:stCondLst>
                    <p:cond delay="2750"/>
                  </p:stCondLst>
                  <p:childTnLst>
                    <p:set>
                      <p:cBhvr>
                        <p:cTn dur="1" fill="hold">
                          <p:stCondLst>
                            <p:cond delay="0"/>
                          </p:stCondLst>
                        </p:cTn>
                        <p:tgtEl>
                          <p:spTgt spid="67"/>
                        </p:tgtEl>
                        <p:attrNameLst>
                          <p:attrName>style.visibility</p:attrName>
                        </p:attrNameLst>
                      </p:cBhvr>
                      <p:to>
                        <p:strVal val="visible"/>
                      </p:to>
                    </p:set>
                    <p:animEffect transition="in" filter="circle(out)">
                      <p:cBhvr>
                        <p:cTn dur="1000"/>
                        <p:tgtEl>
                          <p:spTgt spid="67"/>
                        </p:tgtEl>
                      </p:cBhvr>
                    </p:animEffect>
                  </p:childTnLst>
                </p:cTn>
              </p:par>
            </p:tnLst>
          </p:tmpl>
        </p:tmplLst>
      </p:bldP>
      <p:bldP spid="68" grpId="0" build="p">
        <p:tmplLst>
          <p:tmpl lvl="1">
            <p:tnLst>
              <p:par>
                <p:cTn presetID="10" presetClass="entr" presetSubtype="0" fill="hold" nodeType="afterEffect">
                  <p:stCondLst>
                    <p:cond delay="500"/>
                  </p:stCondLst>
                  <p:childTnLst>
                    <p:set>
                      <p:cBhvr>
                        <p:cTn dur="1" fill="hold">
                          <p:stCondLst>
                            <p:cond delay="0"/>
                          </p:stCondLst>
                        </p:cTn>
                        <p:tgtEl>
                          <p:spTgt spid="68"/>
                        </p:tgtEl>
                        <p:attrNameLst>
                          <p:attrName>style.visibility</p:attrName>
                        </p:attrNameLst>
                      </p:cBhvr>
                      <p:to>
                        <p:strVal val="visible"/>
                      </p:to>
                    </p:set>
                    <p:animEffect transition="in" filter="fade">
                      <p:cBhvr>
                        <p:cTn dur="500"/>
                        <p:tgtEl>
                          <p:spTgt spid="68"/>
                        </p:tgtEl>
                      </p:cBhvr>
                    </p:animEffect>
                  </p:childTnLst>
                </p:cTn>
              </p:par>
            </p:tnLst>
          </p:tmpl>
        </p:tmplLst>
      </p:bldP>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sp>
        <p:nvSpPr>
          <p:cNvPr id="2" name="正方形/長方形 1"/>
          <p:cNvSpPr/>
          <p:nvPr userDrawn="1"/>
        </p:nvSpPr>
        <p:spPr>
          <a:xfrm>
            <a:off x="0" y="4279900"/>
            <a:ext cx="18291175" cy="1727200"/>
          </a:xfrm>
          <a:prstGeom prst="rect">
            <a:avLst/>
          </a:prstGeom>
          <a:blipFill dpi="0" rotWithShape="1">
            <a:blip r:embed="rId2"/>
            <a:srcRect/>
            <a:tile tx="0" ty="0" sx="100000" sy="100000" flip="none" algn="tl"/>
          </a:bli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円/楕円 58"/>
          <p:cNvSpPr/>
          <p:nvPr userDrawn="1"/>
        </p:nvSpPr>
        <p:spPr>
          <a:xfrm>
            <a:off x="4813073" y="810986"/>
            <a:ext cx="8665028" cy="8665028"/>
          </a:xfrm>
          <a:prstGeom prst="ellipse">
            <a:avLst/>
          </a:prstGeom>
          <a:noFill/>
          <a:ln w="2857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円/楕円 60"/>
          <p:cNvSpPr/>
          <p:nvPr userDrawn="1"/>
        </p:nvSpPr>
        <p:spPr>
          <a:xfrm>
            <a:off x="4800410" y="798323"/>
            <a:ext cx="8690355" cy="8690355"/>
          </a:xfrm>
          <a:prstGeom prst="ellipse">
            <a:avLst/>
          </a:prstGeom>
          <a:blipFill dpi="0" rotWithShape="1">
            <a:blip r:embed="rId3"/>
            <a:srcRect/>
            <a:tile tx="0" ty="0" sx="100000" sy="100000" flip="none" algn="tl"/>
          </a:blipFill>
          <a:ln>
            <a:noFill/>
          </a:ln>
          <a:effectLst>
            <a:outerShdw blurRad="50800" dist="381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円/楕円 61"/>
          <p:cNvSpPr/>
          <p:nvPr userDrawn="1"/>
        </p:nvSpPr>
        <p:spPr>
          <a:xfrm>
            <a:off x="4965105" y="973831"/>
            <a:ext cx="8321295" cy="8321295"/>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プレースホルダー 5"/>
          <p:cNvSpPr>
            <a:spLocks noGrp="1"/>
          </p:cNvSpPr>
          <p:nvPr>
            <p:ph type="body" sz="quarter" idx="15" hasCustomPrompt="1"/>
          </p:nvPr>
        </p:nvSpPr>
        <p:spPr>
          <a:xfrm>
            <a:off x="5335587" y="5108345"/>
            <a:ext cx="7620000" cy="1219198"/>
          </a:xfrm>
          <a:prstGeom prst="rect">
            <a:avLst/>
          </a:prstGeom>
        </p:spPr>
        <p:txBody>
          <a:bodyPr anchor="ctr">
            <a:noAutofit/>
          </a:bodyPr>
          <a:lstStyle>
            <a:lvl1pPr algn="ctr">
              <a:defRPr sz="48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SUBTITLE GOES HERE</a:t>
            </a:r>
            <a:endParaRPr kumimoji="1" lang="ja-JP" altLang="en-US" dirty="0"/>
          </a:p>
        </p:txBody>
      </p:sp>
      <p:sp>
        <p:nvSpPr>
          <p:cNvPr id="26" name="テキスト プレースホルダー 5"/>
          <p:cNvSpPr>
            <a:spLocks noGrp="1"/>
          </p:cNvSpPr>
          <p:nvPr>
            <p:ph type="body" sz="quarter" idx="16" hasCustomPrompt="1"/>
          </p:nvPr>
        </p:nvSpPr>
        <p:spPr>
          <a:xfrm>
            <a:off x="5335587" y="2075543"/>
            <a:ext cx="7620000" cy="3272289"/>
          </a:xfrm>
          <a:prstGeom prst="rect">
            <a:avLst/>
          </a:prstGeom>
        </p:spPr>
        <p:txBody>
          <a:bodyPr anchor="b">
            <a:noAutofit/>
          </a:bodyPr>
          <a:lstStyle>
            <a:lvl1pPr algn="ctr">
              <a:lnSpc>
                <a:spcPts val="7000"/>
              </a:lnSpc>
              <a:spcBef>
                <a:spcPts val="0"/>
              </a:spcBef>
              <a:defRPr sz="80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PRESENTATION TITLE</a:t>
            </a:r>
            <a:endParaRPr kumimoji="1" lang="ja-JP" altLang="en-US" dirty="0"/>
          </a:p>
        </p:txBody>
      </p:sp>
      <p:sp>
        <p:nvSpPr>
          <p:cNvPr id="27" name="テキスト プレースホルダー 5"/>
          <p:cNvSpPr>
            <a:spLocks noGrp="1"/>
          </p:cNvSpPr>
          <p:nvPr>
            <p:ph type="body" sz="quarter" idx="17" hasCustomPrompt="1"/>
          </p:nvPr>
        </p:nvSpPr>
        <p:spPr>
          <a:xfrm>
            <a:off x="7053943" y="7583031"/>
            <a:ext cx="4180114" cy="1219198"/>
          </a:xfrm>
          <a:prstGeom prst="rect">
            <a:avLst/>
          </a:prstGeom>
        </p:spPr>
        <p:txBody>
          <a:bodyPr anchor="b">
            <a:noAutofit/>
          </a:bodyPr>
          <a:lstStyle>
            <a:lvl1pPr algn="ctr">
              <a:lnSpc>
                <a:spcPct val="100000"/>
              </a:lnSpc>
              <a:spcBef>
                <a:spcPts val="0"/>
              </a:spcBef>
              <a:defRPr sz="2800" i="0" baseline="0">
                <a:solidFill>
                  <a:schemeClr val="bg1"/>
                </a:solidFill>
                <a:effectLst/>
                <a:latin typeface="Bebas Neue Regular" panose="00000500000000000000" pitchFamily="2" charset="0"/>
              </a:defRPr>
            </a:lvl1pPr>
          </a:lstStyle>
          <a:p>
            <a:pPr lvl="0"/>
            <a:r>
              <a:rPr kumimoji="1" lang="en-US" altLang="ja-JP" dirty="0"/>
              <a:t>AUTHOR</a:t>
            </a:r>
            <a:endParaRPr kumimoji="1" lang="ja-JP" altLang="en-US" dirty="0"/>
          </a:p>
        </p:txBody>
      </p:sp>
    </p:spTree>
    <p:extLst>
      <p:ext uri="{BB962C8B-B14F-4D97-AF65-F5344CB8AC3E}">
        <p14:creationId xmlns:p14="http://schemas.microsoft.com/office/powerpoint/2010/main" val="4197238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heel(1)">
                                      <p:cBhvr>
                                        <p:cTn id="7" dur="2000"/>
                                        <p:tgtEl>
                                          <p:spTgt spid="59"/>
                                        </p:tgtEl>
                                      </p:cBhvr>
                                    </p:animEffect>
                                  </p:childTnLst>
                                </p:cTn>
                              </p:par>
                              <p:par>
                                <p:cTn id="8" presetID="23" presetClass="exit" presetSubtype="16" fill="hold" grpId="1" nodeType="withEffect">
                                  <p:stCondLst>
                                    <p:cond delay="2000"/>
                                  </p:stCondLst>
                                  <p:childTnLst>
                                    <p:anim calcmode="lin" valueType="num">
                                      <p:cBhvr>
                                        <p:cTn id="9" dur="2000"/>
                                        <p:tgtEl>
                                          <p:spTgt spid="59"/>
                                        </p:tgtEl>
                                        <p:attrNameLst>
                                          <p:attrName>ppt_w</p:attrName>
                                        </p:attrNameLst>
                                      </p:cBhvr>
                                      <p:tavLst>
                                        <p:tav tm="0">
                                          <p:val>
                                            <p:strVal val="ppt_w"/>
                                          </p:val>
                                        </p:tav>
                                        <p:tav tm="100000">
                                          <p:val>
                                            <p:strVal val="4*ppt_w"/>
                                          </p:val>
                                        </p:tav>
                                      </p:tavLst>
                                    </p:anim>
                                    <p:anim calcmode="lin" valueType="num">
                                      <p:cBhvr>
                                        <p:cTn id="10" dur="2000"/>
                                        <p:tgtEl>
                                          <p:spTgt spid="59"/>
                                        </p:tgtEl>
                                        <p:attrNameLst>
                                          <p:attrName>ppt_h</p:attrName>
                                        </p:attrNameLst>
                                      </p:cBhvr>
                                      <p:tavLst>
                                        <p:tav tm="0">
                                          <p:val>
                                            <p:strVal val="ppt_h"/>
                                          </p:val>
                                        </p:tav>
                                        <p:tav tm="100000">
                                          <p:val>
                                            <p:strVal val="4*ppt_h"/>
                                          </p:val>
                                        </p:tav>
                                      </p:tavLst>
                                    </p:anim>
                                    <p:set>
                                      <p:cBhvr>
                                        <p:cTn id="11" dur="1" fill="hold">
                                          <p:stCondLst>
                                            <p:cond delay="1999"/>
                                          </p:stCondLst>
                                        </p:cTn>
                                        <p:tgtEl>
                                          <p:spTgt spid="59"/>
                                        </p:tgtEl>
                                        <p:attrNameLst>
                                          <p:attrName>style.visibility</p:attrName>
                                        </p:attrNameLst>
                                      </p:cBhvr>
                                      <p:to>
                                        <p:strVal val="hidden"/>
                                      </p:to>
                                    </p:set>
                                  </p:childTnLst>
                                </p:cTn>
                              </p:par>
                              <p:par>
                                <p:cTn id="12" presetID="21" presetClass="exit" presetSubtype="1" fill="hold" grpId="2" nodeType="withEffect">
                                  <p:stCondLst>
                                    <p:cond delay="2000"/>
                                  </p:stCondLst>
                                  <p:childTnLst>
                                    <p:animEffect transition="out" filter="wheel(1)">
                                      <p:cBhvr>
                                        <p:cTn id="13" dur="2000"/>
                                        <p:tgtEl>
                                          <p:spTgt spid="59"/>
                                        </p:tgtEl>
                                      </p:cBhvr>
                                    </p:animEffect>
                                    <p:set>
                                      <p:cBhvr>
                                        <p:cTn id="14" dur="1" fill="hold">
                                          <p:stCondLst>
                                            <p:cond delay="1999"/>
                                          </p:stCondLst>
                                        </p:cTn>
                                        <p:tgtEl>
                                          <p:spTgt spid="59"/>
                                        </p:tgtEl>
                                        <p:attrNameLst>
                                          <p:attrName>style.visibility</p:attrName>
                                        </p:attrNameLst>
                                      </p:cBhvr>
                                      <p:to>
                                        <p:strVal val="hidden"/>
                                      </p:to>
                                    </p:set>
                                  </p:childTnLst>
                                </p:cTn>
                              </p:par>
                              <p:par>
                                <p:cTn id="15" presetID="10" presetClass="entr" presetSubtype="0" fill="hold" grpId="0" nodeType="withEffect">
                                  <p:stCondLst>
                                    <p:cond delay="2000"/>
                                  </p:stCondLst>
                                  <p:childTnLst>
                                    <p:set>
                                      <p:cBhvr>
                                        <p:cTn id="16" dur="1" fill="hold">
                                          <p:stCondLst>
                                            <p:cond delay="0"/>
                                          </p:stCondLst>
                                        </p:cTn>
                                        <p:tgtEl>
                                          <p:spTgt spid="61"/>
                                        </p:tgtEl>
                                        <p:attrNameLst>
                                          <p:attrName>style.visibility</p:attrName>
                                        </p:attrNameLst>
                                      </p:cBhvr>
                                      <p:to>
                                        <p:strVal val="visible"/>
                                      </p:to>
                                    </p:set>
                                    <p:animEffect transition="in" filter="fade">
                                      <p:cBhvr>
                                        <p:cTn id="17" dur="1500"/>
                                        <p:tgtEl>
                                          <p:spTgt spid="61"/>
                                        </p:tgtEl>
                                      </p:cBhvr>
                                    </p:animEffect>
                                  </p:childTnLst>
                                </p:cTn>
                              </p:par>
                              <p:par>
                                <p:cTn id="18" presetID="21" presetClass="entr" presetSubtype="1" fill="hold" grpId="0" nodeType="withEffect">
                                  <p:stCondLst>
                                    <p:cond delay="2250"/>
                                  </p:stCondLst>
                                  <p:childTnLst>
                                    <p:set>
                                      <p:cBhvr>
                                        <p:cTn id="19" dur="1" fill="hold">
                                          <p:stCondLst>
                                            <p:cond delay="0"/>
                                          </p:stCondLst>
                                        </p:cTn>
                                        <p:tgtEl>
                                          <p:spTgt spid="62"/>
                                        </p:tgtEl>
                                        <p:attrNameLst>
                                          <p:attrName>style.visibility</p:attrName>
                                        </p:attrNameLst>
                                      </p:cBhvr>
                                      <p:to>
                                        <p:strVal val="visible"/>
                                      </p:to>
                                    </p:set>
                                    <p:animEffect transition="in" filter="wheel(1)">
                                      <p:cBhvr>
                                        <p:cTn id="20" dur="1500"/>
                                        <p:tgtEl>
                                          <p:spTgt spid="62"/>
                                        </p:tgtEl>
                                      </p:cBhvr>
                                    </p:animEffect>
                                  </p:childTnLst>
                                </p:cTn>
                              </p:par>
                              <p:par>
                                <p:cTn id="21" presetID="23" presetClass="entr" presetSubtype="32" fill="hold" grpId="0" nodeType="withEffect">
                                  <p:stCondLst>
                                    <p:cond delay="3000"/>
                                  </p:stCondLst>
                                  <p:childTnLst>
                                    <p:set>
                                      <p:cBhvr>
                                        <p:cTn id="22" dur="1" fill="hold">
                                          <p:stCondLst>
                                            <p:cond delay="0"/>
                                          </p:stCondLst>
                                        </p:cTn>
                                        <p:tgtEl>
                                          <p:spTgt spid="26">
                                            <p:txEl>
                                              <p:pRg st="0" end="0"/>
                                            </p:txEl>
                                          </p:spTgt>
                                        </p:tgtEl>
                                        <p:attrNameLst>
                                          <p:attrName>style.visibility</p:attrName>
                                        </p:attrNameLst>
                                      </p:cBhvr>
                                      <p:to>
                                        <p:strVal val="visible"/>
                                      </p:to>
                                    </p:set>
                                    <p:anim calcmode="lin" valueType="num">
                                      <p:cBhvr>
                                        <p:cTn id="23" dur="750" fill="hold"/>
                                        <p:tgtEl>
                                          <p:spTgt spid="26">
                                            <p:txEl>
                                              <p:pRg st="0" end="0"/>
                                            </p:txEl>
                                          </p:spTgt>
                                        </p:tgtEl>
                                        <p:attrNameLst>
                                          <p:attrName>ppt_w</p:attrName>
                                        </p:attrNameLst>
                                      </p:cBhvr>
                                      <p:tavLst>
                                        <p:tav tm="0">
                                          <p:val>
                                            <p:strVal val="4*#ppt_w"/>
                                          </p:val>
                                        </p:tav>
                                        <p:tav tm="100000">
                                          <p:val>
                                            <p:strVal val="#ppt_w"/>
                                          </p:val>
                                        </p:tav>
                                      </p:tavLst>
                                    </p:anim>
                                    <p:anim calcmode="lin" valueType="num">
                                      <p:cBhvr>
                                        <p:cTn id="24" dur="750" fill="hold"/>
                                        <p:tgtEl>
                                          <p:spTgt spid="26">
                                            <p:txEl>
                                              <p:pRg st="0" end="0"/>
                                            </p:txEl>
                                          </p:spTgt>
                                        </p:tgtEl>
                                        <p:attrNameLst>
                                          <p:attrName>ppt_h</p:attrName>
                                        </p:attrNameLst>
                                      </p:cBhvr>
                                      <p:tavLst>
                                        <p:tav tm="0">
                                          <p:val>
                                            <p:strVal val="4*#ppt_h"/>
                                          </p:val>
                                        </p:tav>
                                        <p:tav tm="100000">
                                          <p:val>
                                            <p:strVal val="#ppt_h"/>
                                          </p:val>
                                        </p:tav>
                                      </p:tavLst>
                                    </p:anim>
                                  </p:childTnLst>
                                </p:cTn>
                              </p:par>
                              <p:par>
                                <p:cTn id="25" presetID="6" presetClass="entr" presetSubtype="32" fill="hold" grpId="1" nodeType="withEffect">
                                  <p:stCondLst>
                                    <p:cond delay="3000"/>
                                  </p:stCondLst>
                                  <p:childTnLst>
                                    <p:set>
                                      <p:cBhvr>
                                        <p:cTn id="26" dur="1" fill="hold">
                                          <p:stCondLst>
                                            <p:cond delay="0"/>
                                          </p:stCondLst>
                                        </p:cTn>
                                        <p:tgtEl>
                                          <p:spTgt spid="26">
                                            <p:txEl>
                                              <p:pRg st="0" end="0"/>
                                            </p:txEl>
                                          </p:spTgt>
                                        </p:tgtEl>
                                        <p:attrNameLst>
                                          <p:attrName>style.visibility</p:attrName>
                                        </p:attrNameLst>
                                      </p:cBhvr>
                                      <p:to>
                                        <p:strVal val="visible"/>
                                      </p:to>
                                    </p:set>
                                    <p:animEffect transition="in" filter="circle(out)">
                                      <p:cBhvr>
                                        <p:cTn id="27" dur="750"/>
                                        <p:tgtEl>
                                          <p:spTgt spid="26">
                                            <p:txEl>
                                              <p:pRg st="0" end="0"/>
                                            </p:txEl>
                                          </p:spTgt>
                                        </p:tgtEl>
                                      </p:cBhvr>
                                    </p:animEffect>
                                  </p:childTnLst>
                                </p:cTn>
                              </p:par>
                              <p:par>
                                <p:cTn id="28" presetID="23" presetClass="entr" presetSubtype="32" fill="hold" grpId="0" nodeType="withEffect">
                                  <p:stCondLst>
                                    <p:cond delay="3500"/>
                                  </p:stCondLst>
                                  <p:childTnLst>
                                    <p:set>
                                      <p:cBhvr>
                                        <p:cTn id="29" dur="1" fill="hold">
                                          <p:stCondLst>
                                            <p:cond delay="0"/>
                                          </p:stCondLst>
                                        </p:cTn>
                                        <p:tgtEl>
                                          <p:spTgt spid="25">
                                            <p:txEl>
                                              <p:pRg st="0" end="0"/>
                                            </p:txEl>
                                          </p:spTgt>
                                        </p:tgtEl>
                                        <p:attrNameLst>
                                          <p:attrName>style.visibility</p:attrName>
                                        </p:attrNameLst>
                                      </p:cBhvr>
                                      <p:to>
                                        <p:strVal val="visible"/>
                                      </p:to>
                                    </p:set>
                                    <p:anim calcmode="lin" valueType="num">
                                      <p:cBhvr>
                                        <p:cTn id="30" dur="750" fill="hold"/>
                                        <p:tgtEl>
                                          <p:spTgt spid="25">
                                            <p:txEl>
                                              <p:pRg st="0" end="0"/>
                                            </p:txEl>
                                          </p:spTgt>
                                        </p:tgtEl>
                                        <p:attrNameLst>
                                          <p:attrName>ppt_w</p:attrName>
                                        </p:attrNameLst>
                                      </p:cBhvr>
                                      <p:tavLst>
                                        <p:tav tm="0">
                                          <p:val>
                                            <p:strVal val="4*#ppt_w"/>
                                          </p:val>
                                        </p:tav>
                                        <p:tav tm="100000">
                                          <p:val>
                                            <p:strVal val="#ppt_w"/>
                                          </p:val>
                                        </p:tav>
                                      </p:tavLst>
                                    </p:anim>
                                    <p:anim calcmode="lin" valueType="num">
                                      <p:cBhvr>
                                        <p:cTn id="31" dur="750" fill="hold"/>
                                        <p:tgtEl>
                                          <p:spTgt spid="25">
                                            <p:txEl>
                                              <p:pRg st="0" end="0"/>
                                            </p:txEl>
                                          </p:spTgt>
                                        </p:tgtEl>
                                        <p:attrNameLst>
                                          <p:attrName>ppt_h</p:attrName>
                                        </p:attrNameLst>
                                      </p:cBhvr>
                                      <p:tavLst>
                                        <p:tav tm="0">
                                          <p:val>
                                            <p:strVal val="4*#ppt_h"/>
                                          </p:val>
                                        </p:tav>
                                        <p:tav tm="100000">
                                          <p:val>
                                            <p:strVal val="#ppt_h"/>
                                          </p:val>
                                        </p:tav>
                                      </p:tavLst>
                                    </p:anim>
                                  </p:childTnLst>
                                </p:cTn>
                              </p:par>
                              <p:par>
                                <p:cTn id="32" presetID="6" presetClass="entr" presetSubtype="32" fill="hold" grpId="1" nodeType="withEffect">
                                  <p:stCondLst>
                                    <p:cond delay="3500"/>
                                  </p:stCondLst>
                                  <p:childTnLst>
                                    <p:set>
                                      <p:cBhvr>
                                        <p:cTn id="33" dur="1" fill="hold">
                                          <p:stCondLst>
                                            <p:cond delay="0"/>
                                          </p:stCondLst>
                                        </p:cTn>
                                        <p:tgtEl>
                                          <p:spTgt spid="25">
                                            <p:txEl>
                                              <p:pRg st="0" end="0"/>
                                            </p:txEl>
                                          </p:spTgt>
                                        </p:tgtEl>
                                        <p:attrNameLst>
                                          <p:attrName>style.visibility</p:attrName>
                                        </p:attrNameLst>
                                      </p:cBhvr>
                                      <p:to>
                                        <p:strVal val="visible"/>
                                      </p:to>
                                    </p:set>
                                    <p:animEffect transition="in" filter="circle(out)">
                                      <p:cBhvr>
                                        <p:cTn id="34" dur="750"/>
                                        <p:tgtEl>
                                          <p:spTgt spid="25">
                                            <p:txEl>
                                              <p:pRg st="0" end="0"/>
                                            </p:txEl>
                                          </p:spTgt>
                                        </p:tgtEl>
                                      </p:cBhvr>
                                    </p:animEffect>
                                  </p:childTnLst>
                                </p:cTn>
                              </p:par>
                            </p:childTnLst>
                          </p:cTn>
                        </p:par>
                        <p:par>
                          <p:cTn id="35" fill="hold">
                            <p:stCondLst>
                              <p:cond delay="4250"/>
                            </p:stCondLst>
                            <p:childTnLst>
                              <p:par>
                                <p:cTn id="36" presetID="10" presetClass="entr" presetSubtype="0" fill="hold" grpId="0" nodeType="afterEffect">
                                  <p:stCondLst>
                                    <p:cond delay="500"/>
                                  </p:stCondLst>
                                  <p:childTnLst>
                                    <p:set>
                                      <p:cBhvr>
                                        <p:cTn id="37" dur="1" fill="hold">
                                          <p:stCondLst>
                                            <p:cond delay="0"/>
                                          </p:stCondLst>
                                        </p:cTn>
                                        <p:tgtEl>
                                          <p:spTgt spid="27">
                                            <p:txEl>
                                              <p:pRg st="0" end="0"/>
                                            </p:txEl>
                                          </p:spTgt>
                                        </p:tgtEl>
                                        <p:attrNameLst>
                                          <p:attrName>style.visibility</p:attrName>
                                        </p:attrNameLst>
                                      </p:cBhvr>
                                      <p:to>
                                        <p:strVal val="visible"/>
                                      </p:to>
                                    </p:set>
                                    <p:animEffect transition="in" filter="fade">
                                      <p:cBhvr>
                                        <p:cTn id="38" dur="500"/>
                                        <p:tgtEl>
                                          <p:spTgt spid="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9" grpId="1" animBg="1"/>
      <p:bldP spid="59" grpId="2" animBg="1"/>
      <p:bldP spid="61" grpId="0" animBg="1"/>
      <p:bldP spid="62" grpId="0" animBg="1"/>
      <p:bldP spid="25" grpId="0" build="p">
        <p:tmplLst>
          <p:tmpl lvl="1">
            <p:tnLst>
              <p:par>
                <p:cTn presetID="23" presetClass="entr" presetSubtype="32" fill="hold" nodeType="withEffect">
                  <p:stCondLst>
                    <p:cond delay="3500"/>
                  </p:stCondLst>
                  <p:childTnLst>
                    <p:set>
                      <p:cBhvr>
                        <p:cTn dur="1" fill="hold">
                          <p:stCondLst>
                            <p:cond delay="0"/>
                          </p:stCondLst>
                        </p:cTn>
                        <p:tgtEl>
                          <p:spTgt spid="25"/>
                        </p:tgtEl>
                        <p:attrNameLst>
                          <p:attrName>style.visibility</p:attrName>
                        </p:attrNameLst>
                      </p:cBhvr>
                      <p:to>
                        <p:strVal val="visible"/>
                      </p:to>
                    </p:set>
                    <p:anim calcmode="lin" valueType="num">
                      <p:cBhvr>
                        <p:cTn dur="750" fill="hold"/>
                        <p:tgtEl>
                          <p:spTgt spid="25"/>
                        </p:tgtEl>
                        <p:attrNameLst>
                          <p:attrName>ppt_w</p:attrName>
                        </p:attrNameLst>
                      </p:cBhvr>
                      <p:tavLst>
                        <p:tav tm="0">
                          <p:val>
                            <p:strVal val="4*#ppt_w"/>
                          </p:val>
                        </p:tav>
                        <p:tav tm="100000">
                          <p:val>
                            <p:strVal val="#ppt_w"/>
                          </p:val>
                        </p:tav>
                      </p:tavLst>
                    </p:anim>
                    <p:anim calcmode="lin" valueType="num">
                      <p:cBhvr>
                        <p:cTn dur="750" fill="hold"/>
                        <p:tgtEl>
                          <p:spTgt spid="25"/>
                        </p:tgtEl>
                        <p:attrNameLst>
                          <p:attrName>ppt_h</p:attrName>
                        </p:attrNameLst>
                      </p:cBhvr>
                      <p:tavLst>
                        <p:tav tm="0">
                          <p:val>
                            <p:strVal val="4*#ppt_h"/>
                          </p:val>
                        </p:tav>
                        <p:tav tm="100000">
                          <p:val>
                            <p:strVal val="#ppt_h"/>
                          </p:val>
                        </p:tav>
                      </p:tavLst>
                    </p:anim>
                  </p:childTnLst>
                </p:cTn>
              </p:par>
            </p:tnLst>
          </p:tmpl>
        </p:tmplLst>
      </p:bldP>
      <p:bldP spid="25" grpId="1" build="p">
        <p:tmplLst>
          <p:tmpl lvl="1">
            <p:tnLst>
              <p:par>
                <p:cTn presetID="6" presetClass="entr" presetSubtype="32" fill="hold" nodeType="withEffect">
                  <p:stCondLst>
                    <p:cond delay="3500"/>
                  </p:stCondLst>
                  <p:childTnLst>
                    <p:set>
                      <p:cBhvr>
                        <p:cTn dur="1" fill="hold">
                          <p:stCondLst>
                            <p:cond delay="0"/>
                          </p:stCondLst>
                        </p:cTn>
                        <p:tgtEl>
                          <p:spTgt spid="25"/>
                        </p:tgtEl>
                        <p:attrNameLst>
                          <p:attrName>style.visibility</p:attrName>
                        </p:attrNameLst>
                      </p:cBhvr>
                      <p:to>
                        <p:strVal val="visible"/>
                      </p:to>
                    </p:set>
                    <p:animEffect transition="in" filter="circle(out)">
                      <p:cBhvr>
                        <p:cTn dur="750"/>
                        <p:tgtEl>
                          <p:spTgt spid="25"/>
                        </p:tgtEl>
                      </p:cBhvr>
                    </p:animEffect>
                  </p:childTnLst>
                </p:cTn>
              </p:par>
            </p:tnLst>
          </p:tmpl>
        </p:tmplLst>
      </p:bldP>
      <p:bldP spid="26" grpId="0" build="p">
        <p:tmplLst>
          <p:tmpl lvl="1">
            <p:tnLst>
              <p:par>
                <p:cTn presetID="23" presetClass="entr" presetSubtype="32" fill="hold" nodeType="withEffect">
                  <p:stCondLst>
                    <p:cond delay="3000"/>
                  </p:stCondLst>
                  <p:childTnLst>
                    <p:set>
                      <p:cBhvr>
                        <p:cTn dur="1" fill="hold">
                          <p:stCondLst>
                            <p:cond delay="0"/>
                          </p:stCondLst>
                        </p:cTn>
                        <p:tgtEl>
                          <p:spTgt spid="26"/>
                        </p:tgtEl>
                        <p:attrNameLst>
                          <p:attrName>style.visibility</p:attrName>
                        </p:attrNameLst>
                      </p:cBhvr>
                      <p:to>
                        <p:strVal val="visible"/>
                      </p:to>
                    </p:set>
                    <p:anim calcmode="lin" valueType="num">
                      <p:cBhvr>
                        <p:cTn dur="750" fill="hold"/>
                        <p:tgtEl>
                          <p:spTgt spid="26"/>
                        </p:tgtEl>
                        <p:attrNameLst>
                          <p:attrName>ppt_w</p:attrName>
                        </p:attrNameLst>
                      </p:cBhvr>
                      <p:tavLst>
                        <p:tav tm="0">
                          <p:val>
                            <p:strVal val="4*#ppt_w"/>
                          </p:val>
                        </p:tav>
                        <p:tav tm="100000">
                          <p:val>
                            <p:strVal val="#ppt_w"/>
                          </p:val>
                        </p:tav>
                      </p:tavLst>
                    </p:anim>
                    <p:anim calcmode="lin" valueType="num">
                      <p:cBhvr>
                        <p:cTn dur="750" fill="hold"/>
                        <p:tgtEl>
                          <p:spTgt spid="26"/>
                        </p:tgtEl>
                        <p:attrNameLst>
                          <p:attrName>ppt_h</p:attrName>
                        </p:attrNameLst>
                      </p:cBhvr>
                      <p:tavLst>
                        <p:tav tm="0">
                          <p:val>
                            <p:strVal val="4*#ppt_h"/>
                          </p:val>
                        </p:tav>
                        <p:tav tm="100000">
                          <p:val>
                            <p:strVal val="#ppt_h"/>
                          </p:val>
                        </p:tav>
                      </p:tavLst>
                    </p:anim>
                  </p:childTnLst>
                </p:cTn>
              </p:par>
            </p:tnLst>
          </p:tmpl>
        </p:tmplLst>
      </p:bldP>
      <p:bldP spid="26" grpId="1" build="p">
        <p:tmplLst>
          <p:tmpl lvl="1">
            <p:tnLst>
              <p:par>
                <p:cTn presetID="6" presetClass="entr" presetSubtype="32" fill="hold" nodeType="withEffect">
                  <p:stCondLst>
                    <p:cond delay="3000"/>
                  </p:stCondLst>
                  <p:childTnLst>
                    <p:set>
                      <p:cBhvr>
                        <p:cTn dur="1" fill="hold">
                          <p:stCondLst>
                            <p:cond delay="0"/>
                          </p:stCondLst>
                        </p:cTn>
                        <p:tgtEl>
                          <p:spTgt spid="26"/>
                        </p:tgtEl>
                        <p:attrNameLst>
                          <p:attrName>style.visibility</p:attrName>
                        </p:attrNameLst>
                      </p:cBhvr>
                      <p:to>
                        <p:strVal val="visible"/>
                      </p:to>
                    </p:set>
                    <p:animEffect transition="in" filter="circle(out)">
                      <p:cBhvr>
                        <p:cTn dur="750"/>
                        <p:tgtEl>
                          <p:spTgt spid="26"/>
                        </p:tgtEl>
                      </p:cBhvr>
                    </p:animEffect>
                  </p:childTnLst>
                </p:cTn>
              </p:par>
            </p:tnLst>
          </p:tmpl>
        </p:tmplLst>
      </p:bldP>
      <p:bldP spid="27" grpId="0" build="p">
        <p:tmplLst>
          <p:tmpl lvl="1">
            <p:tnLst>
              <p:par>
                <p:cTn presetID="10" presetClass="entr" presetSubtype="0" fill="hold" nodeType="afterEffect">
                  <p:stCondLst>
                    <p:cond delay="500"/>
                  </p:stCondLst>
                  <p:childTnLst>
                    <p:set>
                      <p:cBhvr>
                        <p:cTn dur="1" fill="hold">
                          <p:stCondLst>
                            <p:cond delay="0"/>
                          </p:stCondLst>
                        </p:cTn>
                        <p:tgtEl>
                          <p:spTgt spid="27"/>
                        </p:tgtEl>
                        <p:attrNameLst>
                          <p:attrName>style.visibility</p:attrName>
                        </p:attrNameLst>
                      </p:cBhvr>
                      <p:to>
                        <p:strVal val="visible"/>
                      </p:to>
                    </p:set>
                    <p:animEffect transition="in" filter="fade">
                      <p:cBhvr>
                        <p:cTn dur="500"/>
                        <p:tgtEl>
                          <p:spTgt spid="27"/>
                        </p:tgtEl>
                      </p:cBhvr>
                    </p:animEffect>
                  </p:childTnLst>
                </p:cTn>
              </p:par>
            </p:tnLst>
          </p:tmpl>
        </p:tmplLst>
      </p:bldP>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5">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15" name="正方形/長方形 14"/>
          <p:cNvSpPr/>
          <p:nvPr userDrawn="1"/>
        </p:nvSpPr>
        <p:spPr>
          <a:xfrm>
            <a:off x="0" y="0"/>
            <a:ext cx="18291175" cy="10287000"/>
          </a:xfrm>
          <a:prstGeom prst="rect">
            <a:avLst/>
          </a:prstGeom>
          <a:blipFill>
            <a:blip r:embed="rId2"/>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userDrawn="1"/>
        </p:nvSpPr>
        <p:spPr>
          <a:xfrm>
            <a:off x="0" y="3842141"/>
            <a:ext cx="18291175" cy="2602718"/>
          </a:xfrm>
          <a:prstGeom prst="rect">
            <a:avLst/>
          </a:prstGeom>
          <a:blipFill dpi="0" rotWithShape="0">
            <a:blip r:embed="rId3"/>
            <a:srcRect/>
            <a:tile tx="0" ty="0" sx="100000" sy="100000" flip="none" algn="tl"/>
          </a:bli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 name="直線コネクタ 2"/>
          <p:cNvCxnSpPr/>
          <p:nvPr userDrawn="1"/>
        </p:nvCxnSpPr>
        <p:spPr>
          <a:xfrm flipH="1">
            <a:off x="0" y="4009586"/>
            <a:ext cx="1829117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userDrawn="1"/>
        </p:nvCxnSpPr>
        <p:spPr>
          <a:xfrm flipH="1">
            <a:off x="0" y="6289443"/>
            <a:ext cx="1829117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1" name="山形 10"/>
          <p:cNvSpPr/>
          <p:nvPr userDrawn="1"/>
        </p:nvSpPr>
        <p:spPr>
          <a:xfrm>
            <a:off x="-7620001" y="1"/>
            <a:ext cx="19135725" cy="10287000"/>
          </a:xfrm>
          <a:prstGeom prst="chevron">
            <a:avLst>
              <a:gd name="adj" fmla="val 47838"/>
            </a:avLst>
          </a:prstGeom>
          <a:blipFill dpi="0" rotWithShape="1">
            <a:blip r:embed="rId4"/>
            <a:srcRect/>
            <a:tile tx="0" ty="0" sx="100000" sy="100000" flip="none" algn="tl"/>
          </a:blip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 name="山形 11"/>
          <p:cNvSpPr/>
          <p:nvPr userDrawn="1"/>
        </p:nvSpPr>
        <p:spPr>
          <a:xfrm rot="10800000">
            <a:off x="6745288" y="1"/>
            <a:ext cx="19135725" cy="10287000"/>
          </a:xfrm>
          <a:prstGeom prst="chevron">
            <a:avLst>
              <a:gd name="adj" fmla="val 47838"/>
            </a:avLst>
          </a:prstGeom>
          <a:blipFill dpi="0" rotWithShape="1">
            <a:blip r:embed="rId4"/>
            <a:srcRect/>
            <a:tile tx="0" ty="0" sx="100000" sy="100000" flip="none" algn="tl"/>
          </a:blip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 name="山形 6"/>
          <p:cNvSpPr/>
          <p:nvPr userDrawn="1"/>
        </p:nvSpPr>
        <p:spPr>
          <a:xfrm rot="10800000">
            <a:off x="323850" y="0"/>
            <a:ext cx="7368386" cy="10287000"/>
          </a:xfrm>
          <a:prstGeom prst="chevron">
            <a:avLst>
              <a:gd name="adj" fmla="val 68915"/>
            </a:avLst>
          </a:prstGeom>
          <a:blipFill dpi="0" rotWithShape="1">
            <a:blip r:embed="rId5"/>
            <a:srcRect/>
            <a:tile tx="0" ty="0" sx="100000" sy="100000" flip="none" algn="tl"/>
          </a:blip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山形 7"/>
          <p:cNvSpPr/>
          <p:nvPr userDrawn="1"/>
        </p:nvSpPr>
        <p:spPr>
          <a:xfrm>
            <a:off x="10560839" y="0"/>
            <a:ext cx="7368386" cy="10287000"/>
          </a:xfrm>
          <a:prstGeom prst="chevron">
            <a:avLst>
              <a:gd name="adj" fmla="val 68915"/>
            </a:avLst>
          </a:prstGeom>
          <a:blipFill dpi="0" rotWithShape="0">
            <a:blip r:embed="rId5"/>
            <a:srcRect/>
            <a:tile tx="0" ty="0" sx="100000" sy="100000" flip="none" algn="tl"/>
          </a:blip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 name="山形 4"/>
          <p:cNvSpPr/>
          <p:nvPr userDrawn="1"/>
        </p:nvSpPr>
        <p:spPr>
          <a:xfrm>
            <a:off x="6063446" y="0"/>
            <a:ext cx="7368386" cy="10287000"/>
          </a:xfrm>
          <a:prstGeom prst="chevron">
            <a:avLst>
              <a:gd name="adj" fmla="val 68915"/>
            </a:avLst>
          </a:prstGeom>
          <a:blipFill dpi="0" rotWithShape="1">
            <a:blip r:embed="rId6"/>
            <a:srcRect/>
            <a:tile tx="0" ty="0" sx="100000" sy="100000" flip="none" algn="tl"/>
          </a:blip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6" name="山形 5"/>
          <p:cNvSpPr/>
          <p:nvPr userDrawn="1"/>
        </p:nvSpPr>
        <p:spPr>
          <a:xfrm rot="10800000">
            <a:off x="4864088" y="0"/>
            <a:ext cx="7368386" cy="10287000"/>
          </a:xfrm>
          <a:prstGeom prst="chevron">
            <a:avLst>
              <a:gd name="adj" fmla="val 68915"/>
            </a:avLst>
          </a:prstGeom>
          <a:blipFill dpi="0" rotWithShape="1">
            <a:blip r:embed="rId6"/>
            <a:srcRect/>
            <a:tile tx="0" ty="0" sx="100000" sy="100000" flip="none" algn="tl"/>
          </a:blip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円/楕円 16"/>
          <p:cNvSpPr/>
          <p:nvPr userDrawn="1"/>
        </p:nvSpPr>
        <p:spPr>
          <a:xfrm>
            <a:off x="4800410" y="798323"/>
            <a:ext cx="8690355" cy="8690355"/>
          </a:xfrm>
          <a:prstGeom prst="ellipse">
            <a:avLst/>
          </a:prstGeom>
          <a:blipFill dpi="0" rotWithShape="1">
            <a:blip r:embed="rId5"/>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円/楕円 15"/>
          <p:cNvSpPr/>
          <p:nvPr userDrawn="1"/>
        </p:nvSpPr>
        <p:spPr>
          <a:xfrm>
            <a:off x="4813073" y="810986"/>
            <a:ext cx="8665028" cy="8665028"/>
          </a:xfrm>
          <a:prstGeom prst="ellipse">
            <a:avLst/>
          </a:prstGeom>
          <a:noFill/>
          <a:ln w="2857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7"/>
          <p:cNvSpPr/>
          <p:nvPr userDrawn="1"/>
        </p:nvSpPr>
        <p:spPr>
          <a:xfrm>
            <a:off x="4965105" y="973831"/>
            <a:ext cx="8321295" cy="8321295"/>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プレースホルダー 5"/>
          <p:cNvSpPr>
            <a:spLocks noGrp="1"/>
          </p:cNvSpPr>
          <p:nvPr>
            <p:ph type="body" sz="quarter" idx="15" hasCustomPrompt="1"/>
          </p:nvPr>
        </p:nvSpPr>
        <p:spPr>
          <a:xfrm>
            <a:off x="5335587" y="5150549"/>
            <a:ext cx="7620000" cy="1219198"/>
          </a:xfrm>
          <a:prstGeom prst="rect">
            <a:avLst/>
          </a:prstGeom>
        </p:spPr>
        <p:txBody>
          <a:bodyPr anchor="t">
            <a:noAutofit/>
          </a:bodyPr>
          <a:lstStyle>
            <a:lvl1pPr algn="ctr">
              <a:defRPr sz="48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SUBTITLE GOES HERE</a:t>
            </a:r>
            <a:endParaRPr kumimoji="1" lang="ja-JP" altLang="en-US" dirty="0"/>
          </a:p>
        </p:txBody>
      </p:sp>
      <p:sp>
        <p:nvSpPr>
          <p:cNvPr id="20" name="テキスト プレースホルダー 5"/>
          <p:cNvSpPr>
            <a:spLocks noGrp="1"/>
          </p:cNvSpPr>
          <p:nvPr>
            <p:ph type="body" sz="quarter" idx="16" hasCustomPrompt="1"/>
          </p:nvPr>
        </p:nvSpPr>
        <p:spPr>
          <a:xfrm>
            <a:off x="5335587" y="2075543"/>
            <a:ext cx="7620000" cy="3272289"/>
          </a:xfrm>
          <a:prstGeom prst="rect">
            <a:avLst/>
          </a:prstGeom>
        </p:spPr>
        <p:txBody>
          <a:bodyPr anchor="b">
            <a:noAutofit/>
          </a:bodyPr>
          <a:lstStyle>
            <a:lvl1pPr algn="ctr">
              <a:lnSpc>
                <a:spcPts val="7000"/>
              </a:lnSpc>
              <a:spcBef>
                <a:spcPts val="0"/>
              </a:spcBef>
              <a:defRPr sz="8000" i="0" baseline="0">
                <a:blipFill dpi="0" rotWithShape="1">
                  <a:blip r:embed="rId2"/>
                  <a:srcRect/>
                  <a:tile tx="0" ty="0" sx="100000" sy="100000" flip="none" algn="tl"/>
                </a:blipFill>
                <a:effectLst>
                  <a:innerShdw blurRad="63500" dist="50800" dir="18900000">
                    <a:prstClr val="black">
                      <a:alpha val="50000"/>
                    </a:prstClr>
                  </a:innerShdw>
                </a:effectLst>
                <a:latin typeface="+mj-lt"/>
              </a:defRPr>
            </a:lvl1pPr>
          </a:lstStyle>
          <a:p>
            <a:pPr lvl="0"/>
            <a:r>
              <a:rPr kumimoji="1" lang="en-US" altLang="ja-JP" dirty="0"/>
              <a:t>PRESENTATION TITLE</a:t>
            </a:r>
            <a:endParaRPr kumimoji="1" lang="ja-JP" altLang="en-US" dirty="0"/>
          </a:p>
        </p:txBody>
      </p:sp>
      <p:sp>
        <p:nvSpPr>
          <p:cNvPr id="21" name="テキスト プレースホルダー 5"/>
          <p:cNvSpPr>
            <a:spLocks noGrp="1"/>
          </p:cNvSpPr>
          <p:nvPr>
            <p:ph type="body" sz="quarter" idx="17" hasCustomPrompt="1"/>
          </p:nvPr>
        </p:nvSpPr>
        <p:spPr>
          <a:xfrm>
            <a:off x="7053943" y="7583031"/>
            <a:ext cx="4180114" cy="1219198"/>
          </a:xfrm>
          <a:prstGeom prst="rect">
            <a:avLst/>
          </a:prstGeom>
        </p:spPr>
        <p:txBody>
          <a:bodyPr anchor="b">
            <a:noAutofit/>
          </a:bodyPr>
          <a:lstStyle>
            <a:lvl1pPr algn="ctr">
              <a:lnSpc>
                <a:spcPct val="100000"/>
              </a:lnSpc>
              <a:spcBef>
                <a:spcPts val="0"/>
              </a:spcBef>
              <a:defRPr sz="2800" i="0" baseline="0">
                <a:solidFill>
                  <a:schemeClr val="bg1"/>
                </a:solidFill>
                <a:effectLst/>
                <a:latin typeface="Bebas Neue Regular" panose="00000500000000000000" pitchFamily="2" charset="0"/>
              </a:defRPr>
            </a:lvl1pPr>
          </a:lstStyle>
          <a:p>
            <a:pPr lvl="0"/>
            <a:r>
              <a:rPr kumimoji="1" lang="en-US" altLang="ja-JP" dirty="0"/>
              <a:t>AUTHOR</a:t>
            </a:r>
            <a:endParaRPr kumimoji="1" lang="ja-JP" altLang="en-US" dirty="0"/>
          </a:p>
        </p:txBody>
      </p:sp>
    </p:spTree>
    <p:extLst>
      <p:ext uri="{BB962C8B-B14F-4D97-AF65-F5344CB8AC3E}">
        <p14:creationId xmlns:p14="http://schemas.microsoft.com/office/powerpoint/2010/main" val="133235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1" nodeType="with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par>
                          <p:cTn id="7" fill="hold">
                            <p:stCondLst>
                              <p:cond delay="0"/>
                            </p:stCondLst>
                            <p:childTnLst>
                              <p:par>
                                <p:cTn id="8" presetID="2" presetClass="entr" presetSubtype="2" decel="10000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ppt_x</p:attrName>
                                        </p:attrNameLst>
                                      </p:cBhvr>
                                      <p:tavLst>
                                        <p:tav tm="0">
                                          <p:val>
                                            <p:strVal val="1+#ppt_w/2"/>
                                          </p:val>
                                        </p:tav>
                                        <p:tav tm="100000">
                                          <p:val>
                                            <p:strVal val="#ppt_x"/>
                                          </p:val>
                                        </p:tav>
                                      </p:tavLst>
                                    </p:anim>
                                    <p:anim calcmode="lin" valueType="num">
                                      <p:cBhvr additive="base">
                                        <p:cTn id="11" dur="500" fill="hold"/>
                                        <p:tgtEl>
                                          <p:spTgt spid="6"/>
                                        </p:tgtEl>
                                        <p:attrNameLst>
                                          <p:attrName>ppt_y</p:attrName>
                                        </p:attrNameLst>
                                      </p:cBhvr>
                                      <p:tavLst>
                                        <p:tav tm="0">
                                          <p:val>
                                            <p:strVal val="#ppt_y"/>
                                          </p:val>
                                        </p:tav>
                                        <p:tav tm="100000">
                                          <p:val>
                                            <p:strVal val="#ppt_y"/>
                                          </p:val>
                                        </p:tav>
                                      </p:tavLst>
                                    </p:anim>
                                  </p:childTnLst>
                                </p:cTn>
                              </p:par>
                              <p:par>
                                <p:cTn id="12" presetID="2" presetClass="entr" presetSubtype="8" decel="10000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0-#ppt_w/2"/>
                                          </p:val>
                                        </p:tav>
                                        <p:tav tm="100000">
                                          <p:val>
                                            <p:strVal val="#ppt_x"/>
                                          </p:val>
                                        </p:tav>
                                      </p:tavLst>
                                    </p:anim>
                                    <p:anim calcmode="lin" valueType="num">
                                      <p:cBhvr additive="base">
                                        <p:cTn id="15" dur="500" fill="hold"/>
                                        <p:tgtEl>
                                          <p:spTgt spid="11"/>
                                        </p:tgtEl>
                                        <p:attrNameLst>
                                          <p:attrName>ppt_y</p:attrName>
                                        </p:attrNameLst>
                                      </p:cBhvr>
                                      <p:tavLst>
                                        <p:tav tm="0">
                                          <p:val>
                                            <p:strVal val="#ppt_y"/>
                                          </p:val>
                                        </p:tav>
                                        <p:tav tm="100000">
                                          <p:val>
                                            <p:strVal val="#ppt_y"/>
                                          </p:val>
                                        </p:tav>
                                      </p:tavLst>
                                    </p:anim>
                                  </p:childTnLst>
                                </p:cTn>
                              </p:par>
                              <p:par>
                                <p:cTn id="16" presetID="2" presetClass="entr" presetSubtype="8" decel="10000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0-#ppt_w/2"/>
                                          </p:val>
                                        </p:tav>
                                        <p:tav tm="100000">
                                          <p:val>
                                            <p:strVal val="#ppt_x"/>
                                          </p:val>
                                        </p:tav>
                                      </p:tavLst>
                                    </p:anim>
                                    <p:anim calcmode="lin" valueType="num">
                                      <p:cBhvr additive="base">
                                        <p:cTn id="19" dur="500" fill="hold"/>
                                        <p:tgtEl>
                                          <p:spTgt spid="5"/>
                                        </p:tgtEl>
                                        <p:attrNameLst>
                                          <p:attrName>ppt_y</p:attrName>
                                        </p:attrNameLst>
                                      </p:cBhvr>
                                      <p:tavLst>
                                        <p:tav tm="0">
                                          <p:val>
                                            <p:strVal val="#ppt_y"/>
                                          </p:val>
                                        </p:tav>
                                        <p:tav tm="100000">
                                          <p:val>
                                            <p:strVal val="#ppt_y"/>
                                          </p:val>
                                        </p:tav>
                                      </p:tavLst>
                                    </p:anim>
                                  </p:childTnLst>
                                </p:cTn>
                              </p:par>
                              <p:par>
                                <p:cTn id="20" presetID="2" presetClass="entr" presetSubtype="2" decel="10000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1+#ppt_w/2"/>
                                          </p:val>
                                        </p:tav>
                                        <p:tav tm="100000">
                                          <p:val>
                                            <p:strVal val="#ppt_x"/>
                                          </p:val>
                                        </p:tav>
                                      </p:tavLst>
                                    </p:anim>
                                    <p:anim calcmode="lin" valueType="num">
                                      <p:cBhvr additive="base">
                                        <p:cTn id="23" dur="500" fill="hold"/>
                                        <p:tgtEl>
                                          <p:spTgt spid="12"/>
                                        </p:tgtEl>
                                        <p:attrNameLst>
                                          <p:attrName>ppt_y</p:attrName>
                                        </p:attrNameLst>
                                      </p:cBhvr>
                                      <p:tavLst>
                                        <p:tav tm="0">
                                          <p:val>
                                            <p:strVal val="#ppt_y"/>
                                          </p:val>
                                        </p:tav>
                                        <p:tav tm="100000">
                                          <p:val>
                                            <p:strVal val="#ppt_y"/>
                                          </p:val>
                                        </p:tav>
                                      </p:tavLst>
                                    </p:anim>
                                  </p:childTnLst>
                                </p:cTn>
                              </p:par>
                              <p:par>
                                <p:cTn id="24" presetID="2" presetClass="entr" presetSubtype="8" decel="100000" fill="hold" grpId="0" nodeType="withEffect">
                                  <p:stCondLst>
                                    <p:cond delay="25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600" fill="hold"/>
                                        <p:tgtEl>
                                          <p:spTgt spid="8"/>
                                        </p:tgtEl>
                                        <p:attrNameLst>
                                          <p:attrName>ppt_x</p:attrName>
                                        </p:attrNameLst>
                                      </p:cBhvr>
                                      <p:tavLst>
                                        <p:tav tm="0">
                                          <p:val>
                                            <p:strVal val="0-#ppt_w/2"/>
                                          </p:val>
                                        </p:tav>
                                        <p:tav tm="100000">
                                          <p:val>
                                            <p:strVal val="#ppt_x"/>
                                          </p:val>
                                        </p:tav>
                                      </p:tavLst>
                                    </p:anim>
                                    <p:anim calcmode="lin" valueType="num">
                                      <p:cBhvr additive="base">
                                        <p:cTn id="27" dur="600" fill="hold"/>
                                        <p:tgtEl>
                                          <p:spTgt spid="8"/>
                                        </p:tgtEl>
                                        <p:attrNameLst>
                                          <p:attrName>ppt_y</p:attrName>
                                        </p:attrNameLst>
                                      </p:cBhvr>
                                      <p:tavLst>
                                        <p:tav tm="0">
                                          <p:val>
                                            <p:strVal val="#ppt_y"/>
                                          </p:val>
                                        </p:tav>
                                        <p:tav tm="100000">
                                          <p:val>
                                            <p:strVal val="#ppt_y"/>
                                          </p:val>
                                        </p:tav>
                                      </p:tavLst>
                                    </p:anim>
                                  </p:childTnLst>
                                </p:cTn>
                              </p:par>
                              <p:par>
                                <p:cTn id="28" presetID="2" presetClass="entr" presetSubtype="2" decel="100000" fill="hold" grpId="0" nodeType="withEffect">
                                  <p:stCondLst>
                                    <p:cond delay="25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600" fill="hold"/>
                                        <p:tgtEl>
                                          <p:spTgt spid="7"/>
                                        </p:tgtEl>
                                        <p:attrNameLst>
                                          <p:attrName>ppt_x</p:attrName>
                                        </p:attrNameLst>
                                      </p:cBhvr>
                                      <p:tavLst>
                                        <p:tav tm="0">
                                          <p:val>
                                            <p:strVal val="1+#ppt_w/2"/>
                                          </p:val>
                                        </p:tav>
                                        <p:tav tm="100000">
                                          <p:val>
                                            <p:strVal val="#ppt_x"/>
                                          </p:val>
                                        </p:tav>
                                      </p:tavLst>
                                    </p:anim>
                                    <p:anim calcmode="lin" valueType="num">
                                      <p:cBhvr additive="base">
                                        <p:cTn id="31" dur="600" fill="hold"/>
                                        <p:tgtEl>
                                          <p:spTgt spid="7"/>
                                        </p:tgtEl>
                                        <p:attrNameLst>
                                          <p:attrName>ppt_y</p:attrName>
                                        </p:attrNameLst>
                                      </p:cBhvr>
                                      <p:tavLst>
                                        <p:tav tm="0">
                                          <p:val>
                                            <p:strVal val="#ppt_y"/>
                                          </p:val>
                                        </p:tav>
                                        <p:tav tm="100000">
                                          <p:val>
                                            <p:strVal val="#ppt_y"/>
                                          </p:val>
                                        </p:tav>
                                      </p:tavLst>
                                    </p:anim>
                                  </p:childTnLst>
                                </p:cTn>
                              </p:par>
                            </p:childTnLst>
                          </p:cTn>
                        </p:par>
                        <p:par>
                          <p:cTn id="32" fill="hold">
                            <p:stCondLst>
                              <p:cond delay="850"/>
                            </p:stCondLst>
                            <p:childTnLst>
                              <p:par>
                                <p:cTn id="33" presetID="2" presetClass="exit" presetSubtype="2" accel="100000" fill="hold" grpId="1" nodeType="afterEffect">
                                  <p:stCondLst>
                                    <p:cond delay="250"/>
                                  </p:stCondLst>
                                  <p:childTnLst>
                                    <p:anim calcmode="lin" valueType="num">
                                      <p:cBhvr additive="base">
                                        <p:cTn id="34" dur="500"/>
                                        <p:tgtEl>
                                          <p:spTgt spid="8"/>
                                        </p:tgtEl>
                                        <p:attrNameLst>
                                          <p:attrName>ppt_x</p:attrName>
                                        </p:attrNameLst>
                                      </p:cBhvr>
                                      <p:tavLst>
                                        <p:tav tm="0">
                                          <p:val>
                                            <p:strVal val="ppt_x"/>
                                          </p:val>
                                        </p:tav>
                                        <p:tav tm="100000">
                                          <p:val>
                                            <p:strVal val="1+ppt_w/2"/>
                                          </p:val>
                                        </p:tav>
                                      </p:tavLst>
                                    </p:anim>
                                    <p:anim calcmode="lin" valueType="num">
                                      <p:cBhvr additive="base">
                                        <p:cTn id="35" dur="500"/>
                                        <p:tgtEl>
                                          <p:spTgt spid="8"/>
                                        </p:tgtEl>
                                        <p:attrNameLst>
                                          <p:attrName>ppt_y</p:attrName>
                                        </p:attrNameLst>
                                      </p:cBhvr>
                                      <p:tavLst>
                                        <p:tav tm="0">
                                          <p:val>
                                            <p:strVal val="ppt_y"/>
                                          </p:val>
                                        </p:tav>
                                        <p:tav tm="100000">
                                          <p:val>
                                            <p:strVal val="ppt_y"/>
                                          </p:val>
                                        </p:tav>
                                      </p:tavLst>
                                    </p:anim>
                                    <p:set>
                                      <p:cBhvr>
                                        <p:cTn id="36" dur="1" fill="hold">
                                          <p:stCondLst>
                                            <p:cond delay="499"/>
                                          </p:stCondLst>
                                        </p:cTn>
                                        <p:tgtEl>
                                          <p:spTgt spid="8"/>
                                        </p:tgtEl>
                                        <p:attrNameLst>
                                          <p:attrName>style.visibility</p:attrName>
                                        </p:attrNameLst>
                                      </p:cBhvr>
                                      <p:to>
                                        <p:strVal val="hidden"/>
                                      </p:to>
                                    </p:set>
                                  </p:childTnLst>
                                </p:cTn>
                              </p:par>
                              <p:par>
                                <p:cTn id="37" presetID="2" presetClass="exit" presetSubtype="8" accel="100000" fill="hold" grpId="1" nodeType="withEffect">
                                  <p:stCondLst>
                                    <p:cond delay="250"/>
                                  </p:stCondLst>
                                  <p:childTnLst>
                                    <p:anim calcmode="lin" valueType="num">
                                      <p:cBhvr additive="base">
                                        <p:cTn id="38" dur="500"/>
                                        <p:tgtEl>
                                          <p:spTgt spid="7"/>
                                        </p:tgtEl>
                                        <p:attrNameLst>
                                          <p:attrName>ppt_x</p:attrName>
                                        </p:attrNameLst>
                                      </p:cBhvr>
                                      <p:tavLst>
                                        <p:tav tm="0">
                                          <p:val>
                                            <p:strVal val="ppt_x"/>
                                          </p:val>
                                        </p:tav>
                                        <p:tav tm="100000">
                                          <p:val>
                                            <p:strVal val="0-ppt_w/2"/>
                                          </p:val>
                                        </p:tav>
                                      </p:tavLst>
                                    </p:anim>
                                    <p:anim calcmode="lin" valueType="num">
                                      <p:cBhvr additive="base">
                                        <p:cTn id="39" dur="500"/>
                                        <p:tgtEl>
                                          <p:spTgt spid="7"/>
                                        </p:tgtEl>
                                        <p:attrNameLst>
                                          <p:attrName>ppt_y</p:attrName>
                                        </p:attrNameLst>
                                      </p:cBhvr>
                                      <p:tavLst>
                                        <p:tav tm="0">
                                          <p:val>
                                            <p:strVal val="ppt_y"/>
                                          </p:val>
                                        </p:tav>
                                        <p:tav tm="100000">
                                          <p:val>
                                            <p:strVal val="ppt_y"/>
                                          </p:val>
                                        </p:tav>
                                      </p:tavLst>
                                    </p:anim>
                                    <p:set>
                                      <p:cBhvr>
                                        <p:cTn id="40" dur="1" fill="hold">
                                          <p:stCondLst>
                                            <p:cond delay="499"/>
                                          </p:stCondLst>
                                        </p:cTn>
                                        <p:tgtEl>
                                          <p:spTgt spid="7"/>
                                        </p:tgtEl>
                                        <p:attrNameLst>
                                          <p:attrName>style.visibility</p:attrName>
                                        </p:attrNameLst>
                                      </p:cBhvr>
                                      <p:to>
                                        <p:strVal val="hidden"/>
                                      </p:to>
                                    </p:set>
                                  </p:childTnLst>
                                </p:cTn>
                              </p:par>
                              <p:par>
                                <p:cTn id="41" presetID="2" presetClass="exit" presetSubtype="8" accel="100000" fill="hold" grpId="1" nodeType="withEffect">
                                  <p:stCondLst>
                                    <p:cond delay="250"/>
                                  </p:stCondLst>
                                  <p:childTnLst>
                                    <p:anim calcmode="lin" valueType="num">
                                      <p:cBhvr additive="base">
                                        <p:cTn id="42" dur="500"/>
                                        <p:tgtEl>
                                          <p:spTgt spid="6"/>
                                        </p:tgtEl>
                                        <p:attrNameLst>
                                          <p:attrName>ppt_x</p:attrName>
                                        </p:attrNameLst>
                                      </p:cBhvr>
                                      <p:tavLst>
                                        <p:tav tm="0">
                                          <p:val>
                                            <p:strVal val="ppt_x"/>
                                          </p:val>
                                        </p:tav>
                                        <p:tav tm="100000">
                                          <p:val>
                                            <p:strVal val="0-ppt_w/2"/>
                                          </p:val>
                                        </p:tav>
                                      </p:tavLst>
                                    </p:anim>
                                    <p:anim calcmode="lin" valueType="num">
                                      <p:cBhvr additive="base">
                                        <p:cTn id="43" dur="500"/>
                                        <p:tgtEl>
                                          <p:spTgt spid="6"/>
                                        </p:tgtEl>
                                        <p:attrNameLst>
                                          <p:attrName>ppt_y</p:attrName>
                                        </p:attrNameLst>
                                      </p:cBhvr>
                                      <p:tavLst>
                                        <p:tav tm="0">
                                          <p:val>
                                            <p:strVal val="ppt_y"/>
                                          </p:val>
                                        </p:tav>
                                        <p:tav tm="100000">
                                          <p:val>
                                            <p:strVal val="ppt_y"/>
                                          </p:val>
                                        </p:tav>
                                      </p:tavLst>
                                    </p:anim>
                                    <p:set>
                                      <p:cBhvr>
                                        <p:cTn id="44" dur="1" fill="hold">
                                          <p:stCondLst>
                                            <p:cond delay="499"/>
                                          </p:stCondLst>
                                        </p:cTn>
                                        <p:tgtEl>
                                          <p:spTgt spid="6"/>
                                        </p:tgtEl>
                                        <p:attrNameLst>
                                          <p:attrName>style.visibility</p:attrName>
                                        </p:attrNameLst>
                                      </p:cBhvr>
                                      <p:to>
                                        <p:strVal val="hidden"/>
                                      </p:to>
                                    </p:set>
                                  </p:childTnLst>
                                </p:cTn>
                              </p:par>
                              <p:par>
                                <p:cTn id="45" presetID="2" presetClass="exit" presetSubtype="2" accel="100000" fill="hold" grpId="1" nodeType="withEffect">
                                  <p:stCondLst>
                                    <p:cond delay="250"/>
                                  </p:stCondLst>
                                  <p:childTnLst>
                                    <p:anim calcmode="lin" valueType="num">
                                      <p:cBhvr additive="base">
                                        <p:cTn id="46" dur="500"/>
                                        <p:tgtEl>
                                          <p:spTgt spid="5"/>
                                        </p:tgtEl>
                                        <p:attrNameLst>
                                          <p:attrName>ppt_x</p:attrName>
                                        </p:attrNameLst>
                                      </p:cBhvr>
                                      <p:tavLst>
                                        <p:tav tm="0">
                                          <p:val>
                                            <p:strVal val="ppt_x"/>
                                          </p:val>
                                        </p:tav>
                                        <p:tav tm="100000">
                                          <p:val>
                                            <p:strVal val="1+ppt_w/2"/>
                                          </p:val>
                                        </p:tav>
                                      </p:tavLst>
                                    </p:anim>
                                    <p:anim calcmode="lin" valueType="num">
                                      <p:cBhvr additive="base">
                                        <p:cTn id="47" dur="500"/>
                                        <p:tgtEl>
                                          <p:spTgt spid="5"/>
                                        </p:tgtEl>
                                        <p:attrNameLst>
                                          <p:attrName>ppt_y</p:attrName>
                                        </p:attrNameLst>
                                      </p:cBhvr>
                                      <p:tavLst>
                                        <p:tav tm="0">
                                          <p:val>
                                            <p:strVal val="ppt_y"/>
                                          </p:val>
                                        </p:tav>
                                        <p:tav tm="100000">
                                          <p:val>
                                            <p:strVal val="ppt_y"/>
                                          </p:val>
                                        </p:tav>
                                      </p:tavLst>
                                    </p:anim>
                                    <p:set>
                                      <p:cBhvr>
                                        <p:cTn id="48" dur="1" fill="hold">
                                          <p:stCondLst>
                                            <p:cond delay="499"/>
                                          </p:stCondLst>
                                        </p:cTn>
                                        <p:tgtEl>
                                          <p:spTgt spid="5"/>
                                        </p:tgtEl>
                                        <p:attrNameLst>
                                          <p:attrName>style.visibility</p:attrName>
                                        </p:attrNameLst>
                                      </p:cBhvr>
                                      <p:to>
                                        <p:strVal val="hidden"/>
                                      </p:to>
                                    </p:set>
                                  </p:childTnLst>
                                </p:cTn>
                              </p:par>
                              <p:par>
                                <p:cTn id="49" presetID="2" presetClass="exit" presetSubtype="2" accel="100000" fill="hold" grpId="1" nodeType="withEffect">
                                  <p:stCondLst>
                                    <p:cond delay="250"/>
                                  </p:stCondLst>
                                  <p:childTnLst>
                                    <p:anim calcmode="lin" valueType="num">
                                      <p:cBhvr additive="base">
                                        <p:cTn id="50" dur="750"/>
                                        <p:tgtEl>
                                          <p:spTgt spid="11"/>
                                        </p:tgtEl>
                                        <p:attrNameLst>
                                          <p:attrName>ppt_x</p:attrName>
                                        </p:attrNameLst>
                                      </p:cBhvr>
                                      <p:tavLst>
                                        <p:tav tm="0">
                                          <p:val>
                                            <p:strVal val="ppt_x"/>
                                          </p:val>
                                        </p:tav>
                                        <p:tav tm="100000">
                                          <p:val>
                                            <p:strVal val="1+ppt_w/2"/>
                                          </p:val>
                                        </p:tav>
                                      </p:tavLst>
                                    </p:anim>
                                    <p:anim calcmode="lin" valueType="num">
                                      <p:cBhvr additive="base">
                                        <p:cTn id="51" dur="750"/>
                                        <p:tgtEl>
                                          <p:spTgt spid="11"/>
                                        </p:tgtEl>
                                        <p:attrNameLst>
                                          <p:attrName>ppt_y</p:attrName>
                                        </p:attrNameLst>
                                      </p:cBhvr>
                                      <p:tavLst>
                                        <p:tav tm="0">
                                          <p:val>
                                            <p:strVal val="ppt_y"/>
                                          </p:val>
                                        </p:tav>
                                        <p:tav tm="100000">
                                          <p:val>
                                            <p:strVal val="ppt_y"/>
                                          </p:val>
                                        </p:tav>
                                      </p:tavLst>
                                    </p:anim>
                                    <p:set>
                                      <p:cBhvr>
                                        <p:cTn id="52" dur="1" fill="hold">
                                          <p:stCondLst>
                                            <p:cond delay="749"/>
                                          </p:stCondLst>
                                        </p:cTn>
                                        <p:tgtEl>
                                          <p:spTgt spid="11"/>
                                        </p:tgtEl>
                                        <p:attrNameLst>
                                          <p:attrName>style.visibility</p:attrName>
                                        </p:attrNameLst>
                                      </p:cBhvr>
                                      <p:to>
                                        <p:strVal val="hidden"/>
                                      </p:to>
                                    </p:set>
                                  </p:childTnLst>
                                </p:cTn>
                              </p:par>
                              <p:par>
                                <p:cTn id="53" presetID="2" presetClass="exit" presetSubtype="8" accel="100000" fill="hold" grpId="1" nodeType="withEffect">
                                  <p:stCondLst>
                                    <p:cond delay="250"/>
                                  </p:stCondLst>
                                  <p:childTnLst>
                                    <p:anim calcmode="lin" valueType="num">
                                      <p:cBhvr additive="base">
                                        <p:cTn id="54" dur="750"/>
                                        <p:tgtEl>
                                          <p:spTgt spid="12"/>
                                        </p:tgtEl>
                                        <p:attrNameLst>
                                          <p:attrName>ppt_x</p:attrName>
                                        </p:attrNameLst>
                                      </p:cBhvr>
                                      <p:tavLst>
                                        <p:tav tm="0">
                                          <p:val>
                                            <p:strVal val="ppt_x"/>
                                          </p:val>
                                        </p:tav>
                                        <p:tav tm="100000">
                                          <p:val>
                                            <p:strVal val="0-ppt_w/2"/>
                                          </p:val>
                                        </p:tav>
                                      </p:tavLst>
                                    </p:anim>
                                    <p:anim calcmode="lin" valueType="num">
                                      <p:cBhvr additive="base">
                                        <p:cTn id="55" dur="750"/>
                                        <p:tgtEl>
                                          <p:spTgt spid="12"/>
                                        </p:tgtEl>
                                        <p:attrNameLst>
                                          <p:attrName>ppt_y</p:attrName>
                                        </p:attrNameLst>
                                      </p:cBhvr>
                                      <p:tavLst>
                                        <p:tav tm="0">
                                          <p:val>
                                            <p:strVal val="ppt_y"/>
                                          </p:val>
                                        </p:tav>
                                        <p:tav tm="100000">
                                          <p:val>
                                            <p:strVal val="ppt_y"/>
                                          </p:val>
                                        </p:tav>
                                      </p:tavLst>
                                    </p:anim>
                                    <p:set>
                                      <p:cBhvr>
                                        <p:cTn id="56" dur="1" fill="hold">
                                          <p:stCondLst>
                                            <p:cond delay="749"/>
                                          </p:stCondLst>
                                        </p:cTn>
                                        <p:tgtEl>
                                          <p:spTgt spid="12"/>
                                        </p:tgtEl>
                                        <p:attrNameLst>
                                          <p:attrName>style.visibility</p:attrName>
                                        </p:attrNameLst>
                                      </p:cBhvr>
                                      <p:to>
                                        <p:strVal val="hidden"/>
                                      </p:to>
                                    </p:set>
                                  </p:childTnLst>
                                </p:cTn>
                              </p:par>
                              <p:par>
                                <p:cTn id="57" presetID="10" presetClass="entr" presetSubtype="0" fill="hold" grpId="0" nodeType="withEffect">
                                  <p:stCondLst>
                                    <p:cond delay="50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childTnLst>
                                </p:cTn>
                              </p:par>
                              <p:par>
                                <p:cTn id="60" presetID="21" presetClass="entr" presetSubtype="1" fill="hold" grpId="0" nodeType="withEffect">
                                  <p:stCondLst>
                                    <p:cond delay="1000"/>
                                  </p:stCondLst>
                                  <p:childTnLst>
                                    <p:set>
                                      <p:cBhvr>
                                        <p:cTn id="61" dur="1" fill="hold">
                                          <p:stCondLst>
                                            <p:cond delay="0"/>
                                          </p:stCondLst>
                                        </p:cTn>
                                        <p:tgtEl>
                                          <p:spTgt spid="16"/>
                                        </p:tgtEl>
                                        <p:attrNameLst>
                                          <p:attrName>style.visibility</p:attrName>
                                        </p:attrNameLst>
                                      </p:cBhvr>
                                      <p:to>
                                        <p:strVal val="visible"/>
                                      </p:to>
                                    </p:set>
                                    <p:animEffect transition="in" filter="wheel(1)">
                                      <p:cBhvr>
                                        <p:cTn id="62" dur="1500"/>
                                        <p:tgtEl>
                                          <p:spTgt spid="16"/>
                                        </p:tgtEl>
                                      </p:cBhvr>
                                    </p:animEffect>
                                  </p:childTnLst>
                                </p:cTn>
                              </p:par>
                              <p:par>
                                <p:cTn id="63" presetID="23" presetClass="exit" presetSubtype="16" fill="hold" grpId="1" nodeType="withEffect">
                                  <p:stCondLst>
                                    <p:cond delay="2500"/>
                                  </p:stCondLst>
                                  <p:childTnLst>
                                    <p:anim calcmode="lin" valueType="num">
                                      <p:cBhvr>
                                        <p:cTn id="64" dur="2000"/>
                                        <p:tgtEl>
                                          <p:spTgt spid="16"/>
                                        </p:tgtEl>
                                        <p:attrNameLst>
                                          <p:attrName>ppt_w</p:attrName>
                                        </p:attrNameLst>
                                      </p:cBhvr>
                                      <p:tavLst>
                                        <p:tav tm="0">
                                          <p:val>
                                            <p:strVal val="ppt_w"/>
                                          </p:val>
                                        </p:tav>
                                        <p:tav tm="100000">
                                          <p:val>
                                            <p:strVal val="4*ppt_w"/>
                                          </p:val>
                                        </p:tav>
                                      </p:tavLst>
                                    </p:anim>
                                    <p:anim calcmode="lin" valueType="num">
                                      <p:cBhvr>
                                        <p:cTn id="65" dur="2000"/>
                                        <p:tgtEl>
                                          <p:spTgt spid="16"/>
                                        </p:tgtEl>
                                        <p:attrNameLst>
                                          <p:attrName>ppt_h</p:attrName>
                                        </p:attrNameLst>
                                      </p:cBhvr>
                                      <p:tavLst>
                                        <p:tav tm="0">
                                          <p:val>
                                            <p:strVal val="ppt_h"/>
                                          </p:val>
                                        </p:tav>
                                        <p:tav tm="100000">
                                          <p:val>
                                            <p:strVal val="4*ppt_h"/>
                                          </p:val>
                                        </p:tav>
                                      </p:tavLst>
                                    </p:anim>
                                    <p:set>
                                      <p:cBhvr>
                                        <p:cTn id="66" dur="1" fill="hold">
                                          <p:stCondLst>
                                            <p:cond delay="1999"/>
                                          </p:stCondLst>
                                        </p:cTn>
                                        <p:tgtEl>
                                          <p:spTgt spid="16"/>
                                        </p:tgtEl>
                                        <p:attrNameLst>
                                          <p:attrName>style.visibility</p:attrName>
                                        </p:attrNameLst>
                                      </p:cBhvr>
                                      <p:to>
                                        <p:strVal val="hidden"/>
                                      </p:to>
                                    </p:set>
                                  </p:childTnLst>
                                </p:cTn>
                              </p:par>
                              <p:par>
                                <p:cTn id="67" presetID="21" presetClass="exit" presetSubtype="1" fill="hold" grpId="2" nodeType="withEffect">
                                  <p:stCondLst>
                                    <p:cond delay="2500"/>
                                  </p:stCondLst>
                                  <p:childTnLst>
                                    <p:animEffect transition="out" filter="wheel(1)">
                                      <p:cBhvr>
                                        <p:cTn id="68" dur="2000"/>
                                        <p:tgtEl>
                                          <p:spTgt spid="16"/>
                                        </p:tgtEl>
                                      </p:cBhvr>
                                    </p:animEffect>
                                    <p:set>
                                      <p:cBhvr>
                                        <p:cTn id="69" dur="1" fill="hold">
                                          <p:stCondLst>
                                            <p:cond delay="1999"/>
                                          </p:stCondLst>
                                        </p:cTn>
                                        <p:tgtEl>
                                          <p:spTgt spid="16"/>
                                        </p:tgtEl>
                                        <p:attrNameLst>
                                          <p:attrName>style.visibility</p:attrName>
                                        </p:attrNameLst>
                                      </p:cBhvr>
                                      <p:to>
                                        <p:strVal val="hidden"/>
                                      </p:to>
                                    </p:set>
                                  </p:childTnLst>
                                </p:cTn>
                              </p:par>
                              <p:par>
                                <p:cTn id="70" presetID="10" presetClass="entr" presetSubtype="0" fill="hold" grpId="0" nodeType="withEffect">
                                  <p:stCondLst>
                                    <p:cond delay="250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250"/>
                                        <p:tgtEl>
                                          <p:spTgt spid="17"/>
                                        </p:tgtEl>
                                      </p:cBhvr>
                                    </p:animEffect>
                                  </p:childTnLst>
                                </p:cTn>
                              </p:par>
                              <p:par>
                                <p:cTn id="73" presetID="21" presetClass="entr" presetSubtype="1" fill="hold" grpId="0" nodeType="withEffect">
                                  <p:stCondLst>
                                    <p:cond delay="2500"/>
                                  </p:stCondLst>
                                  <p:childTnLst>
                                    <p:set>
                                      <p:cBhvr>
                                        <p:cTn id="74" dur="1" fill="hold">
                                          <p:stCondLst>
                                            <p:cond delay="0"/>
                                          </p:stCondLst>
                                        </p:cTn>
                                        <p:tgtEl>
                                          <p:spTgt spid="18"/>
                                        </p:tgtEl>
                                        <p:attrNameLst>
                                          <p:attrName>style.visibility</p:attrName>
                                        </p:attrNameLst>
                                      </p:cBhvr>
                                      <p:to>
                                        <p:strVal val="visible"/>
                                      </p:to>
                                    </p:set>
                                    <p:animEffect transition="in" filter="wheel(1)">
                                      <p:cBhvr>
                                        <p:cTn id="75" dur="2000"/>
                                        <p:tgtEl>
                                          <p:spTgt spid="18"/>
                                        </p:tgtEl>
                                      </p:cBhvr>
                                    </p:animEffect>
                                  </p:childTnLst>
                                </p:cTn>
                              </p:par>
                              <p:par>
                                <p:cTn id="76" presetID="16" presetClass="entr" presetSubtype="37" fill="hold" grpId="0" nodeType="withEffect">
                                  <p:stCondLst>
                                    <p:cond delay="3500"/>
                                  </p:stCondLst>
                                  <p:childTnLst>
                                    <p:set>
                                      <p:cBhvr>
                                        <p:cTn id="77" dur="1" fill="hold">
                                          <p:stCondLst>
                                            <p:cond delay="0"/>
                                          </p:stCondLst>
                                        </p:cTn>
                                        <p:tgtEl>
                                          <p:spTgt spid="23"/>
                                        </p:tgtEl>
                                        <p:attrNameLst>
                                          <p:attrName>style.visibility</p:attrName>
                                        </p:attrNameLst>
                                      </p:cBhvr>
                                      <p:to>
                                        <p:strVal val="visible"/>
                                      </p:to>
                                    </p:set>
                                    <p:animEffect transition="in" filter="barn(outVertical)">
                                      <p:cBhvr>
                                        <p:cTn id="78" dur="1000"/>
                                        <p:tgtEl>
                                          <p:spTgt spid="23"/>
                                        </p:tgtEl>
                                      </p:cBhvr>
                                    </p:animEffect>
                                  </p:childTnLst>
                                </p:cTn>
                              </p:par>
                              <p:par>
                                <p:cTn id="79" presetID="22" presetClass="entr" presetSubtype="8" fill="hold" nodeType="withEffect">
                                  <p:stCondLst>
                                    <p:cond delay="4000"/>
                                  </p:stCondLst>
                                  <p:childTnLst>
                                    <p:set>
                                      <p:cBhvr>
                                        <p:cTn id="80" dur="1" fill="hold">
                                          <p:stCondLst>
                                            <p:cond delay="0"/>
                                          </p:stCondLst>
                                        </p:cTn>
                                        <p:tgtEl>
                                          <p:spTgt spid="3"/>
                                        </p:tgtEl>
                                        <p:attrNameLst>
                                          <p:attrName>style.visibility</p:attrName>
                                        </p:attrNameLst>
                                      </p:cBhvr>
                                      <p:to>
                                        <p:strVal val="visible"/>
                                      </p:to>
                                    </p:set>
                                    <p:animEffect transition="in" filter="wipe(left)">
                                      <p:cBhvr>
                                        <p:cTn id="81" dur="500"/>
                                        <p:tgtEl>
                                          <p:spTgt spid="3"/>
                                        </p:tgtEl>
                                      </p:cBhvr>
                                    </p:animEffect>
                                  </p:childTnLst>
                                </p:cTn>
                              </p:par>
                              <p:par>
                                <p:cTn id="82" presetID="22" presetClass="entr" presetSubtype="2" fill="hold" nodeType="withEffect">
                                  <p:stCondLst>
                                    <p:cond delay="4000"/>
                                  </p:stCondLst>
                                  <p:childTnLst>
                                    <p:set>
                                      <p:cBhvr>
                                        <p:cTn id="83" dur="1" fill="hold">
                                          <p:stCondLst>
                                            <p:cond delay="0"/>
                                          </p:stCondLst>
                                        </p:cTn>
                                        <p:tgtEl>
                                          <p:spTgt spid="22"/>
                                        </p:tgtEl>
                                        <p:attrNameLst>
                                          <p:attrName>style.visibility</p:attrName>
                                        </p:attrNameLst>
                                      </p:cBhvr>
                                      <p:to>
                                        <p:strVal val="visible"/>
                                      </p:to>
                                    </p:set>
                                    <p:animEffect transition="in" filter="wipe(right)">
                                      <p:cBhvr>
                                        <p:cTn id="84" dur="500"/>
                                        <p:tgtEl>
                                          <p:spTgt spid="22"/>
                                        </p:tgtEl>
                                      </p:cBhvr>
                                    </p:animEffect>
                                  </p:childTnLst>
                                </p:cTn>
                              </p:par>
                              <p:par>
                                <p:cTn id="85" presetID="23" presetClass="entr" presetSubtype="32" fill="hold" grpId="0" nodeType="withEffect">
                                  <p:stCondLst>
                                    <p:cond delay="1750"/>
                                  </p:stCondLst>
                                  <p:childTnLst>
                                    <p:set>
                                      <p:cBhvr>
                                        <p:cTn id="86" dur="1" fill="hold">
                                          <p:stCondLst>
                                            <p:cond delay="0"/>
                                          </p:stCondLst>
                                        </p:cTn>
                                        <p:tgtEl>
                                          <p:spTgt spid="20">
                                            <p:txEl>
                                              <p:pRg st="0" end="0"/>
                                            </p:txEl>
                                          </p:spTgt>
                                        </p:tgtEl>
                                        <p:attrNameLst>
                                          <p:attrName>style.visibility</p:attrName>
                                        </p:attrNameLst>
                                      </p:cBhvr>
                                      <p:to>
                                        <p:strVal val="visible"/>
                                      </p:to>
                                    </p:set>
                                    <p:anim calcmode="lin" valueType="num">
                                      <p:cBhvr>
                                        <p:cTn id="87" dur="750" fill="hold"/>
                                        <p:tgtEl>
                                          <p:spTgt spid="20">
                                            <p:txEl>
                                              <p:pRg st="0" end="0"/>
                                            </p:txEl>
                                          </p:spTgt>
                                        </p:tgtEl>
                                        <p:attrNameLst>
                                          <p:attrName>ppt_w</p:attrName>
                                        </p:attrNameLst>
                                      </p:cBhvr>
                                      <p:tavLst>
                                        <p:tav tm="0">
                                          <p:val>
                                            <p:strVal val="4*#ppt_w"/>
                                          </p:val>
                                        </p:tav>
                                        <p:tav tm="100000">
                                          <p:val>
                                            <p:strVal val="#ppt_w"/>
                                          </p:val>
                                        </p:tav>
                                      </p:tavLst>
                                    </p:anim>
                                    <p:anim calcmode="lin" valueType="num">
                                      <p:cBhvr>
                                        <p:cTn id="88" dur="750" fill="hold"/>
                                        <p:tgtEl>
                                          <p:spTgt spid="20">
                                            <p:txEl>
                                              <p:pRg st="0" end="0"/>
                                            </p:txEl>
                                          </p:spTgt>
                                        </p:tgtEl>
                                        <p:attrNameLst>
                                          <p:attrName>ppt_h</p:attrName>
                                        </p:attrNameLst>
                                      </p:cBhvr>
                                      <p:tavLst>
                                        <p:tav tm="0">
                                          <p:val>
                                            <p:strVal val="4*#ppt_h"/>
                                          </p:val>
                                        </p:tav>
                                        <p:tav tm="100000">
                                          <p:val>
                                            <p:strVal val="#ppt_h"/>
                                          </p:val>
                                        </p:tav>
                                      </p:tavLst>
                                    </p:anim>
                                  </p:childTnLst>
                                </p:cTn>
                              </p:par>
                              <p:par>
                                <p:cTn id="89" presetID="6" presetClass="entr" presetSubtype="32" fill="hold" grpId="1" nodeType="withEffect">
                                  <p:stCondLst>
                                    <p:cond delay="1750"/>
                                  </p:stCondLst>
                                  <p:childTnLst>
                                    <p:set>
                                      <p:cBhvr>
                                        <p:cTn id="90" dur="1" fill="hold">
                                          <p:stCondLst>
                                            <p:cond delay="0"/>
                                          </p:stCondLst>
                                        </p:cTn>
                                        <p:tgtEl>
                                          <p:spTgt spid="20">
                                            <p:txEl>
                                              <p:pRg st="0" end="0"/>
                                            </p:txEl>
                                          </p:spTgt>
                                        </p:tgtEl>
                                        <p:attrNameLst>
                                          <p:attrName>style.visibility</p:attrName>
                                        </p:attrNameLst>
                                      </p:cBhvr>
                                      <p:to>
                                        <p:strVal val="visible"/>
                                      </p:to>
                                    </p:set>
                                    <p:animEffect transition="in" filter="circle(out)">
                                      <p:cBhvr>
                                        <p:cTn id="91" dur="750"/>
                                        <p:tgtEl>
                                          <p:spTgt spid="20">
                                            <p:txEl>
                                              <p:pRg st="0" end="0"/>
                                            </p:txEl>
                                          </p:spTgt>
                                        </p:tgtEl>
                                      </p:cBhvr>
                                    </p:animEffect>
                                  </p:childTnLst>
                                </p:cTn>
                              </p:par>
                              <p:par>
                                <p:cTn id="92" presetID="23" presetClass="entr" presetSubtype="32" fill="hold" grpId="0" nodeType="withEffect">
                                  <p:stCondLst>
                                    <p:cond delay="1750"/>
                                  </p:stCondLst>
                                  <p:childTnLst>
                                    <p:set>
                                      <p:cBhvr>
                                        <p:cTn id="93" dur="1" fill="hold">
                                          <p:stCondLst>
                                            <p:cond delay="0"/>
                                          </p:stCondLst>
                                        </p:cTn>
                                        <p:tgtEl>
                                          <p:spTgt spid="19">
                                            <p:txEl>
                                              <p:pRg st="0" end="0"/>
                                            </p:txEl>
                                          </p:spTgt>
                                        </p:tgtEl>
                                        <p:attrNameLst>
                                          <p:attrName>style.visibility</p:attrName>
                                        </p:attrNameLst>
                                      </p:cBhvr>
                                      <p:to>
                                        <p:strVal val="visible"/>
                                      </p:to>
                                    </p:set>
                                    <p:anim calcmode="lin" valueType="num">
                                      <p:cBhvr>
                                        <p:cTn id="94" dur="750" fill="hold"/>
                                        <p:tgtEl>
                                          <p:spTgt spid="19">
                                            <p:txEl>
                                              <p:pRg st="0" end="0"/>
                                            </p:txEl>
                                          </p:spTgt>
                                        </p:tgtEl>
                                        <p:attrNameLst>
                                          <p:attrName>ppt_w</p:attrName>
                                        </p:attrNameLst>
                                      </p:cBhvr>
                                      <p:tavLst>
                                        <p:tav tm="0">
                                          <p:val>
                                            <p:strVal val="4*#ppt_w"/>
                                          </p:val>
                                        </p:tav>
                                        <p:tav tm="100000">
                                          <p:val>
                                            <p:strVal val="#ppt_w"/>
                                          </p:val>
                                        </p:tav>
                                      </p:tavLst>
                                    </p:anim>
                                    <p:anim calcmode="lin" valueType="num">
                                      <p:cBhvr>
                                        <p:cTn id="95" dur="750" fill="hold"/>
                                        <p:tgtEl>
                                          <p:spTgt spid="19">
                                            <p:txEl>
                                              <p:pRg st="0" end="0"/>
                                            </p:txEl>
                                          </p:spTgt>
                                        </p:tgtEl>
                                        <p:attrNameLst>
                                          <p:attrName>ppt_h</p:attrName>
                                        </p:attrNameLst>
                                      </p:cBhvr>
                                      <p:tavLst>
                                        <p:tav tm="0">
                                          <p:val>
                                            <p:strVal val="4*#ppt_h"/>
                                          </p:val>
                                        </p:tav>
                                        <p:tav tm="100000">
                                          <p:val>
                                            <p:strVal val="#ppt_h"/>
                                          </p:val>
                                        </p:tav>
                                      </p:tavLst>
                                    </p:anim>
                                  </p:childTnLst>
                                </p:cTn>
                              </p:par>
                              <p:par>
                                <p:cTn id="96" presetID="6" presetClass="entr" presetSubtype="32" fill="hold" grpId="1" nodeType="withEffect">
                                  <p:stCondLst>
                                    <p:cond delay="1750"/>
                                  </p:stCondLst>
                                  <p:childTnLst>
                                    <p:set>
                                      <p:cBhvr>
                                        <p:cTn id="97" dur="1" fill="hold">
                                          <p:stCondLst>
                                            <p:cond delay="0"/>
                                          </p:stCondLst>
                                        </p:cTn>
                                        <p:tgtEl>
                                          <p:spTgt spid="19">
                                            <p:txEl>
                                              <p:pRg st="0" end="0"/>
                                            </p:txEl>
                                          </p:spTgt>
                                        </p:tgtEl>
                                        <p:attrNameLst>
                                          <p:attrName>style.visibility</p:attrName>
                                        </p:attrNameLst>
                                      </p:cBhvr>
                                      <p:to>
                                        <p:strVal val="visible"/>
                                      </p:to>
                                    </p:set>
                                    <p:animEffect transition="in" filter="circle(out)">
                                      <p:cBhvr>
                                        <p:cTn id="98" dur="750"/>
                                        <p:tgtEl>
                                          <p:spTgt spid="19">
                                            <p:txEl>
                                              <p:pRg st="0" end="0"/>
                                            </p:txEl>
                                          </p:spTgt>
                                        </p:tgtEl>
                                      </p:cBhvr>
                                    </p:animEffect>
                                  </p:childTnLst>
                                </p:cTn>
                              </p:par>
                            </p:childTnLst>
                          </p:cTn>
                        </p:par>
                        <p:par>
                          <p:cTn id="99" fill="hold">
                            <p:stCondLst>
                              <p:cond delay="5350"/>
                            </p:stCondLst>
                            <p:childTnLst>
                              <p:par>
                                <p:cTn id="100" presetID="10" presetClass="entr" presetSubtype="0" fill="hold" grpId="0" nodeType="afterEffect">
                                  <p:stCondLst>
                                    <p:cond delay="250"/>
                                  </p:stCondLst>
                                  <p:childTnLst>
                                    <p:set>
                                      <p:cBhvr>
                                        <p:cTn id="101" dur="1" fill="hold">
                                          <p:stCondLst>
                                            <p:cond delay="0"/>
                                          </p:stCondLst>
                                        </p:cTn>
                                        <p:tgtEl>
                                          <p:spTgt spid="21">
                                            <p:txEl>
                                              <p:pRg st="0" end="0"/>
                                            </p:txEl>
                                          </p:spTgt>
                                        </p:tgtEl>
                                        <p:attrNameLst>
                                          <p:attrName>style.visibility</p:attrName>
                                        </p:attrNameLst>
                                      </p:cBhvr>
                                      <p:to>
                                        <p:strVal val="visible"/>
                                      </p:to>
                                    </p:set>
                                    <p:animEffect transition="in" filter="fade">
                                      <p:cBhvr>
                                        <p:cTn id="102" dur="5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23" grpId="0" animBg="1"/>
      <p:bldP spid="11" grpId="0" animBg="1"/>
      <p:bldP spid="11" grpId="1" animBg="1"/>
      <p:bldP spid="12" grpId="0" animBg="1"/>
      <p:bldP spid="12" grpId="1" animBg="1"/>
      <p:bldP spid="7" grpId="0" animBg="1"/>
      <p:bldP spid="7" grpId="1" animBg="1"/>
      <p:bldP spid="8" grpId="0" animBg="1"/>
      <p:bldP spid="8" grpId="1" animBg="1"/>
      <p:bldP spid="5" grpId="0" animBg="1"/>
      <p:bldP spid="5" grpId="1" animBg="1"/>
      <p:bldP spid="6" grpId="0" animBg="1"/>
      <p:bldP spid="6" grpId="1" animBg="1"/>
      <p:bldP spid="17" grpId="0" animBg="1"/>
      <p:bldP spid="16" grpId="0" animBg="1"/>
      <p:bldP spid="16" grpId="1" animBg="1"/>
      <p:bldP spid="16" grpId="2" animBg="1"/>
      <p:bldP spid="18" grpId="0" animBg="1"/>
      <p:bldP spid="19" grpId="0" build="p">
        <p:tmplLst>
          <p:tmpl lvl="1">
            <p:tnLst>
              <p:par>
                <p:cTn presetID="23" presetClass="entr" presetSubtype="32" fill="hold" nodeType="withEffect">
                  <p:stCondLst>
                    <p:cond delay="1750"/>
                  </p:stCondLst>
                  <p:childTnLst>
                    <p:set>
                      <p:cBhvr>
                        <p:cTn dur="1" fill="hold">
                          <p:stCondLst>
                            <p:cond delay="0"/>
                          </p:stCondLst>
                        </p:cTn>
                        <p:tgtEl>
                          <p:spTgt spid="19"/>
                        </p:tgtEl>
                        <p:attrNameLst>
                          <p:attrName>style.visibility</p:attrName>
                        </p:attrNameLst>
                      </p:cBhvr>
                      <p:to>
                        <p:strVal val="visible"/>
                      </p:to>
                    </p:set>
                    <p:anim calcmode="lin" valueType="num">
                      <p:cBhvr>
                        <p:cTn dur="750" fill="hold"/>
                        <p:tgtEl>
                          <p:spTgt spid="19"/>
                        </p:tgtEl>
                        <p:attrNameLst>
                          <p:attrName>ppt_w</p:attrName>
                        </p:attrNameLst>
                      </p:cBhvr>
                      <p:tavLst>
                        <p:tav tm="0">
                          <p:val>
                            <p:strVal val="4*#ppt_w"/>
                          </p:val>
                        </p:tav>
                        <p:tav tm="100000">
                          <p:val>
                            <p:strVal val="#ppt_w"/>
                          </p:val>
                        </p:tav>
                      </p:tavLst>
                    </p:anim>
                    <p:anim calcmode="lin" valueType="num">
                      <p:cBhvr>
                        <p:cTn dur="750" fill="hold"/>
                        <p:tgtEl>
                          <p:spTgt spid="19"/>
                        </p:tgtEl>
                        <p:attrNameLst>
                          <p:attrName>ppt_h</p:attrName>
                        </p:attrNameLst>
                      </p:cBhvr>
                      <p:tavLst>
                        <p:tav tm="0">
                          <p:val>
                            <p:strVal val="4*#ppt_h"/>
                          </p:val>
                        </p:tav>
                        <p:tav tm="100000">
                          <p:val>
                            <p:strVal val="#ppt_h"/>
                          </p:val>
                        </p:tav>
                      </p:tavLst>
                    </p:anim>
                  </p:childTnLst>
                </p:cTn>
              </p:par>
            </p:tnLst>
          </p:tmpl>
        </p:tmplLst>
      </p:bldP>
      <p:bldP spid="19" grpId="1" build="p">
        <p:tmplLst>
          <p:tmpl lvl="1">
            <p:tnLst>
              <p:par>
                <p:cTn presetID="6" presetClass="entr" presetSubtype="32" fill="hold" nodeType="withEffect">
                  <p:stCondLst>
                    <p:cond delay="1750"/>
                  </p:stCondLst>
                  <p:childTnLst>
                    <p:set>
                      <p:cBhvr>
                        <p:cTn dur="1" fill="hold">
                          <p:stCondLst>
                            <p:cond delay="0"/>
                          </p:stCondLst>
                        </p:cTn>
                        <p:tgtEl>
                          <p:spTgt spid="19"/>
                        </p:tgtEl>
                        <p:attrNameLst>
                          <p:attrName>style.visibility</p:attrName>
                        </p:attrNameLst>
                      </p:cBhvr>
                      <p:to>
                        <p:strVal val="visible"/>
                      </p:to>
                    </p:set>
                    <p:animEffect transition="in" filter="circle(out)">
                      <p:cBhvr>
                        <p:cTn dur="750"/>
                        <p:tgtEl>
                          <p:spTgt spid="19"/>
                        </p:tgtEl>
                      </p:cBhvr>
                    </p:animEffect>
                  </p:childTnLst>
                </p:cTn>
              </p:par>
            </p:tnLst>
          </p:tmpl>
        </p:tmplLst>
      </p:bldP>
      <p:bldP spid="20" grpId="0" build="p">
        <p:tmplLst>
          <p:tmpl lvl="1">
            <p:tnLst>
              <p:par>
                <p:cTn presetID="23" presetClass="entr" presetSubtype="32" fill="hold" nodeType="withEffect">
                  <p:stCondLst>
                    <p:cond delay="1750"/>
                  </p:stCondLst>
                  <p:childTnLst>
                    <p:set>
                      <p:cBhvr>
                        <p:cTn dur="1" fill="hold">
                          <p:stCondLst>
                            <p:cond delay="0"/>
                          </p:stCondLst>
                        </p:cTn>
                        <p:tgtEl>
                          <p:spTgt spid="20"/>
                        </p:tgtEl>
                        <p:attrNameLst>
                          <p:attrName>style.visibility</p:attrName>
                        </p:attrNameLst>
                      </p:cBhvr>
                      <p:to>
                        <p:strVal val="visible"/>
                      </p:to>
                    </p:set>
                    <p:anim calcmode="lin" valueType="num">
                      <p:cBhvr>
                        <p:cTn dur="750" fill="hold"/>
                        <p:tgtEl>
                          <p:spTgt spid="20"/>
                        </p:tgtEl>
                        <p:attrNameLst>
                          <p:attrName>ppt_w</p:attrName>
                        </p:attrNameLst>
                      </p:cBhvr>
                      <p:tavLst>
                        <p:tav tm="0">
                          <p:val>
                            <p:strVal val="4*#ppt_w"/>
                          </p:val>
                        </p:tav>
                        <p:tav tm="100000">
                          <p:val>
                            <p:strVal val="#ppt_w"/>
                          </p:val>
                        </p:tav>
                      </p:tavLst>
                    </p:anim>
                    <p:anim calcmode="lin" valueType="num">
                      <p:cBhvr>
                        <p:cTn dur="750" fill="hold"/>
                        <p:tgtEl>
                          <p:spTgt spid="20"/>
                        </p:tgtEl>
                        <p:attrNameLst>
                          <p:attrName>ppt_h</p:attrName>
                        </p:attrNameLst>
                      </p:cBhvr>
                      <p:tavLst>
                        <p:tav tm="0">
                          <p:val>
                            <p:strVal val="4*#ppt_h"/>
                          </p:val>
                        </p:tav>
                        <p:tav tm="100000">
                          <p:val>
                            <p:strVal val="#ppt_h"/>
                          </p:val>
                        </p:tav>
                      </p:tavLst>
                    </p:anim>
                  </p:childTnLst>
                </p:cTn>
              </p:par>
            </p:tnLst>
          </p:tmpl>
        </p:tmplLst>
      </p:bldP>
      <p:bldP spid="20" grpId="1" build="p">
        <p:tmplLst>
          <p:tmpl lvl="1">
            <p:tnLst>
              <p:par>
                <p:cTn presetID="6" presetClass="entr" presetSubtype="32" fill="hold" nodeType="withEffect">
                  <p:stCondLst>
                    <p:cond delay="1750"/>
                  </p:stCondLst>
                  <p:childTnLst>
                    <p:set>
                      <p:cBhvr>
                        <p:cTn dur="1" fill="hold">
                          <p:stCondLst>
                            <p:cond delay="0"/>
                          </p:stCondLst>
                        </p:cTn>
                        <p:tgtEl>
                          <p:spTgt spid="20"/>
                        </p:tgtEl>
                        <p:attrNameLst>
                          <p:attrName>style.visibility</p:attrName>
                        </p:attrNameLst>
                      </p:cBhvr>
                      <p:to>
                        <p:strVal val="visible"/>
                      </p:to>
                    </p:set>
                    <p:animEffect transition="in" filter="circle(out)">
                      <p:cBhvr>
                        <p:cTn dur="750"/>
                        <p:tgtEl>
                          <p:spTgt spid="20"/>
                        </p:tgtEl>
                      </p:cBhvr>
                    </p:animEffect>
                  </p:childTnLst>
                </p:cTn>
              </p:par>
            </p:tnLst>
          </p:tmpl>
        </p:tmplLst>
      </p:bldP>
      <p:bldP spid="21" grpId="0" build="p">
        <p:tmplLst>
          <p:tmpl lvl="1">
            <p:tnLst>
              <p:par>
                <p:cTn presetID="10" presetClass="entr" presetSubtype="0" fill="hold" nodeType="afterEffect">
                  <p:stCondLst>
                    <p:cond delay="25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ig Text and Image">
    <p:spTree>
      <p:nvGrpSpPr>
        <p:cNvPr id="1" name=""/>
        <p:cNvGrpSpPr/>
        <p:nvPr/>
      </p:nvGrpSpPr>
      <p:grpSpPr>
        <a:xfrm>
          <a:off x="0" y="0"/>
          <a:ext cx="0" cy="0"/>
          <a:chOff x="0" y="0"/>
          <a:chExt cx="0" cy="0"/>
        </a:xfrm>
      </p:grpSpPr>
      <p:sp>
        <p:nvSpPr>
          <p:cNvPr id="11" name="図プレースホルダー 10"/>
          <p:cNvSpPr>
            <a:spLocks noGrp="1"/>
          </p:cNvSpPr>
          <p:nvPr>
            <p:ph type="pic" sz="quarter" idx="10" hasCustomPrompt="1"/>
          </p:nvPr>
        </p:nvSpPr>
        <p:spPr>
          <a:xfrm>
            <a:off x="0" y="3881381"/>
            <a:ext cx="18291175" cy="6405617"/>
          </a:xfrm>
          <a:prstGeom prst="rect">
            <a:avLst/>
          </a:prstGeom>
        </p:spPr>
        <p:txBody>
          <a:bodyPr/>
          <a:lstStyle>
            <a:lvl1pPr>
              <a:defRPr sz="2000"/>
            </a:lvl1pPr>
          </a:lstStyle>
          <a:p>
            <a:r>
              <a:rPr kumimoji="1" lang="en-US" altLang="ja-JP" dirty="0"/>
              <a:t>Add an image</a:t>
            </a:r>
            <a:endParaRPr kumimoji="1" lang="ja-JP" altLang="en-US" dirty="0"/>
          </a:p>
        </p:txBody>
      </p:sp>
      <p:sp>
        <p:nvSpPr>
          <p:cNvPr id="15" name="テキスト プレースホルダー 14"/>
          <p:cNvSpPr>
            <a:spLocks noGrp="1"/>
          </p:cNvSpPr>
          <p:nvPr>
            <p:ph type="body" sz="quarter" idx="11" hasCustomPrompt="1"/>
          </p:nvPr>
        </p:nvSpPr>
        <p:spPr>
          <a:xfrm>
            <a:off x="0" y="-1"/>
            <a:ext cx="18291175" cy="3918858"/>
          </a:xfrm>
          <a:prstGeom prst="rect">
            <a:avLst/>
          </a:prstGeom>
          <a:blipFill>
            <a:blip r:embed="rId2"/>
            <a:tile tx="0" ty="0" sx="100000" sy="100000" flip="none" algn="tl"/>
          </a:blipFill>
          <a:effectLst>
            <a:outerShdw blurRad="50800" dist="63500" dir="5400000" algn="t" rotWithShape="0">
              <a:prstClr val="black">
                <a:alpha val="40000"/>
              </a:prstClr>
            </a:outerShdw>
          </a:effectLst>
        </p:spPr>
        <p:txBody>
          <a:bodyPr/>
          <a:lstStyle>
            <a:lvl1pPr>
              <a:defRPr baseline="0"/>
            </a:lvl1pPr>
          </a:lstStyle>
          <a:p>
            <a:pPr lvl="0"/>
            <a:r>
              <a:rPr kumimoji="1" lang="en-US" altLang="ja-JP" dirty="0"/>
              <a:t> </a:t>
            </a:r>
            <a:endParaRPr kumimoji="1" lang="ja-JP" altLang="en-US" dirty="0"/>
          </a:p>
        </p:txBody>
      </p:sp>
      <p:sp>
        <p:nvSpPr>
          <p:cNvPr id="18" name="テキスト プレースホルダー 5"/>
          <p:cNvSpPr>
            <a:spLocks noGrp="1"/>
          </p:cNvSpPr>
          <p:nvPr>
            <p:ph type="body" sz="quarter" idx="16" hasCustomPrompt="1"/>
          </p:nvPr>
        </p:nvSpPr>
        <p:spPr>
          <a:xfrm>
            <a:off x="1314230" y="659718"/>
            <a:ext cx="15662715" cy="1923824"/>
          </a:xfrm>
          <a:prstGeom prst="rect">
            <a:avLst/>
          </a:prstGeom>
        </p:spPr>
        <p:txBody>
          <a:bodyPr anchor="ctr">
            <a:noAutofit/>
          </a:bodyPr>
          <a:lstStyle>
            <a:lvl1pPr algn="ctr">
              <a:defRPr sz="14000" i="0" baseline="0">
                <a:blipFill dpi="0" rotWithShape="1">
                  <a:blip r:embed="rId3"/>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SLIDE TITLE</a:t>
            </a:r>
            <a:endParaRPr kumimoji="1" lang="ja-JP" altLang="en-US" dirty="0"/>
          </a:p>
        </p:txBody>
      </p:sp>
      <p:sp>
        <p:nvSpPr>
          <p:cNvPr id="19" name="テキスト プレースホルダー 5"/>
          <p:cNvSpPr>
            <a:spLocks noGrp="1"/>
          </p:cNvSpPr>
          <p:nvPr>
            <p:ph type="body" sz="quarter" idx="17" hasCustomPrompt="1"/>
          </p:nvPr>
        </p:nvSpPr>
        <p:spPr>
          <a:xfrm>
            <a:off x="1300616" y="2365831"/>
            <a:ext cx="15689943" cy="1109657"/>
          </a:xfrm>
          <a:prstGeom prst="rect">
            <a:avLst/>
          </a:prstGeom>
        </p:spPr>
        <p:txBody>
          <a:bodyPr anchor="ctr">
            <a:noAutofit/>
          </a:bodyPr>
          <a:lstStyle>
            <a:lvl1pPr algn="ctr">
              <a:lnSpc>
                <a:spcPct val="130000"/>
              </a:lnSpc>
              <a:spcBef>
                <a:spcPts val="0"/>
              </a:spcBef>
              <a:defRPr sz="2000" i="0" baseline="0">
                <a:solidFill>
                  <a:schemeClr val="bg1"/>
                </a:solidFill>
                <a:effectLst/>
                <a:latin typeface="+mn-lt"/>
              </a:defRPr>
            </a:lvl1pPr>
          </a:lstStyle>
          <a:p>
            <a:pPr lvl="0"/>
            <a:r>
              <a:rPr kumimoji="1" lang="en-US" altLang="ja-JP" dirty="0"/>
              <a:t>Text Here</a:t>
            </a:r>
            <a:endParaRPr kumimoji="1" lang="ja-JP" altLang="en-US" dirty="0"/>
          </a:p>
        </p:txBody>
      </p:sp>
      <p:sp>
        <p:nvSpPr>
          <p:cNvPr id="25" name="テキスト プレースホルダー 24"/>
          <p:cNvSpPr>
            <a:spLocks noGrp="1"/>
          </p:cNvSpPr>
          <p:nvPr>
            <p:ph type="body" sz="quarter" idx="18" hasCustomPrompt="1"/>
          </p:nvPr>
        </p:nvSpPr>
        <p:spPr>
          <a:xfrm flipV="1">
            <a:off x="0" y="3759199"/>
            <a:ext cx="18291175" cy="36000"/>
          </a:xfrm>
          <a:prstGeom prst="rect">
            <a:avLst/>
          </a:prstGeom>
          <a:blipFill>
            <a:blip r:embed="rId4"/>
            <a:stretch>
              <a:fillRect/>
            </a:stretch>
          </a:blip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2140409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par>
                          <p:cTn id="13" fill="hold">
                            <p:stCondLst>
                              <p:cond delay="1000"/>
                            </p:stCondLst>
                            <p:childTnLst>
                              <p:par>
                                <p:cTn id="14" presetID="2" presetClass="entr" presetSubtype="6" decel="100000" fill="hold" grpId="0" nodeType="afterEffect">
                                  <p:stCondLst>
                                    <p:cond delay="0"/>
                                  </p:stCondLst>
                                  <p:iterate type="lt">
                                    <p:tmPct val="10000"/>
                                  </p:iterate>
                                  <p:childTnLst>
                                    <p:set>
                                      <p:cBhvr>
                                        <p:cTn id="15" dur="1" fill="hold">
                                          <p:stCondLst>
                                            <p:cond delay="0"/>
                                          </p:stCondLst>
                                        </p:cTn>
                                        <p:tgtEl>
                                          <p:spTgt spid="18">
                                            <p:txEl>
                                              <p:pRg st="0" end="0"/>
                                            </p:txEl>
                                          </p:spTgt>
                                        </p:tgtEl>
                                        <p:attrNameLst>
                                          <p:attrName>style.visibility</p:attrName>
                                        </p:attrNameLst>
                                      </p:cBhvr>
                                      <p:to>
                                        <p:strVal val="visible"/>
                                      </p:to>
                                    </p:set>
                                    <p:anim calcmode="lin" valueType="num">
                                      <p:cBhvr additive="base">
                                        <p:cTn id="16" dur="500" fill="hold"/>
                                        <p:tgtEl>
                                          <p:spTgt spid="18">
                                            <p:txEl>
                                              <p:pRg st="0" end="0"/>
                                            </p:txEl>
                                          </p:spTgt>
                                        </p:tgtEl>
                                        <p:attrNameLst>
                                          <p:attrName>ppt_x</p:attrName>
                                        </p:attrNameLst>
                                      </p:cBhvr>
                                      <p:tavLst>
                                        <p:tav tm="0">
                                          <p:val>
                                            <p:strVal val="1+#ppt_w/2"/>
                                          </p:val>
                                        </p:tav>
                                        <p:tav tm="100000">
                                          <p:val>
                                            <p:strVal val="#ppt_x"/>
                                          </p:val>
                                        </p:tav>
                                      </p:tavLst>
                                    </p:anim>
                                    <p:anim calcmode="lin" valueType="num">
                                      <p:cBhvr additive="base">
                                        <p:cTn id="17" dur="500" fill="hold"/>
                                        <p:tgtEl>
                                          <p:spTgt spid="18">
                                            <p:txEl>
                                              <p:pRg st="0" end="0"/>
                                            </p:txEl>
                                          </p:spTgt>
                                        </p:tgtEl>
                                        <p:attrNameLst>
                                          <p:attrName>ppt_y</p:attrName>
                                        </p:attrNameLst>
                                      </p:cBhvr>
                                      <p:tavLst>
                                        <p:tav tm="0">
                                          <p:val>
                                            <p:strVal val="1+#ppt_h/2"/>
                                          </p:val>
                                        </p:tav>
                                        <p:tav tm="100000">
                                          <p:val>
                                            <p:strVal val="#ppt_y"/>
                                          </p:val>
                                        </p:tav>
                                      </p:tavLst>
                                    </p:anim>
                                  </p:childTnLst>
                                </p:cTn>
                              </p:par>
                            </p:childTnLst>
                          </p:cTn>
                        </p:par>
                        <p:par>
                          <p:cTn id="18" fill="hold">
                            <p:stCondLst>
                              <p:cond delay="1950"/>
                            </p:stCondLst>
                            <p:childTnLst>
                              <p:par>
                                <p:cTn id="19" presetID="10" presetClass="entr" presetSubtype="0" fill="hold" grpId="0" nodeType="afterEffect">
                                  <p:stCondLst>
                                    <p:cond delay="250"/>
                                  </p:stCondLst>
                                  <p:childTnLst>
                                    <p:set>
                                      <p:cBhvr>
                                        <p:cTn id="20" dur="1" fill="hold">
                                          <p:stCondLst>
                                            <p:cond delay="0"/>
                                          </p:stCondLst>
                                        </p:cTn>
                                        <p:tgtEl>
                                          <p:spTgt spid="19">
                                            <p:txEl>
                                              <p:pRg st="0" end="0"/>
                                            </p:txEl>
                                          </p:spTgt>
                                        </p:tgtEl>
                                        <p:attrNameLst>
                                          <p:attrName>style.visibility</p:attrName>
                                        </p:attrNameLst>
                                      </p:cBhvr>
                                      <p:to>
                                        <p:strVal val="visible"/>
                                      </p:to>
                                    </p:set>
                                    <p:animEffect transition="in" filter="fade">
                                      <p:cBhvr>
                                        <p:cTn id="21" dur="500"/>
                                        <p:tgtEl>
                                          <p:spTgt spid="19">
                                            <p:txEl>
                                              <p:pRg st="0" end="0"/>
                                            </p:txEl>
                                          </p:spTgt>
                                        </p:tgtEl>
                                      </p:cBhvr>
                                    </p:animEffect>
                                  </p:childTnLst>
                                </p:cTn>
                              </p:par>
                              <p:par>
                                <p:cTn id="22" presetID="14" presetClass="entr" presetSubtype="5" fill="hold" grpId="0" nodeType="withEffect">
                                  <p:stCondLst>
                                    <p:cond delay="250"/>
                                  </p:stCondLst>
                                  <p:childTnLst>
                                    <p:set>
                                      <p:cBhvr>
                                        <p:cTn id="23" dur="1" fill="hold">
                                          <p:stCondLst>
                                            <p:cond delay="0"/>
                                          </p:stCondLst>
                                        </p:cTn>
                                        <p:tgtEl>
                                          <p:spTgt spid="11"/>
                                        </p:tgtEl>
                                        <p:attrNameLst>
                                          <p:attrName>style.visibility</p:attrName>
                                        </p:attrNameLst>
                                      </p:cBhvr>
                                      <p:to>
                                        <p:strVal val="visible"/>
                                      </p:to>
                                    </p:set>
                                    <p:animEffect transition="in" filter="randombar(vertical)">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animBg="1">
        <p:tmplLst>
          <p:tmpl>
            <p:tnLst>
              <p:par>
                <p:cTn presetID="2" presetClass="entr" presetSubtype="1" decel="10000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500" fill="hold"/>
                        <p:tgtEl>
                          <p:spTgt spid="15"/>
                        </p:tgtEl>
                        <p:attrNameLst>
                          <p:attrName>ppt_x</p:attrName>
                        </p:attrNameLst>
                      </p:cBhvr>
                      <p:tavLst>
                        <p:tav tm="0">
                          <p:val>
                            <p:strVal val="#ppt_x"/>
                          </p:val>
                        </p:tav>
                        <p:tav tm="100000">
                          <p:val>
                            <p:strVal val="#ppt_x"/>
                          </p:val>
                        </p:tav>
                      </p:tavLst>
                    </p:anim>
                    <p:anim calcmode="lin" valueType="num">
                      <p:cBhvr additive="base">
                        <p:cTn dur="500" fill="hold"/>
                        <p:tgtEl>
                          <p:spTgt spid="15"/>
                        </p:tgtEl>
                        <p:attrNameLst>
                          <p:attrName>ppt_y</p:attrName>
                        </p:attrNameLst>
                      </p:cBhvr>
                      <p:tavLst>
                        <p:tav tm="0">
                          <p:val>
                            <p:strVal val="0-#ppt_h/2"/>
                          </p:val>
                        </p:tav>
                        <p:tav tm="100000">
                          <p:val>
                            <p:strVal val="#ppt_y"/>
                          </p:val>
                        </p:tav>
                      </p:tavLst>
                    </p:anim>
                  </p:childTnLst>
                </p:cTn>
              </p:par>
            </p:tnLst>
          </p:tmpl>
        </p:tmplLst>
      </p:bldP>
      <p:bldP spid="18" grpId="0" build="p">
        <p:tmplLst>
          <p:tmpl lvl="1">
            <p:tnLst>
              <p:par>
                <p:cTn presetID="2" presetClass="entr" presetSubtype="6" decel="100000" fill="hold" nodeType="afterEffect">
                  <p:stCondLst>
                    <p:cond delay="0"/>
                  </p:stCondLst>
                  <p:iterate type="lt">
                    <p:tmPct val="10000"/>
                  </p:iterate>
                  <p:childTnLst>
                    <p:set>
                      <p:cBhvr>
                        <p:cTn dur="1" fill="hold">
                          <p:stCondLst>
                            <p:cond delay="0"/>
                          </p:stCondLst>
                        </p:cTn>
                        <p:tgtEl>
                          <p:spTgt spid="18"/>
                        </p:tgtEl>
                        <p:attrNameLst>
                          <p:attrName>style.visibility</p:attrName>
                        </p:attrNameLst>
                      </p:cBhvr>
                      <p:to>
                        <p:strVal val="visible"/>
                      </p:to>
                    </p:set>
                    <p:anim calcmode="lin" valueType="num">
                      <p:cBhvr additive="base">
                        <p:cTn dur="500" fill="hold"/>
                        <p:tgtEl>
                          <p:spTgt spid="18"/>
                        </p:tgtEl>
                        <p:attrNameLst>
                          <p:attrName>ppt_x</p:attrName>
                        </p:attrNameLst>
                      </p:cBhvr>
                      <p:tavLst>
                        <p:tav tm="0">
                          <p:val>
                            <p:strVal val="1+#ppt_w/2"/>
                          </p:val>
                        </p:tav>
                        <p:tav tm="100000">
                          <p:val>
                            <p:strVal val="#ppt_x"/>
                          </p:val>
                        </p:tav>
                      </p:tavLst>
                    </p:anim>
                    <p:anim calcmode="lin" valueType="num">
                      <p:cBhvr additive="base">
                        <p:cTn dur="500" fill="hold"/>
                        <p:tgtEl>
                          <p:spTgt spid="18"/>
                        </p:tgtEl>
                        <p:attrNameLst>
                          <p:attrName>ppt_y</p:attrName>
                        </p:attrNameLst>
                      </p:cBhvr>
                      <p:tavLst>
                        <p:tav tm="0">
                          <p:val>
                            <p:strVal val="1+#ppt_h/2"/>
                          </p:val>
                        </p:tav>
                        <p:tav tm="100000">
                          <p:val>
                            <p:strVal val="#ppt_y"/>
                          </p:val>
                        </p:tav>
                      </p:tavLst>
                    </p:anim>
                  </p:childTnLst>
                </p:cTn>
              </p:par>
            </p:tnLst>
          </p:tmpl>
        </p:tmplLst>
      </p:bldP>
      <p:bldP spid="19" grpId="0" build="p">
        <p:tmplLst>
          <p:tmpl lvl="1">
            <p:tnLst>
              <p:par>
                <p:cTn presetID="10" presetClass="entr" presetSubtype="0" fill="hold" nodeType="afterEffect">
                  <p:stCondLst>
                    <p:cond delay="25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5" grpId="0" animBg="1">
        <p:tmplLst>
          <p:tmpl>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pression 1">
    <p:spTree>
      <p:nvGrpSpPr>
        <p:cNvPr id="1" name=""/>
        <p:cNvGrpSpPr/>
        <p:nvPr/>
      </p:nvGrpSpPr>
      <p:grpSpPr>
        <a:xfrm>
          <a:off x="0" y="0"/>
          <a:ext cx="0" cy="0"/>
          <a:chOff x="0" y="0"/>
          <a:chExt cx="0" cy="0"/>
        </a:xfrm>
      </p:grpSpPr>
      <p:sp>
        <p:nvSpPr>
          <p:cNvPr id="7" name="図プレースホルダー 6"/>
          <p:cNvSpPr>
            <a:spLocks noGrp="1"/>
          </p:cNvSpPr>
          <p:nvPr>
            <p:ph type="pic" sz="quarter" idx="10" hasCustomPrompt="1"/>
          </p:nvPr>
        </p:nvSpPr>
        <p:spPr>
          <a:xfrm>
            <a:off x="4914900" y="0"/>
            <a:ext cx="13376275" cy="10287000"/>
          </a:xfrm>
          <a:prstGeom prst="rect">
            <a:avLst/>
          </a:prstGeom>
          <a:noFill/>
        </p:spPr>
        <p:txBody>
          <a:bodyPr/>
          <a:lstStyle>
            <a:lvl1pPr>
              <a:defRPr/>
            </a:lvl1pPr>
          </a:lstStyle>
          <a:p>
            <a:r>
              <a:rPr kumimoji="1" lang="en-US" altLang="ja-JP" dirty="0"/>
              <a:t>                                                              </a:t>
            </a:r>
            <a:endParaRPr kumimoji="1" lang="ja-JP" altLang="en-US" dirty="0"/>
          </a:p>
        </p:txBody>
      </p:sp>
      <p:sp>
        <p:nvSpPr>
          <p:cNvPr id="17" name="テキスト プレースホルダー 10"/>
          <p:cNvSpPr>
            <a:spLocks noGrp="1"/>
          </p:cNvSpPr>
          <p:nvPr>
            <p:ph type="body" sz="quarter" idx="16" hasCustomPrompt="1"/>
          </p:nvPr>
        </p:nvSpPr>
        <p:spPr>
          <a:xfrm flipH="1">
            <a:off x="14839950" y="0"/>
            <a:ext cx="8496300" cy="10287000"/>
          </a:xfrm>
          <a:prstGeom prst="parallelogram">
            <a:avLst>
              <a:gd name="adj" fmla="val 39350"/>
            </a:avLst>
          </a:prstGeom>
          <a:solidFill>
            <a:schemeClr val="bg2">
              <a:alpha val="50000"/>
            </a:schemeClr>
          </a:solidFill>
          <a:effectLst/>
        </p:spPr>
        <p:txBody>
          <a:bodyPr/>
          <a:lstStyle/>
          <a:p>
            <a:pPr lvl="0"/>
            <a:r>
              <a:rPr kumimoji="1" lang="en-US" altLang="ja-JP" dirty="0"/>
              <a:t> </a:t>
            </a:r>
            <a:endParaRPr kumimoji="1" lang="ja-JP" altLang="en-US" dirty="0"/>
          </a:p>
        </p:txBody>
      </p:sp>
      <p:sp>
        <p:nvSpPr>
          <p:cNvPr id="16" name="テキスト プレースホルダー 10"/>
          <p:cNvSpPr>
            <a:spLocks noGrp="1"/>
          </p:cNvSpPr>
          <p:nvPr>
            <p:ph type="body" sz="quarter" idx="15" hasCustomPrompt="1"/>
          </p:nvPr>
        </p:nvSpPr>
        <p:spPr>
          <a:xfrm>
            <a:off x="-6534150" y="0"/>
            <a:ext cx="17602200" cy="10287000"/>
          </a:xfrm>
          <a:prstGeom prst="parallelogram">
            <a:avLst>
              <a:gd name="adj" fmla="val 44628"/>
            </a:avLst>
          </a:prstGeom>
          <a:solidFill>
            <a:schemeClr val="bg2">
              <a:alpha val="50000"/>
            </a:schemeClr>
          </a:solidFill>
          <a:effectLst/>
        </p:spPr>
        <p:txBody>
          <a:bodyPr/>
          <a:lstStyle/>
          <a:p>
            <a:pPr lvl="0"/>
            <a:r>
              <a:rPr kumimoji="1" lang="en-US" altLang="ja-JP" dirty="0"/>
              <a:t> </a:t>
            </a:r>
            <a:endParaRPr kumimoji="1" lang="ja-JP" altLang="en-US" dirty="0"/>
          </a:p>
        </p:txBody>
      </p:sp>
      <p:sp>
        <p:nvSpPr>
          <p:cNvPr id="15" name="テキスト プレースホルダー 10"/>
          <p:cNvSpPr>
            <a:spLocks noGrp="1"/>
          </p:cNvSpPr>
          <p:nvPr>
            <p:ph type="body" sz="quarter" idx="14" hasCustomPrompt="1"/>
          </p:nvPr>
        </p:nvSpPr>
        <p:spPr>
          <a:xfrm>
            <a:off x="-7315200" y="0"/>
            <a:ext cx="17602200" cy="10287000"/>
          </a:xfrm>
          <a:prstGeom prst="parallelogram">
            <a:avLst>
              <a:gd name="adj" fmla="val 44628"/>
            </a:avLst>
          </a:prstGeom>
          <a:blipFill dpi="0" rotWithShape="0">
            <a:blip r:embed="rId2"/>
            <a:srcRect/>
            <a:tile tx="0" ty="0" sx="100000" sy="100000" flip="none" algn="tl"/>
          </a:blipFill>
          <a:effectLst>
            <a:outerShdw blurRad="50800" dist="38100" algn="l" rotWithShape="0">
              <a:prstClr val="black">
                <a:alpha val="40000"/>
              </a:prstClr>
            </a:outerShdw>
          </a:effectLst>
        </p:spPr>
        <p:txBody>
          <a:bodyPr/>
          <a:lstStyle/>
          <a:p>
            <a:pPr lvl="0"/>
            <a:r>
              <a:rPr kumimoji="1" lang="en-US" altLang="ja-JP" dirty="0"/>
              <a:t> </a:t>
            </a:r>
            <a:endParaRPr kumimoji="1" lang="ja-JP" altLang="en-US" dirty="0"/>
          </a:p>
        </p:txBody>
      </p:sp>
      <p:sp>
        <p:nvSpPr>
          <p:cNvPr id="14" name="テキスト プレースホルダー 10"/>
          <p:cNvSpPr>
            <a:spLocks noGrp="1"/>
          </p:cNvSpPr>
          <p:nvPr>
            <p:ph type="body" sz="quarter" idx="13" hasCustomPrompt="1"/>
          </p:nvPr>
        </p:nvSpPr>
        <p:spPr>
          <a:xfrm flipH="1">
            <a:off x="15601950" y="0"/>
            <a:ext cx="8496300" cy="10287000"/>
          </a:xfrm>
          <a:prstGeom prst="parallelogram">
            <a:avLst>
              <a:gd name="adj" fmla="val 39350"/>
            </a:avLst>
          </a:prstGeom>
          <a:blipFill dpi="0" rotWithShape="0">
            <a:blip r:embed="rId2"/>
            <a:srcRect/>
            <a:tile tx="0" ty="0" sx="100000" sy="100000" flip="none" algn="tl"/>
          </a:blipFill>
          <a:effectLst/>
        </p:spPr>
        <p:txBody>
          <a:bodyPr/>
          <a:lstStyle/>
          <a:p>
            <a:pPr lvl="0"/>
            <a:r>
              <a:rPr kumimoji="1" lang="en-US" altLang="ja-JP" dirty="0"/>
              <a:t> </a:t>
            </a:r>
            <a:endParaRPr kumimoji="1" lang="ja-JP" altLang="en-US" dirty="0"/>
          </a:p>
        </p:txBody>
      </p:sp>
      <p:sp>
        <p:nvSpPr>
          <p:cNvPr id="11" name="テキスト プレースホルダー 10"/>
          <p:cNvSpPr>
            <a:spLocks noGrp="1"/>
          </p:cNvSpPr>
          <p:nvPr>
            <p:ph type="body" sz="quarter" idx="11" hasCustomPrompt="1"/>
          </p:nvPr>
        </p:nvSpPr>
        <p:spPr>
          <a:xfrm flipH="1">
            <a:off x="16363950" y="0"/>
            <a:ext cx="8496300" cy="10287000"/>
          </a:xfrm>
          <a:prstGeom prst="parallelogram">
            <a:avLst>
              <a:gd name="adj" fmla="val 39350"/>
            </a:avLst>
          </a:prstGeom>
          <a:blipFill dpi="0" rotWithShape="0">
            <a:blip r:embed="rId3"/>
            <a:srcRect/>
            <a:tile tx="0" ty="0" sx="100000" sy="100000" flip="none" algn="tl"/>
          </a:blipFill>
          <a:effectLst>
            <a:outerShdw blurRad="50800" dist="38100" dir="10800000" algn="r" rotWithShape="0">
              <a:prstClr val="black">
                <a:alpha val="40000"/>
              </a:prstClr>
            </a:outerShdw>
          </a:effectLst>
        </p:spPr>
        <p:txBody>
          <a:bodyPr/>
          <a:lstStyle/>
          <a:p>
            <a:pPr lvl="0"/>
            <a:r>
              <a:rPr kumimoji="1" lang="en-US" altLang="ja-JP" dirty="0"/>
              <a:t> </a:t>
            </a:r>
            <a:endParaRPr kumimoji="1" lang="ja-JP" altLang="en-US" dirty="0"/>
          </a:p>
        </p:txBody>
      </p:sp>
      <p:sp>
        <p:nvSpPr>
          <p:cNvPr id="13" name="テキスト プレースホルダー 10"/>
          <p:cNvSpPr>
            <a:spLocks noGrp="1"/>
          </p:cNvSpPr>
          <p:nvPr>
            <p:ph type="body" sz="quarter" idx="12" hasCustomPrompt="1"/>
          </p:nvPr>
        </p:nvSpPr>
        <p:spPr>
          <a:xfrm>
            <a:off x="-8201025" y="0"/>
            <a:ext cx="17660938" cy="10287000"/>
          </a:xfrm>
          <a:prstGeom prst="parallelogram">
            <a:avLst>
              <a:gd name="adj" fmla="val 44628"/>
            </a:avLst>
          </a:prstGeom>
          <a:blipFill dpi="0" rotWithShape="0">
            <a:blip r:embed="rId3"/>
            <a:srcRect/>
            <a:tile tx="0" ty="0" sx="100000" sy="100000" flip="none" algn="tl"/>
          </a:blipFill>
          <a:effectLst>
            <a:outerShdw blurRad="50800" dist="38100" algn="l" rotWithShape="0">
              <a:prstClr val="black">
                <a:alpha val="40000"/>
              </a:prstClr>
            </a:outerShdw>
          </a:effectLst>
        </p:spPr>
        <p:txBody>
          <a:bodyPr/>
          <a:lstStyle/>
          <a:p>
            <a:pPr lvl="0"/>
            <a:r>
              <a:rPr kumimoji="1" lang="en-US" altLang="ja-JP" dirty="0"/>
              <a:t> </a:t>
            </a:r>
            <a:endParaRPr kumimoji="1" lang="ja-JP" altLang="en-US" dirty="0"/>
          </a:p>
        </p:txBody>
      </p:sp>
      <p:sp>
        <p:nvSpPr>
          <p:cNvPr id="18" name="テキスト プレースホルダー 5"/>
          <p:cNvSpPr>
            <a:spLocks noGrp="1"/>
          </p:cNvSpPr>
          <p:nvPr>
            <p:ph type="body" sz="quarter" idx="17" hasCustomPrompt="1"/>
          </p:nvPr>
        </p:nvSpPr>
        <p:spPr>
          <a:xfrm>
            <a:off x="590550" y="450168"/>
            <a:ext cx="7315201" cy="2978832"/>
          </a:xfrm>
          <a:prstGeom prst="rect">
            <a:avLst/>
          </a:prstGeom>
          <a:noFill/>
        </p:spPr>
        <p:txBody>
          <a:bodyPr anchor="b">
            <a:noAutofit/>
          </a:bodyPr>
          <a:lstStyle>
            <a:lvl1pPr algn="l">
              <a:lnSpc>
                <a:spcPts val="9600"/>
              </a:lnSpc>
              <a:spcBef>
                <a:spcPts val="0"/>
              </a:spcBef>
              <a:defRPr sz="9600" i="0" baseline="0">
                <a:blipFill dpi="0" rotWithShape="1">
                  <a:blip r:embed="rId2"/>
                  <a:srcRect/>
                  <a:stretch>
                    <a:fillRect/>
                  </a:stretch>
                </a:blipFill>
                <a:effectLst>
                  <a:innerShdw blurRad="114300">
                    <a:prstClr val="black"/>
                  </a:innerShdw>
                </a:effectLst>
                <a:latin typeface="+mj-lt"/>
              </a:defRPr>
            </a:lvl1pPr>
          </a:lstStyle>
          <a:p>
            <a:pPr lvl="0"/>
            <a:r>
              <a:rPr kumimoji="1" lang="en-US" altLang="ja-JP" dirty="0"/>
              <a:t>HEADING</a:t>
            </a:r>
            <a:br>
              <a:rPr kumimoji="1" lang="en-US" altLang="ja-JP" dirty="0"/>
            </a:br>
            <a:r>
              <a:rPr kumimoji="1" lang="en-US" altLang="ja-JP" dirty="0"/>
              <a:t>GOES HERE</a:t>
            </a:r>
            <a:endParaRPr kumimoji="1" lang="ja-JP" altLang="en-US" dirty="0"/>
          </a:p>
        </p:txBody>
      </p:sp>
      <p:sp>
        <p:nvSpPr>
          <p:cNvPr id="19" name="テキスト プレースホルダー 5"/>
          <p:cNvSpPr>
            <a:spLocks noGrp="1"/>
          </p:cNvSpPr>
          <p:nvPr>
            <p:ph type="body" sz="quarter" idx="18" hasCustomPrompt="1"/>
          </p:nvPr>
        </p:nvSpPr>
        <p:spPr>
          <a:xfrm>
            <a:off x="615723" y="3673927"/>
            <a:ext cx="6586084" cy="1844219"/>
          </a:xfrm>
          <a:prstGeom prst="rect">
            <a:avLst/>
          </a:prstGeom>
        </p:spPr>
        <p:txBody>
          <a:bodyPr anchor="t">
            <a:noAutofit/>
          </a:bodyPr>
          <a:lstStyle>
            <a:lvl1pPr algn="l">
              <a:lnSpc>
                <a:spcPct val="120000"/>
              </a:lnSpc>
              <a:spcBef>
                <a:spcPts val="0"/>
              </a:spcBef>
              <a:defRPr sz="2000" i="0" baseline="0">
                <a:solidFill>
                  <a:schemeClr val="tx2"/>
                </a:solidFill>
                <a:effectLst/>
                <a:latin typeface="+mn-lt"/>
              </a:defRPr>
            </a:lvl1pPr>
          </a:lstStyle>
          <a:p>
            <a:pPr lvl="0"/>
            <a:r>
              <a:rPr kumimoji="1" lang="en-US" altLang="ja-JP" dirty="0"/>
              <a:t>Text Here</a:t>
            </a:r>
            <a:endParaRPr kumimoji="1" lang="ja-JP" altLang="en-US" dirty="0"/>
          </a:p>
        </p:txBody>
      </p:sp>
      <p:sp>
        <p:nvSpPr>
          <p:cNvPr id="20" name="テキスト プレースホルダー 24"/>
          <p:cNvSpPr>
            <a:spLocks noGrp="1"/>
          </p:cNvSpPr>
          <p:nvPr>
            <p:ph type="body" sz="quarter" idx="19" hasCustomPrompt="1"/>
          </p:nvPr>
        </p:nvSpPr>
        <p:spPr>
          <a:xfrm rot="17640000" flipV="1">
            <a:off x="-1257299" y="4959349"/>
            <a:ext cx="18291175" cy="36000"/>
          </a:xfrm>
          <a:prstGeom prst="rect">
            <a:avLst/>
          </a:prstGeom>
          <a:blipFill>
            <a:blip r:embed="rId4"/>
            <a:stretch>
              <a:fillRect/>
            </a:stretch>
          </a:blipFill>
        </p:spPr>
        <p:txBody>
          <a:bodyPr/>
          <a:lstStyle/>
          <a:p>
            <a:pPr lvl="0"/>
            <a:r>
              <a:rPr kumimoji="1" lang="en-US" altLang="ja-JP" dirty="0"/>
              <a:t> </a:t>
            </a:r>
            <a:endParaRPr kumimoji="1" lang="ja-JP" altLang="en-US" dirty="0"/>
          </a:p>
        </p:txBody>
      </p:sp>
      <p:sp>
        <p:nvSpPr>
          <p:cNvPr id="21" name="テキスト プレースホルダー 24"/>
          <p:cNvSpPr>
            <a:spLocks noGrp="1"/>
          </p:cNvSpPr>
          <p:nvPr>
            <p:ph type="body" sz="quarter" idx="20" hasCustomPrompt="1"/>
          </p:nvPr>
        </p:nvSpPr>
        <p:spPr>
          <a:xfrm rot="15120000" flipV="1">
            <a:off x="7715249" y="3321051"/>
            <a:ext cx="18291175" cy="36000"/>
          </a:xfrm>
          <a:prstGeom prst="rect">
            <a:avLst/>
          </a:prstGeom>
          <a:blipFill>
            <a:blip r:embed="rId4"/>
            <a:stretch>
              <a:fillRect/>
            </a:stretch>
          </a:blipFill>
        </p:spPr>
        <p:txBody>
          <a:bodyPr/>
          <a:lstStyle/>
          <a:p>
            <a:pPr lvl="0"/>
            <a:r>
              <a:rPr kumimoji="1" lang="en-US" altLang="ja-JP" dirty="0"/>
              <a:t> </a:t>
            </a:r>
            <a:endParaRPr kumimoji="1" lang="ja-JP" altLang="en-US" dirty="0"/>
          </a:p>
        </p:txBody>
      </p:sp>
      <p:sp>
        <p:nvSpPr>
          <p:cNvPr id="23" name="テキスト プレースホルダー 5"/>
          <p:cNvSpPr>
            <a:spLocks noGrp="1"/>
          </p:cNvSpPr>
          <p:nvPr>
            <p:ph type="body" sz="quarter" idx="21" hasCustomPrompt="1"/>
          </p:nvPr>
        </p:nvSpPr>
        <p:spPr>
          <a:xfrm>
            <a:off x="702297" y="3390297"/>
            <a:ext cx="3708000" cy="86400"/>
          </a:xfrm>
          <a:prstGeom prst="rect">
            <a:avLst/>
          </a:prstGeom>
          <a:blipFill>
            <a:blip r:embed="rId2"/>
            <a:tile tx="0" ty="0" sx="100000" sy="100000" flip="none" algn="tl"/>
          </a:blipFill>
          <a:effectLst>
            <a:innerShdw blurRad="114300">
              <a:prstClr val="black"/>
            </a:innerShdw>
          </a:effectLst>
        </p:spPr>
        <p:txBody>
          <a:bodyPr anchor="t">
            <a:normAutofit/>
          </a:bodyPr>
          <a:lstStyle>
            <a:lvl1pPr algn="l">
              <a:defRPr sz="2400" baseline="0">
                <a:solidFill>
                  <a:schemeClr val="tx2"/>
                </a:solidFill>
              </a:defRPr>
            </a:lvl1pPr>
          </a:lstStyle>
          <a:p>
            <a:pPr lvl="0"/>
            <a:r>
              <a:rPr kumimoji="1" lang="en-US" altLang="ja-JP" dirty="0"/>
              <a:t> </a:t>
            </a:r>
            <a:endParaRPr kumimoji="1" lang="ja-JP" altLang="en-US" dirty="0"/>
          </a:p>
        </p:txBody>
      </p:sp>
      <p:sp>
        <p:nvSpPr>
          <p:cNvPr id="25" name="テキスト プレースホルダー 10"/>
          <p:cNvSpPr>
            <a:spLocks noGrp="1"/>
          </p:cNvSpPr>
          <p:nvPr>
            <p:ph type="body" sz="quarter" idx="22" hasCustomPrompt="1"/>
          </p:nvPr>
        </p:nvSpPr>
        <p:spPr>
          <a:xfrm>
            <a:off x="25261434" y="0"/>
            <a:ext cx="6096907" cy="10287000"/>
          </a:xfrm>
          <a:prstGeom prst="parallelogram">
            <a:avLst>
              <a:gd name="adj" fmla="val 74936"/>
            </a:avLst>
          </a:prstGeom>
          <a:solidFill>
            <a:schemeClr val="bg2">
              <a:alpha val="50000"/>
            </a:schemeClr>
          </a:solidFill>
          <a:effectLst/>
        </p:spPr>
        <p:txBody>
          <a:bodyPr/>
          <a:lstStyle/>
          <a:p>
            <a:pPr lvl="0"/>
            <a:r>
              <a:rPr kumimoji="1" lang="en-US" altLang="ja-JP" dirty="0"/>
              <a:t> </a:t>
            </a:r>
            <a:endParaRPr kumimoji="1" lang="ja-JP" altLang="en-US" dirty="0"/>
          </a:p>
        </p:txBody>
      </p:sp>
      <p:sp>
        <p:nvSpPr>
          <p:cNvPr id="26" name="テキスト プレースホルダー 10"/>
          <p:cNvSpPr>
            <a:spLocks noGrp="1"/>
          </p:cNvSpPr>
          <p:nvPr>
            <p:ph type="body" sz="quarter" idx="23" hasCustomPrompt="1"/>
          </p:nvPr>
        </p:nvSpPr>
        <p:spPr>
          <a:xfrm>
            <a:off x="18890117" y="0"/>
            <a:ext cx="8000999" cy="10287000"/>
          </a:xfrm>
          <a:prstGeom prst="parallelogram">
            <a:avLst>
              <a:gd name="adj" fmla="val 57440"/>
            </a:avLst>
          </a:prstGeom>
          <a:solidFill>
            <a:schemeClr val="bg2">
              <a:alpha val="25000"/>
            </a:schemeClr>
          </a:solidFill>
          <a:effectLst/>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747185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750" fill="hold"/>
                                        <p:tgtEl>
                                          <p:spTgt spid="11"/>
                                        </p:tgtEl>
                                        <p:attrNameLst>
                                          <p:attrName>ppt_x</p:attrName>
                                        </p:attrNameLst>
                                      </p:cBhvr>
                                      <p:tavLst>
                                        <p:tav tm="0">
                                          <p:val>
                                            <p:strVal val="0-#ppt_w/2"/>
                                          </p:val>
                                        </p:tav>
                                        <p:tav tm="100000">
                                          <p:val>
                                            <p:strVal val="#ppt_x"/>
                                          </p:val>
                                        </p:tav>
                                      </p:tavLst>
                                    </p:anim>
                                    <p:anim calcmode="lin" valueType="num">
                                      <p:cBhvr additive="base">
                                        <p:cTn id="8" dur="75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750" fill="hold"/>
                                        <p:tgtEl>
                                          <p:spTgt spid="14"/>
                                        </p:tgtEl>
                                        <p:attrNameLst>
                                          <p:attrName>ppt_x</p:attrName>
                                        </p:attrNameLst>
                                      </p:cBhvr>
                                      <p:tavLst>
                                        <p:tav tm="0">
                                          <p:val>
                                            <p:strVal val="0-#ppt_w/2"/>
                                          </p:val>
                                        </p:tav>
                                        <p:tav tm="100000">
                                          <p:val>
                                            <p:strVal val="#ppt_x"/>
                                          </p:val>
                                        </p:tav>
                                      </p:tavLst>
                                    </p:anim>
                                    <p:anim calcmode="lin" valueType="num">
                                      <p:cBhvr additive="base">
                                        <p:cTn id="12" dur="750" fill="hold"/>
                                        <p:tgtEl>
                                          <p:spTgt spid="14"/>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25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750" fill="hold"/>
                                        <p:tgtEl>
                                          <p:spTgt spid="15"/>
                                        </p:tgtEl>
                                        <p:attrNameLst>
                                          <p:attrName>ppt_x</p:attrName>
                                        </p:attrNameLst>
                                      </p:cBhvr>
                                      <p:tavLst>
                                        <p:tav tm="0">
                                          <p:val>
                                            <p:strVal val="1+#ppt_w/2"/>
                                          </p:val>
                                        </p:tav>
                                        <p:tav tm="100000">
                                          <p:val>
                                            <p:strVal val="#ppt_x"/>
                                          </p:val>
                                        </p:tav>
                                      </p:tavLst>
                                    </p:anim>
                                    <p:anim calcmode="lin" valueType="num">
                                      <p:cBhvr additive="base">
                                        <p:cTn id="16" dur="750" fill="hold"/>
                                        <p:tgtEl>
                                          <p:spTgt spid="15"/>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35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750" fill="hold"/>
                                        <p:tgtEl>
                                          <p:spTgt spid="13"/>
                                        </p:tgtEl>
                                        <p:attrNameLst>
                                          <p:attrName>ppt_x</p:attrName>
                                        </p:attrNameLst>
                                      </p:cBhvr>
                                      <p:tavLst>
                                        <p:tav tm="0">
                                          <p:val>
                                            <p:strVal val="1+#ppt_w/2"/>
                                          </p:val>
                                        </p:tav>
                                        <p:tav tm="100000">
                                          <p:val>
                                            <p:strVal val="#ppt_x"/>
                                          </p:val>
                                        </p:tav>
                                      </p:tavLst>
                                    </p:anim>
                                    <p:anim calcmode="lin" valueType="num">
                                      <p:cBhvr additive="base">
                                        <p:cTn id="20" dur="750" fill="hold"/>
                                        <p:tgtEl>
                                          <p:spTgt spid="13"/>
                                        </p:tgtEl>
                                        <p:attrNameLst>
                                          <p:attrName>ppt_y</p:attrName>
                                        </p:attrNameLst>
                                      </p:cBhvr>
                                      <p:tavLst>
                                        <p:tav tm="0">
                                          <p:val>
                                            <p:strVal val="#ppt_y"/>
                                          </p:val>
                                        </p:tav>
                                        <p:tav tm="100000">
                                          <p:val>
                                            <p:strVal val="#ppt_y"/>
                                          </p:val>
                                        </p:tav>
                                      </p:tavLst>
                                    </p:anim>
                                  </p:childTnLst>
                                </p:cTn>
                              </p:par>
                              <p:par>
                                <p:cTn id="21" presetID="14" presetClass="entr" presetSubtype="10" fill="hold" grpId="0" nodeType="withEffect">
                                  <p:stCondLst>
                                    <p:cond delay="450"/>
                                  </p:stCondLst>
                                  <p:childTnLst>
                                    <p:set>
                                      <p:cBhvr>
                                        <p:cTn id="22" dur="1" fill="hold">
                                          <p:stCondLst>
                                            <p:cond delay="0"/>
                                          </p:stCondLst>
                                        </p:cTn>
                                        <p:tgtEl>
                                          <p:spTgt spid="7"/>
                                        </p:tgtEl>
                                        <p:attrNameLst>
                                          <p:attrName>style.visibility</p:attrName>
                                        </p:attrNameLst>
                                      </p:cBhvr>
                                      <p:to>
                                        <p:strVal val="visible"/>
                                      </p:to>
                                    </p:set>
                                    <p:animEffect transition="in" filter="randombar(horizontal)">
                                      <p:cBhvr>
                                        <p:cTn id="23" dur="500"/>
                                        <p:tgtEl>
                                          <p:spTgt spid="7"/>
                                        </p:tgtEl>
                                      </p:cBhvr>
                                    </p:animEffect>
                                  </p:childTnLst>
                                </p:cTn>
                              </p:par>
                              <p:par>
                                <p:cTn id="24" presetID="22" presetClass="entr" presetSubtype="4" fill="hold" grpId="0" nodeType="withEffect">
                                  <p:stCondLst>
                                    <p:cond delay="750"/>
                                  </p:stCondLst>
                                  <p:childTnLst>
                                    <p:set>
                                      <p:cBhvr>
                                        <p:cTn id="25" dur="1" fill="hold">
                                          <p:stCondLst>
                                            <p:cond delay="0"/>
                                          </p:stCondLst>
                                        </p:cTn>
                                        <p:tgtEl>
                                          <p:spTgt spid="21"/>
                                        </p:tgtEl>
                                        <p:attrNameLst>
                                          <p:attrName>style.visibility</p:attrName>
                                        </p:attrNameLst>
                                      </p:cBhvr>
                                      <p:to>
                                        <p:strVal val="visible"/>
                                      </p:to>
                                    </p:set>
                                    <p:animEffect transition="in" filter="wipe(down)">
                                      <p:cBhvr>
                                        <p:cTn id="26" dur="750"/>
                                        <p:tgtEl>
                                          <p:spTgt spid="21"/>
                                        </p:tgtEl>
                                      </p:cBhvr>
                                    </p:animEffect>
                                  </p:childTnLst>
                                </p:cTn>
                              </p:par>
                              <p:par>
                                <p:cTn id="27" presetID="22" presetClass="entr" presetSubtype="1" fill="hold" grpId="0" nodeType="withEffect">
                                  <p:stCondLst>
                                    <p:cond delay="750"/>
                                  </p:stCondLst>
                                  <p:childTnLst>
                                    <p:set>
                                      <p:cBhvr>
                                        <p:cTn id="28" dur="1" fill="hold">
                                          <p:stCondLst>
                                            <p:cond delay="0"/>
                                          </p:stCondLst>
                                        </p:cTn>
                                        <p:tgtEl>
                                          <p:spTgt spid="20"/>
                                        </p:tgtEl>
                                        <p:attrNameLst>
                                          <p:attrName>style.visibility</p:attrName>
                                        </p:attrNameLst>
                                      </p:cBhvr>
                                      <p:to>
                                        <p:strVal val="visible"/>
                                      </p:to>
                                    </p:set>
                                    <p:animEffect transition="in" filter="wipe(up)">
                                      <p:cBhvr>
                                        <p:cTn id="29" dur="750"/>
                                        <p:tgtEl>
                                          <p:spTgt spid="20"/>
                                        </p:tgtEl>
                                      </p:cBhvr>
                                    </p:animEffect>
                                  </p:childTnLst>
                                </p:cTn>
                              </p:par>
                              <p:par>
                                <p:cTn id="30" presetID="2" presetClass="entr" presetSubtype="8" decel="100000" fill="hold" grpId="0" nodeType="withEffect">
                                  <p:stCondLst>
                                    <p:cond delay="750"/>
                                  </p:stCondLst>
                                  <p:childTnLst>
                                    <p:set>
                                      <p:cBhvr>
                                        <p:cTn id="31" dur="1" fill="hold">
                                          <p:stCondLst>
                                            <p:cond delay="0"/>
                                          </p:stCondLst>
                                        </p:cTn>
                                        <p:tgtEl>
                                          <p:spTgt spid="16"/>
                                        </p:tgtEl>
                                        <p:attrNameLst>
                                          <p:attrName>style.visibility</p:attrName>
                                        </p:attrNameLst>
                                      </p:cBhvr>
                                      <p:to>
                                        <p:strVal val="visible"/>
                                      </p:to>
                                    </p:set>
                                    <p:anim calcmode="lin" valueType="num">
                                      <p:cBhvr additive="base">
                                        <p:cTn id="32" dur="1500" fill="hold"/>
                                        <p:tgtEl>
                                          <p:spTgt spid="16"/>
                                        </p:tgtEl>
                                        <p:attrNameLst>
                                          <p:attrName>ppt_x</p:attrName>
                                        </p:attrNameLst>
                                      </p:cBhvr>
                                      <p:tavLst>
                                        <p:tav tm="0">
                                          <p:val>
                                            <p:strVal val="0-#ppt_w/2"/>
                                          </p:val>
                                        </p:tav>
                                        <p:tav tm="100000">
                                          <p:val>
                                            <p:strVal val="#ppt_x"/>
                                          </p:val>
                                        </p:tav>
                                      </p:tavLst>
                                    </p:anim>
                                    <p:anim calcmode="lin" valueType="num">
                                      <p:cBhvr additive="base">
                                        <p:cTn id="33" dur="1500" fill="hold"/>
                                        <p:tgtEl>
                                          <p:spTgt spid="16"/>
                                        </p:tgtEl>
                                        <p:attrNameLst>
                                          <p:attrName>ppt_y</p:attrName>
                                        </p:attrNameLst>
                                      </p:cBhvr>
                                      <p:tavLst>
                                        <p:tav tm="0">
                                          <p:val>
                                            <p:strVal val="#ppt_y"/>
                                          </p:val>
                                        </p:tav>
                                        <p:tav tm="100000">
                                          <p:val>
                                            <p:strVal val="#ppt_y"/>
                                          </p:val>
                                        </p:tav>
                                      </p:tavLst>
                                    </p:anim>
                                  </p:childTnLst>
                                </p:cTn>
                              </p:par>
                              <p:par>
                                <p:cTn id="34" presetID="2" presetClass="entr" presetSubtype="2" decel="100000" fill="hold" grpId="0" nodeType="withEffect">
                                  <p:stCondLst>
                                    <p:cond delay="75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1500" fill="hold"/>
                                        <p:tgtEl>
                                          <p:spTgt spid="17"/>
                                        </p:tgtEl>
                                        <p:attrNameLst>
                                          <p:attrName>ppt_x</p:attrName>
                                        </p:attrNameLst>
                                      </p:cBhvr>
                                      <p:tavLst>
                                        <p:tav tm="0">
                                          <p:val>
                                            <p:strVal val="1+#ppt_w/2"/>
                                          </p:val>
                                        </p:tav>
                                        <p:tav tm="100000">
                                          <p:val>
                                            <p:strVal val="#ppt_x"/>
                                          </p:val>
                                        </p:tav>
                                      </p:tavLst>
                                    </p:anim>
                                    <p:anim calcmode="lin" valueType="num">
                                      <p:cBhvr additive="base">
                                        <p:cTn id="37" dur="1500" fill="hold"/>
                                        <p:tgtEl>
                                          <p:spTgt spid="17"/>
                                        </p:tgtEl>
                                        <p:attrNameLst>
                                          <p:attrName>ppt_y</p:attrName>
                                        </p:attrNameLst>
                                      </p:cBhvr>
                                      <p:tavLst>
                                        <p:tav tm="0">
                                          <p:val>
                                            <p:strVal val="#ppt_y"/>
                                          </p:val>
                                        </p:tav>
                                        <p:tav tm="100000">
                                          <p:val>
                                            <p:strVal val="#ppt_y"/>
                                          </p:val>
                                        </p:tav>
                                      </p:tavLst>
                                    </p:anim>
                                  </p:childTnLst>
                                </p:cTn>
                              </p:par>
                              <p:par>
                                <p:cTn id="38" presetID="2" presetClass="entr" presetSubtype="12" decel="100000" fill="hold" grpId="0" nodeType="withEffect">
                                  <p:stCondLst>
                                    <p:cond delay="750"/>
                                  </p:stCondLst>
                                  <p:iterate type="wd">
                                    <p:tmPct val="10000"/>
                                  </p:iterate>
                                  <p:childTnLst>
                                    <p:set>
                                      <p:cBhvr>
                                        <p:cTn id="39" dur="1" fill="hold">
                                          <p:stCondLst>
                                            <p:cond delay="0"/>
                                          </p:stCondLst>
                                        </p:cTn>
                                        <p:tgtEl>
                                          <p:spTgt spid="18">
                                            <p:txEl>
                                              <p:pRg st="0" end="0"/>
                                            </p:txEl>
                                          </p:spTgt>
                                        </p:tgtEl>
                                        <p:attrNameLst>
                                          <p:attrName>style.visibility</p:attrName>
                                        </p:attrNameLst>
                                      </p:cBhvr>
                                      <p:to>
                                        <p:strVal val="visible"/>
                                      </p:to>
                                    </p:set>
                                    <p:anim calcmode="lin" valueType="num">
                                      <p:cBhvr additive="base">
                                        <p:cTn id="40" dur="125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41" dur="1250" fill="hold"/>
                                        <p:tgtEl>
                                          <p:spTgt spid="18">
                                            <p:txEl>
                                              <p:pRg st="0" end="0"/>
                                            </p:txEl>
                                          </p:spTgt>
                                        </p:tgtEl>
                                        <p:attrNameLst>
                                          <p:attrName>ppt_y</p:attrName>
                                        </p:attrNameLst>
                                      </p:cBhvr>
                                      <p:tavLst>
                                        <p:tav tm="0">
                                          <p:val>
                                            <p:strVal val="1+#ppt_h/2"/>
                                          </p:val>
                                        </p:tav>
                                        <p:tav tm="100000">
                                          <p:val>
                                            <p:strVal val="#ppt_y"/>
                                          </p:val>
                                        </p:tav>
                                      </p:tavLst>
                                    </p:anim>
                                  </p:childTnLst>
                                </p:cTn>
                              </p:par>
                              <p:par>
                                <p:cTn id="42" presetID="2" presetClass="entr" presetSubtype="12" decel="100000" fill="hold" grpId="0" nodeType="withEffect">
                                  <p:stCondLst>
                                    <p:cond delay="1250"/>
                                  </p:stCondLst>
                                  <p:childTnLst>
                                    <p:set>
                                      <p:cBhvr>
                                        <p:cTn id="43" dur="1" fill="hold">
                                          <p:stCondLst>
                                            <p:cond delay="0"/>
                                          </p:stCondLst>
                                        </p:cTn>
                                        <p:tgtEl>
                                          <p:spTgt spid="19">
                                            <p:txEl>
                                              <p:pRg st="0" end="0"/>
                                            </p:txEl>
                                          </p:spTgt>
                                        </p:tgtEl>
                                        <p:attrNameLst>
                                          <p:attrName>style.visibility</p:attrName>
                                        </p:attrNameLst>
                                      </p:cBhvr>
                                      <p:to>
                                        <p:strVal val="visible"/>
                                      </p:to>
                                    </p:set>
                                    <p:anim calcmode="lin" valueType="num">
                                      <p:cBhvr additive="base">
                                        <p:cTn id="44" dur="750" fill="hold"/>
                                        <p:tgtEl>
                                          <p:spTgt spid="19">
                                            <p:txEl>
                                              <p:pRg st="0" end="0"/>
                                            </p:txEl>
                                          </p:spTgt>
                                        </p:tgtEl>
                                        <p:attrNameLst>
                                          <p:attrName>ppt_x</p:attrName>
                                        </p:attrNameLst>
                                      </p:cBhvr>
                                      <p:tavLst>
                                        <p:tav tm="0">
                                          <p:val>
                                            <p:strVal val="0-#ppt_w/2"/>
                                          </p:val>
                                        </p:tav>
                                        <p:tav tm="100000">
                                          <p:val>
                                            <p:strVal val="#ppt_x"/>
                                          </p:val>
                                        </p:tav>
                                      </p:tavLst>
                                    </p:anim>
                                    <p:anim calcmode="lin" valueType="num">
                                      <p:cBhvr additive="base">
                                        <p:cTn id="45" dur="750" fill="hold"/>
                                        <p:tgtEl>
                                          <p:spTgt spid="19">
                                            <p:txEl>
                                              <p:pRg st="0" end="0"/>
                                            </p:txEl>
                                          </p:spTgt>
                                        </p:tgtEl>
                                        <p:attrNameLst>
                                          <p:attrName>ppt_y</p:attrName>
                                        </p:attrNameLst>
                                      </p:cBhvr>
                                      <p:tavLst>
                                        <p:tav tm="0">
                                          <p:val>
                                            <p:strVal val="1+#ppt_h/2"/>
                                          </p:val>
                                        </p:tav>
                                        <p:tav tm="100000">
                                          <p:val>
                                            <p:strVal val="#ppt_y"/>
                                          </p:val>
                                        </p:tav>
                                      </p:tavLst>
                                    </p:anim>
                                  </p:childTnLst>
                                </p:cTn>
                              </p:par>
                              <p:par>
                                <p:cTn id="46" presetID="2" presetClass="entr" presetSubtype="12" decel="100000" fill="hold" grpId="0" nodeType="withEffect">
                                  <p:stCondLst>
                                    <p:cond delay="1250"/>
                                  </p:stCondLst>
                                  <p:childTnLst>
                                    <p:set>
                                      <p:cBhvr>
                                        <p:cTn id="47" dur="1" fill="hold">
                                          <p:stCondLst>
                                            <p:cond delay="0"/>
                                          </p:stCondLst>
                                        </p:cTn>
                                        <p:tgtEl>
                                          <p:spTgt spid="23"/>
                                        </p:tgtEl>
                                        <p:attrNameLst>
                                          <p:attrName>style.visibility</p:attrName>
                                        </p:attrNameLst>
                                      </p:cBhvr>
                                      <p:to>
                                        <p:strVal val="visible"/>
                                      </p:to>
                                    </p:set>
                                    <p:anim calcmode="lin" valueType="num">
                                      <p:cBhvr additive="base">
                                        <p:cTn id="48" dur="750" fill="hold"/>
                                        <p:tgtEl>
                                          <p:spTgt spid="23"/>
                                        </p:tgtEl>
                                        <p:attrNameLst>
                                          <p:attrName>ppt_x</p:attrName>
                                        </p:attrNameLst>
                                      </p:cBhvr>
                                      <p:tavLst>
                                        <p:tav tm="0">
                                          <p:val>
                                            <p:strVal val="0-#ppt_w/2"/>
                                          </p:val>
                                        </p:tav>
                                        <p:tav tm="100000">
                                          <p:val>
                                            <p:strVal val="#ppt_x"/>
                                          </p:val>
                                        </p:tav>
                                      </p:tavLst>
                                    </p:anim>
                                    <p:anim calcmode="lin" valueType="num">
                                      <p:cBhvr additive="base">
                                        <p:cTn id="49" dur="750" fill="hold"/>
                                        <p:tgtEl>
                                          <p:spTgt spid="23"/>
                                        </p:tgtEl>
                                        <p:attrNameLst>
                                          <p:attrName>ppt_y</p:attrName>
                                        </p:attrNameLst>
                                      </p:cBhvr>
                                      <p:tavLst>
                                        <p:tav tm="0">
                                          <p:val>
                                            <p:strVal val="1+#ppt_h/2"/>
                                          </p:val>
                                        </p:tav>
                                        <p:tav tm="100000">
                                          <p:val>
                                            <p:strVal val="#ppt_y"/>
                                          </p:val>
                                        </p:tav>
                                      </p:tavLst>
                                    </p:anim>
                                  </p:childTnLst>
                                </p:cTn>
                              </p:par>
                              <p:par>
                                <p:cTn id="50" presetID="2" presetClass="entr" presetSubtype="8" accel="100000" fill="hold" grpId="0" nodeType="withEffect">
                                  <p:stCondLst>
                                    <p:cond delay="500"/>
                                  </p:stCondLst>
                                  <p:childTnLst>
                                    <p:set>
                                      <p:cBhvr>
                                        <p:cTn id="51" dur="1" fill="hold">
                                          <p:stCondLst>
                                            <p:cond delay="0"/>
                                          </p:stCondLst>
                                        </p:cTn>
                                        <p:tgtEl>
                                          <p:spTgt spid="25"/>
                                        </p:tgtEl>
                                        <p:attrNameLst>
                                          <p:attrName>style.visibility</p:attrName>
                                        </p:attrNameLst>
                                      </p:cBhvr>
                                      <p:to>
                                        <p:strVal val="visible"/>
                                      </p:to>
                                    </p:set>
                                    <p:anim calcmode="lin" valueType="num">
                                      <p:cBhvr additive="base">
                                        <p:cTn id="52" dur="750" fill="hold"/>
                                        <p:tgtEl>
                                          <p:spTgt spid="25"/>
                                        </p:tgtEl>
                                        <p:attrNameLst>
                                          <p:attrName>ppt_x</p:attrName>
                                        </p:attrNameLst>
                                      </p:cBhvr>
                                      <p:tavLst>
                                        <p:tav tm="0">
                                          <p:val>
                                            <p:strVal val="0-#ppt_w/2"/>
                                          </p:val>
                                        </p:tav>
                                        <p:tav tm="100000">
                                          <p:val>
                                            <p:strVal val="#ppt_x"/>
                                          </p:val>
                                        </p:tav>
                                      </p:tavLst>
                                    </p:anim>
                                    <p:anim calcmode="lin" valueType="num">
                                      <p:cBhvr additive="base">
                                        <p:cTn id="53" dur="750" fill="hold"/>
                                        <p:tgtEl>
                                          <p:spTgt spid="25"/>
                                        </p:tgtEl>
                                        <p:attrNameLst>
                                          <p:attrName>ppt_y</p:attrName>
                                        </p:attrNameLst>
                                      </p:cBhvr>
                                      <p:tavLst>
                                        <p:tav tm="0">
                                          <p:val>
                                            <p:strVal val="#ppt_y"/>
                                          </p:val>
                                        </p:tav>
                                        <p:tav tm="100000">
                                          <p:val>
                                            <p:strVal val="#ppt_y"/>
                                          </p:val>
                                        </p:tav>
                                      </p:tavLst>
                                    </p:anim>
                                  </p:childTnLst>
                                </p:cTn>
                              </p:par>
                              <p:par>
                                <p:cTn id="54" presetID="2" presetClass="entr" presetSubtype="8" accel="100000" fill="hold" grpId="0" nodeType="withEffect">
                                  <p:stCondLst>
                                    <p:cond delay="600"/>
                                  </p:stCondLst>
                                  <p:childTnLst>
                                    <p:set>
                                      <p:cBhvr>
                                        <p:cTn id="55" dur="1" fill="hold">
                                          <p:stCondLst>
                                            <p:cond delay="0"/>
                                          </p:stCondLst>
                                        </p:cTn>
                                        <p:tgtEl>
                                          <p:spTgt spid="26"/>
                                        </p:tgtEl>
                                        <p:attrNameLst>
                                          <p:attrName>style.visibility</p:attrName>
                                        </p:attrNameLst>
                                      </p:cBhvr>
                                      <p:to>
                                        <p:strVal val="visible"/>
                                      </p:to>
                                    </p:set>
                                    <p:anim calcmode="lin" valueType="num">
                                      <p:cBhvr additive="base">
                                        <p:cTn id="56" dur="750" fill="hold"/>
                                        <p:tgtEl>
                                          <p:spTgt spid="26"/>
                                        </p:tgtEl>
                                        <p:attrNameLst>
                                          <p:attrName>ppt_x</p:attrName>
                                        </p:attrNameLst>
                                      </p:cBhvr>
                                      <p:tavLst>
                                        <p:tav tm="0">
                                          <p:val>
                                            <p:strVal val="0-#ppt_w/2"/>
                                          </p:val>
                                        </p:tav>
                                        <p:tav tm="100000">
                                          <p:val>
                                            <p:strVal val="#ppt_x"/>
                                          </p:val>
                                        </p:tav>
                                      </p:tavLst>
                                    </p:anim>
                                    <p:anim calcmode="lin" valueType="num">
                                      <p:cBhvr additive="base">
                                        <p:cTn id="57" dur="75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animBg="1">
        <p:tmplLst>
          <p:tmpl>
            <p:tnLst>
              <p:par>
                <p:cTn presetID="2" presetClass="entr" presetSubtype="2" decel="100000" fill="hold" nodeType="withEffect">
                  <p:stCondLst>
                    <p:cond delay="75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1500" fill="hold"/>
                        <p:tgtEl>
                          <p:spTgt spid="17"/>
                        </p:tgtEl>
                        <p:attrNameLst>
                          <p:attrName>ppt_x</p:attrName>
                        </p:attrNameLst>
                      </p:cBhvr>
                      <p:tavLst>
                        <p:tav tm="0">
                          <p:val>
                            <p:strVal val="1+#ppt_w/2"/>
                          </p:val>
                        </p:tav>
                        <p:tav tm="100000">
                          <p:val>
                            <p:strVal val="#ppt_x"/>
                          </p:val>
                        </p:tav>
                      </p:tavLst>
                    </p:anim>
                    <p:anim calcmode="lin" valueType="num">
                      <p:cBhvr additive="base">
                        <p:cTn dur="1500" fill="hold"/>
                        <p:tgtEl>
                          <p:spTgt spid="17"/>
                        </p:tgtEl>
                        <p:attrNameLst>
                          <p:attrName>ppt_y</p:attrName>
                        </p:attrNameLst>
                      </p:cBhvr>
                      <p:tavLst>
                        <p:tav tm="0">
                          <p:val>
                            <p:strVal val="#ppt_y"/>
                          </p:val>
                        </p:tav>
                        <p:tav tm="100000">
                          <p:val>
                            <p:strVal val="#ppt_y"/>
                          </p:val>
                        </p:tav>
                      </p:tavLst>
                    </p:anim>
                  </p:childTnLst>
                </p:cTn>
              </p:par>
            </p:tnLst>
          </p:tmpl>
        </p:tmplLst>
      </p:bldP>
      <p:bldP spid="16" grpId="0" animBg="1">
        <p:tmplLst>
          <p:tmpl>
            <p:tnLst>
              <p:par>
                <p:cTn presetID="2" presetClass="entr" presetSubtype="8" decel="100000" fill="hold" nodeType="withEffect">
                  <p:stCondLst>
                    <p:cond delay="750"/>
                  </p:stCondLst>
                  <p:childTnLst>
                    <p:set>
                      <p:cBhvr>
                        <p:cTn dur="1" fill="hold">
                          <p:stCondLst>
                            <p:cond delay="0"/>
                          </p:stCondLst>
                        </p:cTn>
                        <p:tgtEl>
                          <p:spTgt spid="16"/>
                        </p:tgtEl>
                        <p:attrNameLst>
                          <p:attrName>style.visibility</p:attrName>
                        </p:attrNameLst>
                      </p:cBhvr>
                      <p:to>
                        <p:strVal val="visible"/>
                      </p:to>
                    </p:set>
                    <p:anim calcmode="lin" valueType="num">
                      <p:cBhvr additive="base">
                        <p:cTn dur="1500" fill="hold"/>
                        <p:tgtEl>
                          <p:spTgt spid="16"/>
                        </p:tgtEl>
                        <p:attrNameLst>
                          <p:attrName>ppt_x</p:attrName>
                        </p:attrNameLst>
                      </p:cBhvr>
                      <p:tavLst>
                        <p:tav tm="0">
                          <p:val>
                            <p:strVal val="0-#ppt_w/2"/>
                          </p:val>
                        </p:tav>
                        <p:tav tm="100000">
                          <p:val>
                            <p:strVal val="#ppt_x"/>
                          </p:val>
                        </p:tav>
                      </p:tavLst>
                    </p:anim>
                    <p:anim calcmode="lin" valueType="num">
                      <p:cBhvr additive="base">
                        <p:cTn dur="1500" fill="hold"/>
                        <p:tgtEl>
                          <p:spTgt spid="16"/>
                        </p:tgtEl>
                        <p:attrNameLst>
                          <p:attrName>ppt_y</p:attrName>
                        </p:attrNameLst>
                      </p:cBhvr>
                      <p:tavLst>
                        <p:tav tm="0">
                          <p:val>
                            <p:strVal val="#ppt_y"/>
                          </p:val>
                        </p:tav>
                        <p:tav tm="100000">
                          <p:val>
                            <p:strVal val="#ppt_y"/>
                          </p:val>
                        </p:tav>
                      </p:tavLst>
                    </p:anim>
                  </p:childTnLst>
                </p:cTn>
              </p:par>
            </p:tnLst>
          </p:tmpl>
        </p:tmplLst>
      </p:bldP>
      <p:bldP spid="15" grpId="0" animBg="1">
        <p:tmplLst>
          <p:tmpl>
            <p:tnLst>
              <p:par>
                <p:cTn presetID="2" presetClass="entr" presetSubtype="2" decel="100000" fill="hold" nodeType="withEffect">
                  <p:stCondLst>
                    <p:cond delay="25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750" fill="hold"/>
                        <p:tgtEl>
                          <p:spTgt spid="15"/>
                        </p:tgtEl>
                        <p:attrNameLst>
                          <p:attrName>ppt_x</p:attrName>
                        </p:attrNameLst>
                      </p:cBhvr>
                      <p:tavLst>
                        <p:tav tm="0">
                          <p:val>
                            <p:strVal val="1+#ppt_w/2"/>
                          </p:val>
                        </p:tav>
                        <p:tav tm="100000">
                          <p:val>
                            <p:strVal val="#ppt_x"/>
                          </p:val>
                        </p:tav>
                      </p:tavLst>
                    </p:anim>
                    <p:anim calcmode="lin" valueType="num">
                      <p:cBhvr additive="base">
                        <p:cTn dur="750" fill="hold"/>
                        <p:tgtEl>
                          <p:spTgt spid="15"/>
                        </p:tgtEl>
                        <p:attrNameLst>
                          <p:attrName>ppt_y</p:attrName>
                        </p:attrNameLst>
                      </p:cBhvr>
                      <p:tavLst>
                        <p:tav tm="0">
                          <p:val>
                            <p:strVal val="#ppt_y"/>
                          </p:val>
                        </p:tav>
                        <p:tav tm="100000">
                          <p:val>
                            <p:strVal val="#ppt_y"/>
                          </p:val>
                        </p:tav>
                      </p:tavLst>
                    </p:anim>
                  </p:childTnLst>
                </p:cTn>
              </p:par>
            </p:tnLst>
          </p:tmpl>
        </p:tmplLst>
      </p:bldP>
      <p:bldP spid="14" grpId="0" animBg="1">
        <p:tmplLst>
          <p:tmpl>
            <p:tnLst>
              <p:par>
                <p:cTn presetID="2" presetClass="entr" presetSubtype="8" decel="100000" fill="hold" nodeType="withEffect">
                  <p:stCondLst>
                    <p:cond delay="10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750" fill="hold"/>
                        <p:tgtEl>
                          <p:spTgt spid="14"/>
                        </p:tgtEl>
                        <p:attrNameLst>
                          <p:attrName>ppt_x</p:attrName>
                        </p:attrNameLst>
                      </p:cBhvr>
                      <p:tavLst>
                        <p:tav tm="0">
                          <p:val>
                            <p:strVal val="0-#ppt_w/2"/>
                          </p:val>
                        </p:tav>
                        <p:tav tm="100000">
                          <p:val>
                            <p:strVal val="#ppt_x"/>
                          </p:val>
                        </p:tav>
                      </p:tavLst>
                    </p:anim>
                    <p:anim calcmode="lin" valueType="num">
                      <p:cBhvr additive="base">
                        <p:cTn dur="750" fill="hold"/>
                        <p:tgtEl>
                          <p:spTgt spid="14"/>
                        </p:tgtEl>
                        <p:attrNameLst>
                          <p:attrName>ppt_y</p:attrName>
                        </p:attrNameLst>
                      </p:cBhvr>
                      <p:tavLst>
                        <p:tav tm="0">
                          <p:val>
                            <p:strVal val="#ppt_y"/>
                          </p:val>
                        </p:tav>
                        <p:tav tm="100000">
                          <p:val>
                            <p:strVal val="#ppt_y"/>
                          </p:val>
                        </p:tav>
                      </p:tavLst>
                    </p:anim>
                  </p:childTnLst>
                </p:cTn>
              </p:par>
            </p:tnLst>
          </p:tmpl>
        </p:tmplLst>
      </p:bldP>
      <p:bldP spid="11" grpId="0" animBg="1">
        <p:tmplLst>
          <p:tmpl>
            <p:tnLst>
              <p:par>
                <p:cTn presetID="2" presetClass="entr" presetSubtype="8" decel="100000" fill="hold" nodeType="after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0-#ppt_w/2"/>
                          </p:val>
                        </p:tav>
                        <p:tav tm="100000">
                          <p:val>
                            <p:strVal val="#ppt_x"/>
                          </p:val>
                        </p:tav>
                      </p:tavLst>
                    </p:anim>
                    <p:anim calcmode="lin" valueType="num">
                      <p:cBhvr additive="base">
                        <p:cTn dur="750" fill="hold"/>
                        <p:tgtEl>
                          <p:spTgt spid="11"/>
                        </p:tgtEl>
                        <p:attrNameLst>
                          <p:attrName>ppt_y</p:attrName>
                        </p:attrNameLst>
                      </p:cBhvr>
                      <p:tavLst>
                        <p:tav tm="0">
                          <p:val>
                            <p:strVal val="#ppt_y"/>
                          </p:val>
                        </p:tav>
                        <p:tav tm="100000">
                          <p:val>
                            <p:strVal val="#ppt_y"/>
                          </p:val>
                        </p:tav>
                      </p:tavLst>
                    </p:anim>
                  </p:childTnLst>
                </p:cTn>
              </p:par>
            </p:tnLst>
          </p:tmpl>
        </p:tmplLst>
      </p:bldP>
      <p:bldP spid="13" grpId="0" animBg="1">
        <p:tmplLst>
          <p:tmpl>
            <p:tnLst>
              <p:par>
                <p:cTn presetID="2" presetClass="entr" presetSubtype="2" decel="100000" fill="hold" nodeType="withEffect">
                  <p:stCondLst>
                    <p:cond delay="35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750" fill="hold"/>
                        <p:tgtEl>
                          <p:spTgt spid="13"/>
                        </p:tgtEl>
                        <p:attrNameLst>
                          <p:attrName>ppt_x</p:attrName>
                        </p:attrNameLst>
                      </p:cBhvr>
                      <p:tavLst>
                        <p:tav tm="0">
                          <p:val>
                            <p:strVal val="1+#ppt_w/2"/>
                          </p:val>
                        </p:tav>
                        <p:tav tm="100000">
                          <p:val>
                            <p:strVal val="#ppt_x"/>
                          </p:val>
                        </p:tav>
                      </p:tavLst>
                    </p:anim>
                    <p:anim calcmode="lin" valueType="num">
                      <p:cBhvr additive="base">
                        <p:cTn dur="750" fill="hold"/>
                        <p:tgtEl>
                          <p:spTgt spid="13"/>
                        </p:tgtEl>
                        <p:attrNameLst>
                          <p:attrName>ppt_y</p:attrName>
                        </p:attrNameLst>
                      </p:cBhvr>
                      <p:tavLst>
                        <p:tav tm="0">
                          <p:val>
                            <p:strVal val="#ppt_y"/>
                          </p:val>
                        </p:tav>
                        <p:tav tm="100000">
                          <p:val>
                            <p:strVal val="#ppt_y"/>
                          </p:val>
                        </p:tav>
                      </p:tavLst>
                    </p:anim>
                  </p:childTnLst>
                </p:cTn>
              </p:par>
            </p:tnLst>
          </p:tmpl>
        </p:tmplLst>
      </p:bldP>
      <p:bldP spid="18" grpId="0" build="p">
        <p:tmplLst>
          <p:tmpl lvl="1">
            <p:tnLst>
              <p:par>
                <p:cTn presetID="2" presetClass="entr" presetSubtype="12" decel="100000" fill="hold" nodeType="withEffect">
                  <p:stCondLst>
                    <p:cond delay="750"/>
                  </p:stCondLst>
                  <p:iterate type="wd">
                    <p:tmPct val="10000"/>
                  </p:iterate>
                  <p:childTnLst>
                    <p:set>
                      <p:cBhvr>
                        <p:cTn dur="1" fill="hold">
                          <p:stCondLst>
                            <p:cond delay="0"/>
                          </p:stCondLst>
                        </p:cTn>
                        <p:tgtEl>
                          <p:spTgt spid="18"/>
                        </p:tgtEl>
                        <p:attrNameLst>
                          <p:attrName>style.visibility</p:attrName>
                        </p:attrNameLst>
                      </p:cBhvr>
                      <p:to>
                        <p:strVal val="visible"/>
                      </p:to>
                    </p:set>
                    <p:anim calcmode="lin" valueType="num">
                      <p:cBhvr additive="base">
                        <p:cTn dur="1250" fill="hold"/>
                        <p:tgtEl>
                          <p:spTgt spid="18"/>
                        </p:tgtEl>
                        <p:attrNameLst>
                          <p:attrName>ppt_x</p:attrName>
                        </p:attrNameLst>
                      </p:cBhvr>
                      <p:tavLst>
                        <p:tav tm="0">
                          <p:val>
                            <p:strVal val="0-#ppt_w/2"/>
                          </p:val>
                        </p:tav>
                        <p:tav tm="100000">
                          <p:val>
                            <p:strVal val="#ppt_x"/>
                          </p:val>
                        </p:tav>
                      </p:tavLst>
                    </p:anim>
                    <p:anim calcmode="lin" valueType="num">
                      <p:cBhvr additive="base">
                        <p:cTn dur="1250" fill="hold"/>
                        <p:tgtEl>
                          <p:spTgt spid="18"/>
                        </p:tgtEl>
                        <p:attrNameLst>
                          <p:attrName>ppt_y</p:attrName>
                        </p:attrNameLst>
                      </p:cBhvr>
                      <p:tavLst>
                        <p:tav tm="0">
                          <p:val>
                            <p:strVal val="1+#ppt_h/2"/>
                          </p:val>
                        </p:tav>
                        <p:tav tm="100000">
                          <p:val>
                            <p:strVal val="#ppt_y"/>
                          </p:val>
                        </p:tav>
                      </p:tavLst>
                    </p:anim>
                  </p:childTnLst>
                </p:cTn>
              </p:par>
            </p:tnLst>
          </p:tmpl>
        </p:tmplLst>
      </p:bldP>
      <p:bldP spid="19" grpId="0" build="p">
        <p:tmplLst>
          <p:tmpl lvl="1">
            <p:tnLst>
              <p:par>
                <p:cTn presetID="2" presetClass="entr" presetSubtype="12" decel="100000" fill="hold" nodeType="withEffect">
                  <p:stCondLst>
                    <p:cond delay="125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750" fill="hold"/>
                        <p:tgtEl>
                          <p:spTgt spid="19"/>
                        </p:tgtEl>
                        <p:attrNameLst>
                          <p:attrName>ppt_x</p:attrName>
                        </p:attrNameLst>
                      </p:cBhvr>
                      <p:tavLst>
                        <p:tav tm="0">
                          <p:val>
                            <p:strVal val="0-#ppt_w/2"/>
                          </p:val>
                        </p:tav>
                        <p:tav tm="100000">
                          <p:val>
                            <p:strVal val="#ppt_x"/>
                          </p:val>
                        </p:tav>
                      </p:tavLst>
                    </p:anim>
                    <p:anim calcmode="lin" valueType="num">
                      <p:cBhvr additive="base">
                        <p:cTn dur="750" fill="hold"/>
                        <p:tgtEl>
                          <p:spTgt spid="19"/>
                        </p:tgtEl>
                        <p:attrNameLst>
                          <p:attrName>ppt_y</p:attrName>
                        </p:attrNameLst>
                      </p:cBhvr>
                      <p:tavLst>
                        <p:tav tm="0">
                          <p:val>
                            <p:strVal val="1+#ppt_h/2"/>
                          </p:val>
                        </p:tav>
                        <p:tav tm="100000">
                          <p:val>
                            <p:strVal val="#ppt_y"/>
                          </p:val>
                        </p:tav>
                      </p:tavLst>
                    </p:anim>
                  </p:childTnLst>
                </p:cTn>
              </p:par>
            </p:tnLst>
          </p:tmpl>
        </p:tmplLst>
      </p:bldP>
      <p:bldP spid="20" grpId="0" animBg="1">
        <p:tmplLst>
          <p:tmpl>
            <p:tnLst>
              <p:par>
                <p:cTn presetID="22" presetClass="entr" presetSubtype="1" fill="hold" nodeType="withEffect">
                  <p:stCondLst>
                    <p:cond delay="750"/>
                  </p:stCondLst>
                  <p:childTnLst>
                    <p:set>
                      <p:cBhvr>
                        <p:cTn dur="1" fill="hold">
                          <p:stCondLst>
                            <p:cond delay="0"/>
                          </p:stCondLst>
                        </p:cTn>
                        <p:tgtEl>
                          <p:spTgt spid="20"/>
                        </p:tgtEl>
                        <p:attrNameLst>
                          <p:attrName>style.visibility</p:attrName>
                        </p:attrNameLst>
                      </p:cBhvr>
                      <p:to>
                        <p:strVal val="visible"/>
                      </p:to>
                    </p:set>
                    <p:animEffect transition="in" filter="wipe(up)">
                      <p:cBhvr>
                        <p:cTn dur="750"/>
                        <p:tgtEl>
                          <p:spTgt spid="20"/>
                        </p:tgtEl>
                      </p:cBhvr>
                    </p:animEffect>
                  </p:childTnLst>
                </p:cTn>
              </p:par>
            </p:tnLst>
          </p:tmpl>
        </p:tmplLst>
      </p:bldP>
      <p:bldP spid="21" grpId="0" animBg="1">
        <p:tmplLst>
          <p:tmpl>
            <p:tnLst>
              <p:par>
                <p:cTn presetID="22" presetClass="entr" presetSubtype="4" fill="hold" nodeType="withEffect">
                  <p:stCondLst>
                    <p:cond delay="750"/>
                  </p:stCondLst>
                  <p:childTnLst>
                    <p:set>
                      <p:cBhvr>
                        <p:cTn dur="1" fill="hold">
                          <p:stCondLst>
                            <p:cond delay="0"/>
                          </p:stCondLst>
                        </p:cTn>
                        <p:tgtEl>
                          <p:spTgt spid="21"/>
                        </p:tgtEl>
                        <p:attrNameLst>
                          <p:attrName>style.visibility</p:attrName>
                        </p:attrNameLst>
                      </p:cBhvr>
                      <p:to>
                        <p:strVal val="visible"/>
                      </p:to>
                    </p:set>
                    <p:animEffect transition="in" filter="wipe(down)">
                      <p:cBhvr>
                        <p:cTn dur="750"/>
                        <p:tgtEl>
                          <p:spTgt spid="21"/>
                        </p:tgtEl>
                      </p:cBhvr>
                    </p:animEffect>
                  </p:childTnLst>
                </p:cTn>
              </p:par>
            </p:tnLst>
          </p:tmpl>
        </p:tmplLst>
      </p:bldP>
      <p:bldP spid="23" grpId="0" animBg="1">
        <p:tmplLst>
          <p:tmpl>
            <p:tnLst>
              <p:par>
                <p:cTn presetID="2" presetClass="entr" presetSubtype="12" decel="100000" fill="hold" nodeType="withEffect">
                  <p:stCondLst>
                    <p:cond delay="125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750" fill="hold"/>
                        <p:tgtEl>
                          <p:spTgt spid="23"/>
                        </p:tgtEl>
                        <p:attrNameLst>
                          <p:attrName>ppt_x</p:attrName>
                        </p:attrNameLst>
                      </p:cBhvr>
                      <p:tavLst>
                        <p:tav tm="0">
                          <p:val>
                            <p:strVal val="0-#ppt_w/2"/>
                          </p:val>
                        </p:tav>
                        <p:tav tm="100000">
                          <p:val>
                            <p:strVal val="#ppt_x"/>
                          </p:val>
                        </p:tav>
                      </p:tavLst>
                    </p:anim>
                    <p:anim calcmode="lin" valueType="num">
                      <p:cBhvr additive="base">
                        <p:cTn dur="750" fill="hold"/>
                        <p:tgtEl>
                          <p:spTgt spid="23"/>
                        </p:tgtEl>
                        <p:attrNameLst>
                          <p:attrName>ppt_y</p:attrName>
                        </p:attrNameLst>
                      </p:cBhvr>
                      <p:tavLst>
                        <p:tav tm="0">
                          <p:val>
                            <p:strVal val="1+#ppt_h/2"/>
                          </p:val>
                        </p:tav>
                        <p:tav tm="100000">
                          <p:val>
                            <p:strVal val="#ppt_y"/>
                          </p:val>
                        </p:tav>
                      </p:tavLst>
                    </p:anim>
                  </p:childTnLst>
                </p:cTn>
              </p:par>
            </p:tnLst>
          </p:tmpl>
        </p:tmplLst>
      </p:bldP>
      <p:bldP spid="25" grpId="0" animBg="1">
        <p:tmplLst>
          <p:tmpl>
            <p:tnLst>
              <p:par>
                <p:cTn presetID="2" presetClass="entr" presetSubtype="8" accel="100000" fill="hold" nodeType="withEffect">
                  <p:stCondLst>
                    <p:cond delay="50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750" fill="hold"/>
                        <p:tgtEl>
                          <p:spTgt spid="25"/>
                        </p:tgtEl>
                        <p:attrNameLst>
                          <p:attrName>ppt_x</p:attrName>
                        </p:attrNameLst>
                      </p:cBhvr>
                      <p:tavLst>
                        <p:tav tm="0">
                          <p:val>
                            <p:strVal val="0-#ppt_w/2"/>
                          </p:val>
                        </p:tav>
                        <p:tav tm="100000">
                          <p:val>
                            <p:strVal val="#ppt_x"/>
                          </p:val>
                        </p:tav>
                      </p:tavLst>
                    </p:anim>
                    <p:anim calcmode="lin" valueType="num">
                      <p:cBhvr additive="base">
                        <p:cTn dur="750" fill="hold"/>
                        <p:tgtEl>
                          <p:spTgt spid="25"/>
                        </p:tgtEl>
                        <p:attrNameLst>
                          <p:attrName>ppt_y</p:attrName>
                        </p:attrNameLst>
                      </p:cBhvr>
                      <p:tavLst>
                        <p:tav tm="0">
                          <p:val>
                            <p:strVal val="#ppt_y"/>
                          </p:val>
                        </p:tav>
                        <p:tav tm="100000">
                          <p:val>
                            <p:strVal val="#ppt_y"/>
                          </p:val>
                        </p:tav>
                      </p:tavLst>
                    </p:anim>
                  </p:childTnLst>
                </p:cTn>
              </p:par>
            </p:tnLst>
          </p:tmpl>
        </p:tmplLst>
      </p:bldP>
      <p:bldP spid="26" grpId="0" animBg="1">
        <p:tmplLst>
          <p:tmpl>
            <p:tnLst>
              <p:par>
                <p:cTn presetID="2" presetClass="entr" presetSubtype="8" accel="100000" fill="hold" nodeType="withEffect">
                  <p:stCondLst>
                    <p:cond delay="60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750" fill="hold"/>
                        <p:tgtEl>
                          <p:spTgt spid="26"/>
                        </p:tgtEl>
                        <p:attrNameLst>
                          <p:attrName>ppt_x</p:attrName>
                        </p:attrNameLst>
                      </p:cBhvr>
                      <p:tavLst>
                        <p:tav tm="0">
                          <p:val>
                            <p:strVal val="0-#ppt_w/2"/>
                          </p:val>
                        </p:tav>
                        <p:tav tm="100000">
                          <p:val>
                            <p:strVal val="#ppt_x"/>
                          </p:val>
                        </p:tav>
                      </p:tavLst>
                    </p:anim>
                    <p:anim calcmode="lin" valueType="num">
                      <p:cBhvr additive="base">
                        <p:cTn dur="750" fill="hold"/>
                        <p:tgtEl>
                          <p:spTgt spid="26"/>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pression 2">
    <p:spTree>
      <p:nvGrpSpPr>
        <p:cNvPr id="1" name=""/>
        <p:cNvGrpSpPr/>
        <p:nvPr/>
      </p:nvGrpSpPr>
      <p:grpSpPr>
        <a:xfrm>
          <a:off x="0" y="0"/>
          <a:ext cx="0" cy="0"/>
          <a:chOff x="0" y="0"/>
          <a:chExt cx="0" cy="0"/>
        </a:xfrm>
      </p:grpSpPr>
      <p:sp>
        <p:nvSpPr>
          <p:cNvPr id="27" name="テキスト プレースホルダー 2"/>
          <p:cNvSpPr>
            <a:spLocks noGrp="1"/>
          </p:cNvSpPr>
          <p:nvPr>
            <p:ph type="body" sz="quarter" idx="13" hasCustomPrompt="1"/>
          </p:nvPr>
        </p:nvSpPr>
        <p:spPr>
          <a:xfrm rot="16200000" flipH="1">
            <a:off x="4271509" y="826182"/>
            <a:ext cx="9748158" cy="18291176"/>
          </a:xfrm>
          <a:prstGeom prst="parallelogram">
            <a:avLst>
              <a:gd name="adj" fmla="val 50858"/>
            </a:avLst>
          </a:prstGeom>
          <a:blipFill dpi="0" rotWithShape="0">
            <a:blip r:embed="rId2"/>
            <a:srcRect/>
            <a:tile tx="0" ty="0" sx="100000" sy="100000" flip="none" algn="tl"/>
          </a:blipFill>
          <a:effectLst>
            <a:outerShdw blurRad="50800" dist="38100" dir="16200000" rotWithShape="0">
              <a:prstClr val="black">
                <a:alpha val="40000"/>
              </a:prstClr>
            </a:outerShdw>
          </a:effectLst>
        </p:spPr>
        <p:txBody>
          <a:bodyPr/>
          <a:lstStyle/>
          <a:p>
            <a:pPr lvl="0"/>
            <a:r>
              <a:rPr kumimoji="1" lang="en-US" altLang="ja-JP" dirty="0"/>
              <a:t> </a:t>
            </a:r>
            <a:endParaRPr kumimoji="1" lang="ja-JP" altLang="en-US" dirty="0"/>
          </a:p>
        </p:txBody>
      </p:sp>
      <p:sp>
        <p:nvSpPr>
          <p:cNvPr id="24" name="テキスト プレースホルダー 2"/>
          <p:cNvSpPr>
            <a:spLocks noGrp="1"/>
          </p:cNvSpPr>
          <p:nvPr>
            <p:ph type="body" sz="quarter" idx="12" hasCustomPrompt="1"/>
          </p:nvPr>
        </p:nvSpPr>
        <p:spPr>
          <a:xfrm rot="16200000" flipH="1">
            <a:off x="5181882" y="-9374188"/>
            <a:ext cx="7927410" cy="18291176"/>
          </a:xfrm>
          <a:prstGeom prst="parallelogram">
            <a:avLst>
              <a:gd name="adj" fmla="val 36696"/>
            </a:avLst>
          </a:prstGeom>
          <a:blipFill dpi="0" rotWithShape="0">
            <a:blip r:embed="rId2"/>
            <a:srcRect/>
            <a:tile tx="0" ty="0" sx="100000" sy="100000" flip="none" algn="tl"/>
          </a:blipFill>
          <a:effectLst>
            <a:outerShdw blurRad="50800" dist="38100" dir="5400000" algn="t" rotWithShape="0">
              <a:prstClr val="black">
                <a:alpha val="40000"/>
              </a:prstClr>
            </a:outerShdw>
          </a:effectLst>
        </p:spPr>
        <p:txBody>
          <a:bodyPr/>
          <a:lstStyle/>
          <a:p>
            <a:pPr lvl="0"/>
            <a:r>
              <a:rPr kumimoji="1" lang="en-US" altLang="ja-JP" dirty="0"/>
              <a:t> </a:t>
            </a:r>
            <a:endParaRPr kumimoji="1" lang="ja-JP" altLang="en-US" dirty="0"/>
          </a:p>
        </p:txBody>
      </p:sp>
      <p:sp>
        <p:nvSpPr>
          <p:cNvPr id="28" name="テキスト プレースホルダー 24"/>
          <p:cNvSpPr>
            <a:spLocks noGrp="1"/>
          </p:cNvSpPr>
          <p:nvPr>
            <p:ph type="body" sz="quarter" idx="19" hasCustomPrompt="1"/>
          </p:nvPr>
        </p:nvSpPr>
        <p:spPr>
          <a:xfrm rot="21060000" flipV="1">
            <a:off x="-102555" y="2168071"/>
            <a:ext cx="18291175" cy="36000"/>
          </a:xfrm>
          <a:prstGeom prst="rect">
            <a:avLst/>
          </a:prstGeom>
          <a:blipFill>
            <a:blip r:embed="rId3"/>
            <a:stretch>
              <a:fillRect/>
            </a:stretch>
          </a:blipFill>
        </p:spPr>
        <p:txBody>
          <a:bodyPr/>
          <a:lstStyle/>
          <a:p>
            <a:pPr lvl="0"/>
            <a:r>
              <a:rPr kumimoji="1" lang="en-US" altLang="ja-JP" dirty="0"/>
              <a:t> </a:t>
            </a:r>
            <a:endParaRPr kumimoji="1" lang="ja-JP" altLang="en-US" dirty="0"/>
          </a:p>
        </p:txBody>
      </p:sp>
      <p:sp>
        <p:nvSpPr>
          <p:cNvPr id="3" name="テキスト プレースホルダー 2"/>
          <p:cNvSpPr>
            <a:spLocks noGrp="1"/>
          </p:cNvSpPr>
          <p:nvPr>
            <p:ph type="body" sz="quarter" idx="10" hasCustomPrompt="1"/>
          </p:nvPr>
        </p:nvSpPr>
        <p:spPr>
          <a:xfrm rot="16200000" flipH="1">
            <a:off x="5181882" y="-10234216"/>
            <a:ext cx="7927410" cy="18291176"/>
          </a:xfrm>
          <a:prstGeom prst="parallelogram">
            <a:avLst/>
          </a:prstGeom>
          <a:blipFill dpi="0" rotWithShape="0">
            <a:blip r:embed="rId4"/>
            <a:srcRect/>
            <a:tile tx="0" ty="0" sx="100000" sy="100000" flip="none" algn="tl"/>
          </a:blipFill>
          <a:effectLst>
            <a:outerShdw blurRad="50800" dist="38100" dir="5400000" algn="t" rotWithShape="0">
              <a:prstClr val="black">
                <a:alpha val="40000"/>
              </a:prstClr>
            </a:outerShdw>
          </a:effectLst>
        </p:spPr>
        <p:txBody>
          <a:bodyPr/>
          <a:lstStyle/>
          <a:p>
            <a:pPr lvl="0"/>
            <a:r>
              <a:rPr kumimoji="1" lang="en-US" altLang="ja-JP" dirty="0"/>
              <a:t> </a:t>
            </a:r>
            <a:endParaRPr kumimoji="1" lang="ja-JP" altLang="en-US" dirty="0"/>
          </a:p>
        </p:txBody>
      </p:sp>
      <p:sp>
        <p:nvSpPr>
          <p:cNvPr id="29" name="テキスト プレースホルダー 24"/>
          <p:cNvSpPr>
            <a:spLocks noGrp="1"/>
          </p:cNvSpPr>
          <p:nvPr>
            <p:ph type="body" sz="quarter" idx="20" hasCustomPrompt="1"/>
          </p:nvPr>
        </p:nvSpPr>
        <p:spPr>
          <a:xfrm rot="20685389" flipV="1">
            <a:off x="317037" y="7617746"/>
            <a:ext cx="18291175" cy="36000"/>
          </a:xfrm>
          <a:prstGeom prst="rect">
            <a:avLst/>
          </a:prstGeom>
          <a:blipFill>
            <a:blip r:embed="rId3"/>
            <a:stretch>
              <a:fillRect/>
            </a:stretch>
          </a:blipFill>
        </p:spPr>
        <p:txBody>
          <a:bodyPr/>
          <a:lstStyle/>
          <a:p>
            <a:pPr lvl="0"/>
            <a:r>
              <a:rPr kumimoji="1" lang="en-US" altLang="ja-JP" dirty="0"/>
              <a:t> </a:t>
            </a:r>
            <a:endParaRPr kumimoji="1" lang="ja-JP" altLang="en-US" dirty="0"/>
          </a:p>
        </p:txBody>
      </p:sp>
      <p:sp>
        <p:nvSpPr>
          <p:cNvPr id="22" name="テキスト プレースホルダー 2"/>
          <p:cNvSpPr>
            <a:spLocks noGrp="1"/>
          </p:cNvSpPr>
          <p:nvPr>
            <p:ph type="body" sz="quarter" idx="11" hasCustomPrompt="1"/>
          </p:nvPr>
        </p:nvSpPr>
        <p:spPr>
          <a:xfrm rot="16200000" flipH="1">
            <a:off x="4271508" y="1768249"/>
            <a:ext cx="9748158" cy="18291176"/>
          </a:xfrm>
          <a:prstGeom prst="parallelogram">
            <a:avLst>
              <a:gd name="adj" fmla="val 39319"/>
            </a:avLst>
          </a:prstGeom>
          <a:blipFill dpi="0" rotWithShape="0">
            <a:blip r:embed="rId4"/>
            <a:srcRect/>
            <a:tile tx="0" ty="0" sx="100000" sy="100000" flip="none" algn="tl"/>
          </a:blipFill>
          <a:effectLst>
            <a:outerShdw blurRad="50800" dist="38100" dir="16200000" rotWithShape="0">
              <a:prstClr val="black">
                <a:alpha val="40000"/>
              </a:prstClr>
            </a:outerShdw>
          </a:effectLst>
        </p:spPr>
        <p:txBody>
          <a:bodyPr/>
          <a:lstStyle/>
          <a:p>
            <a:pPr lvl="0"/>
            <a:r>
              <a:rPr kumimoji="1" lang="en-US" altLang="ja-JP" dirty="0"/>
              <a:t> </a:t>
            </a:r>
            <a:endParaRPr kumimoji="1" lang="ja-JP" altLang="en-US" dirty="0"/>
          </a:p>
        </p:txBody>
      </p:sp>
      <p:sp>
        <p:nvSpPr>
          <p:cNvPr id="31" name="テキスト プレースホルダー 5"/>
          <p:cNvSpPr>
            <a:spLocks noGrp="1"/>
          </p:cNvSpPr>
          <p:nvPr>
            <p:ph type="body" sz="quarter" idx="17" hasCustomPrompt="1"/>
          </p:nvPr>
        </p:nvSpPr>
        <p:spPr>
          <a:xfrm>
            <a:off x="450000" y="671100"/>
            <a:ext cx="9258300" cy="1436914"/>
          </a:xfrm>
          <a:prstGeom prst="rect">
            <a:avLst/>
          </a:prstGeom>
          <a:noFill/>
        </p:spPr>
        <p:txBody>
          <a:bodyPr anchor="t">
            <a:noAutofit/>
          </a:bodyPr>
          <a:lstStyle>
            <a:lvl1pPr algn="l">
              <a:lnSpc>
                <a:spcPts val="9600"/>
              </a:lnSpc>
              <a:spcBef>
                <a:spcPts val="0"/>
              </a:spcBef>
              <a:defRPr sz="9600" i="0" baseline="0">
                <a:blipFill dpi="0" rotWithShape="1">
                  <a:blip r:embed="rId2"/>
                  <a:srcRect/>
                  <a:stretch>
                    <a:fillRect/>
                  </a:stretch>
                </a:blipFill>
                <a:effectLst>
                  <a:innerShdw blurRad="114300">
                    <a:prstClr val="black"/>
                  </a:innerShdw>
                </a:effectLst>
                <a:latin typeface="+mj-lt"/>
              </a:defRPr>
            </a:lvl1pPr>
          </a:lstStyle>
          <a:p>
            <a:pPr lvl="0"/>
            <a:r>
              <a:rPr kumimoji="1" lang="en-US" altLang="ja-JP" dirty="0"/>
              <a:t>HEADING GOES HERE</a:t>
            </a:r>
            <a:endParaRPr kumimoji="1" lang="ja-JP" altLang="en-US" dirty="0"/>
          </a:p>
        </p:txBody>
      </p:sp>
      <p:sp>
        <p:nvSpPr>
          <p:cNvPr id="32" name="テキスト プレースホルダー 5"/>
          <p:cNvSpPr>
            <a:spLocks noGrp="1"/>
          </p:cNvSpPr>
          <p:nvPr>
            <p:ph type="body" sz="quarter" idx="18" hasCustomPrompt="1"/>
          </p:nvPr>
        </p:nvSpPr>
        <p:spPr>
          <a:xfrm>
            <a:off x="11109552" y="7620002"/>
            <a:ext cx="6586084" cy="2249714"/>
          </a:xfrm>
          <a:prstGeom prst="rect">
            <a:avLst/>
          </a:prstGeom>
        </p:spPr>
        <p:txBody>
          <a:bodyPr anchor="ctr">
            <a:noAutofit/>
          </a:bodyPr>
          <a:lstStyle>
            <a:lvl1pPr algn="r">
              <a:lnSpc>
                <a:spcPct val="120000"/>
              </a:lnSpc>
              <a:spcBef>
                <a:spcPts val="0"/>
              </a:spcBef>
              <a:defRPr sz="2000" i="0" baseline="0">
                <a:solidFill>
                  <a:schemeClr val="tx2"/>
                </a:solidFill>
                <a:effectLst/>
                <a:latin typeface="+mn-lt"/>
              </a:defRPr>
            </a:lvl1pPr>
          </a:lstStyle>
          <a:p>
            <a:pPr lvl="0"/>
            <a:r>
              <a:rPr kumimoji="1" lang="en-US" altLang="ja-JP" dirty="0"/>
              <a:t>Text Here</a:t>
            </a:r>
            <a:endParaRPr kumimoji="1" lang="ja-JP" altLang="en-US" dirty="0"/>
          </a:p>
        </p:txBody>
      </p:sp>
      <p:sp>
        <p:nvSpPr>
          <p:cNvPr id="30" name="図プレースホルダー 6"/>
          <p:cNvSpPr>
            <a:spLocks noGrp="1"/>
          </p:cNvSpPr>
          <p:nvPr>
            <p:ph type="pic" sz="quarter" idx="21" hasCustomPrompt="1"/>
          </p:nvPr>
        </p:nvSpPr>
        <p:spPr>
          <a:xfrm>
            <a:off x="0" y="-266700"/>
            <a:ext cx="18291175" cy="10287000"/>
          </a:xfrm>
          <a:prstGeom prst="rect">
            <a:avLst/>
          </a:prstGeom>
          <a:noFill/>
        </p:spPr>
        <p:txBody>
          <a:bodyPr/>
          <a:lstStyle>
            <a:lvl1pPr>
              <a:defRPr/>
            </a:lvl1pPr>
          </a:lstStyle>
          <a:p>
            <a:r>
              <a:rPr kumimoji="1" lang="en-US" altLang="ja-JP" dirty="0"/>
              <a:t>                                                              </a:t>
            </a:r>
            <a:endParaRPr kumimoji="1" lang="ja-JP" altLang="en-US" dirty="0"/>
          </a:p>
        </p:txBody>
      </p:sp>
    </p:spTree>
    <p:extLst>
      <p:ext uri="{BB962C8B-B14F-4D97-AF65-F5344CB8AC3E}">
        <p14:creationId xmlns:p14="http://schemas.microsoft.com/office/powerpoint/2010/main" val="152451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750" fill="hold"/>
                                        <p:tgtEl>
                                          <p:spTgt spid="24"/>
                                        </p:tgtEl>
                                        <p:attrNameLst>
                                          <p:attrName>ppt_x</p:attrName>
                                        </p:attrNameLst>
                                      </p:cBhvr>
                                      <p:tavLst>
                                        <p:tav tm="0">
                                          <p:val>
                                            <p:strVal val="#ppt_x"/>
                                          </p:val>
                                        </p:tav>
                                        <p:tav tm="100000">
                                          <p:val>
                                            <p:strVal val="#ppt_x"/>
                                          </p:val>
                                        </p:tav>
                                      </p:tavLst>
                                    </p:anim>
                                    <p:anim calcmode="lin" valueType="num">
                                      <p:cBhvr additive="base">
                                        <p:cTn id="8" dur="75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25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750" fill="hold"/>
                                        <p:tgtEl>
                                          <p:spTgt spid="3"/>
                                        </p:tgtEl>
                                        <p:attrNameLst>
                                          <p:attrName>ppt_x</p:attrName>
                                        </p:attrNameLst>
                                      </p:cBhvr>
                                      <p:tavLst>
                                        <p:tav tm="0">
                                          <p:val>
                                            <p:strVal val="#ppt_x"/>
                                          </p:val>
                                        </p:tav>
                                        <p:tav tm="100000">
                                          <p:val>
                                            <p:strVal val="#ppt_x"/>
                                          </p:val>
                                        </p:tav>
                                      </p:tavLst>
                                    </p:anim>
                                    <p:anim calcmode="lin" valueType="num">
                                      <p:cBhvr additive="base">
                                        <p:cTn id="12" dur="750" fill="hold"/>
                                        <p:tgtEl>
                                          <p:spTgt spid="3"/>
                                        </p:tgtEl>
                                        <p:attrNameLst>
                                          <p:attrName>ppt_y</p:attrName>
                                        </p:attrNameLst>
                                      </p:cBhvr>
                                      <p:tavLst>
                                        <p:tav tm="0">
                                          <p:val>
                                            <p:strVal val="0-#ppt_h/2"/>
                                          </p:val>
                                        </p:tav>
                                        <p:tav tm="100000">
                                          <p:val>
                                            <p:strVal val="#ppt_y"/>
                                          </p:val>
                                        </p:tav>
                                      </p:tavLst>
                                    </p:anim>
                                  </p:childTnLst>
                                </p:cTn>
                              </p:par>
                              <p:par>
                                <p:cTn id="13" presetID="22" presetClass="entr" presetSubtype="4" fill="hold" grpId="0" nodeType="withEffect">
                                  <p:stCondLst>
                                    <p:cond delay="500"/>
                                  </p:stCondLst>
                                  <p:childTnLst>
                                    <p:set>
                                      <p:cBhvr>
                                        <p:cTn id="14" dur="1" fill="hold">
                                          <p:stCondLst>
                                            <p:cond delay="0"/>
                                          </p:stCondLst>
                                        </p:cTn>
                                        <p:tgtEl>
                                          <p:spTgt spid="28"/>
                                        </p:tgtEl>
                                        <p:attrNameLst>
                                          <p:attrName>style.visibility</p:attrName>
                                        </p:attrNameLst>
                                      </p:cBhvr>
                                      <p:to>
                                        <p:strVal val="visible"/>
                                      </p:to>
                                    </p:set>
                                    <p:animEffect transition="in" filter="wipe(down)">
                                      <p:cBhvr>
                                        <p:cTn id="15" dur="500"/>
                                        <p:tgtEl>
                                          <p:spTgt spid="28"/>
                                        </p:tgtEl>
                                      </p:cBhvr>
                                    </p:animEffect>
                                  </p:childTnLst>
                                </p:cTn>
                              </p:par>
                              <p:par>
                                <p:cTn id="16" presetID="2" presetClass="entr" presetSubtype="4" decel="100000" fill="hold" grpId="0" nodeType="withEffect">
                                  <p:stCondLst>
                                    <p:cond delay="250"/>
                                  </p:stCondLst>
                                  <p:childTnLst>
                                    <p:set>
                                      <p:cBhvr>
                                        <p:cTn id="17" dur="1" fill="hold">
                                          <p:stCondLst>
                                            <p:cond delay="0"/>
                                          </p:stCondLst>
                                        </p:cTn>
                                        <p:tgtEl>
                                          <p:spTgt spid="27"/>
                                        </p:tgtEl>
                                        <p:attrNameLst>
                                          <p:attrName>style.visibility</p:attrName>
                                        </p:attrNameLst>
                                      </p:cBhvr>
                                      <p:to>
                                        <p:strVal val="visible"/>
                                      </p:to>
                                    </p:set>
                                    <p:anim calcmode="lin" valueType="num">
                                      <p:cBhvr additive="base">
                                        <p:cTn id="18" dur="750" fill="hold"/>
                                        <p:tgtEl>
                                          <p:spTgt spid="27"/>
                                        </p:tgtEl>
                                        <p:attrNameLst>
                                          <p:attrName>ppt_x</p:attrName>
                                        </p:attrNameLst>
                                      </p:cBhvr>
                                      <p:tavLst>
                                        <p:tav tm="0">
                                          <p:val>
                                            <p:strVal val="#ppt_x"/>
                                          </p:val>
                                        </p:tav>
                                        <p:tav tm="100000">
                                          <p:val>
                                            <p:strVal val="#ppt_x"/>
                                          </p:val>
                                        </p:tav>
                                      </p:tavLst>
                                    </p:anim>
                                    <p:anim calcmode="lin" valueType="num">
                                      <p:cBhvr additive="base">
                                        <p:cTn id="19" dur="750" fill="hold"/>
                                        <p:tgtEl>
                                          <p:spTgt spid="27"/>
                                        </p:tgtEl>
                                        <p:attrNameLst>
                                          <p:attrName>ppt_y</p:attrName>
                                        </p:attrNameLst>
                                      </p:cBhvr>
                                      <p:tavLst>
                                        <p:tav tm="0">
                                          <p:val>
                                            <p:strVal val="1+#ppt_h/2"/>
                                          </p:val>
                                        </p:tav>
                                        <p:tav tm="100000">
                                          <p:val>
                                            <p:strVal val="#ppt_y"/>
                                          </p:val>
                                        </p:tav>
                                      </p:tavLst>
                                    </p:anim>
                                  </p:childTnLst>
                                </p:cTn>
                              </p:par>
                              <p:par>
                                <p:cTn id="20" presetID="2" presetClass="entr" presetSubtype="4" decel="100000" fill="hold" grpId="0" nodeType="withEffect">
                                  <p:stCondLst>
                                    <p:cond delay="500"/>
                                  </p:stCondLst>
                                  <p:childTnLst>
                                    <p:set>
                                      <p:cBhvr>
                                        <p:cTn id="21" dur="1" fill="hold">
                                          <p:stCondLst>
                                            <p:cond delay="0"/>
                                          </p:stCondLst>
                                        </p:cTn>
                                        <p:tgtEl>
                                          <p:spTgt spid="22"/>
                                        </p:tgtEl>
                                        <p:attrNameLst>
                                          <p:attrName>style.visibility</p:attrName>
                                        </p:attrNameLst>
                                      </p:cBhvr>
                                      <p:to>
                                        <p:strVal val="visible"/>
                                      </p:to>
                                    </p:set>
                                    <p:anim calcmode="lin" valueType="num">
                                      <p:cBhvr additive="base">
                                        <p:cTn id="22" dur="750" fill="hold"/>
                                        <p:tgtEl>
                                          <p:spTgt spid="22"/>
                                        </p:tgtEl>
                                        <p:attrNameLst>
                                          <p:attrName>ppt_x</p:attrName>
                                        </p:attrNameLst>
                                      </p:cBhvr>
                                      <p:tavLst>
                                        <p:tav tm="0">
                                          <p:val>
                                            <p:strVal val="#ppt_x"/>
                                          </p:val>
                                        </p:tav>
                                        <p:tav tm="100000">
                                          <p:val>
                                            <p:strVal val="#ppt_x"/>
                                          </p:val>
                                        </p:tav>
                                      </p:tavLst>
                                    </p:anim>
                                    <p:anim calcmode="lin" valueType="num">
                                      <p:cBhvr additive="base">
                                        <p:cTn id="23" dur="750" fill="hold"/>
                                        <p:tgtEl>
                                          <p:spTgt spid="22"/>
                                        </p:tgtEl>
                                        <p:attrNameLst>
                                          <p:attrName>ppt_y</p:attrName>
                                        </p:attrNameLst>
                                      </p:cBhvr>
                                      <p:tavLst>
                                        <p:tav tm="0">
                                          <p:val>
                                            <p:strVal val="1+#ppt_h/2"/>
                                          </p:val>
                                        </p:tav>
                                        <p:tav tm="100000">
                                          <p:val>
                                            <p:strVal val="#ppt_y"/>
                                          </p:val>
                                        </p:tav>
                                      </p:tavLst>
                                    </p:anim>
                                  </p:childTnLst>
                                </p:cTn>
                              </p:par>
                              <p:par>
                                <p:cTn id="24" presetID="22" presetClass="entr" presetSubtype="2" fill="hold" grpId="0" nodeType="withEffect">
                                  <p:stCondLst>
                                    <p:cond delay="750"/>
                                  </p:stCondLst>
                                  <p:childTnLst>
                                    <p:set>
                                      <p:cBhvr>
                                        <p:cTn id="25" dur="1" fill="hold">
                                          <p:stCondLst>
                                            <p:cond delay="0"/>
                                          </p:stCondLst>
                                        </p:cTn>
                                        <p:tgtEl>
                                          <p:spTgt spid="29"/>
                                        </p:tgtEl>
                                        <p:attrNameLst>
                                          <p:attrName>style.visibility</p:attrName>
                                        </p:attrNameLst>
                                      </p:cBhvr>
                                      <p:to>
                                        <p:strVal val="visible"/>
                                      </p:to>
                                    </p:set>
                                    <p:animEffect transition="in" filter="wipe(right)">
                                      <p:cBhvr>
                                        <p:cTn id="26" dur="500"/>
                                        <p:tgtEl>
                                          <p:spTgt spid="29"/>
                                        </p:tgtEl>
                                      </p:cBhvr>
                                    </p:animEffect>
                                  </p:childTnLst>
                                </p:cTn>
                              </p:par>
                              <p:par>
                                <p:cTn id="27" presetID="22" presetClass="entr" presetSubtype="8" fill="hold" grpId="0" nodeType="withEffect">
                                  <p:stCondLst>
                                    <p:cond delay="750"/>
                                  </p:stCondLst>
                                  <p:childTnLst>
                                    <p:set>
                                      <p:cBhvr>
                                        <p:cTn id="28" dur="1" fill="hold">
                                          <p:stCondLst>
                                            <p:cond delay="0"/>
                                          </p:stCondLst>
                                        </p:cTn>
                                        <p:tgtEl>
                                          <p:spTgt spid="30"/>
                                        </p:tgtEl>
                                        <p:attrNameLst>
                                          <p:attrName>style.visibility</p:attrName>
                                        </p:attrNameLst>
                                      </p:cBhvr>
                                      <p:to>
                                        <p:strVal val="visible"/>
                                      </p:to>
                                    </p:set>
                                    <p:animEffect transition="in" filter="wipe(left)">
                                      <p:cBhvr>
                                        <p:cTn id="29" dur="500"/>
                                        <p:tgtEl>
                                          <p:spTgt spid="30"/>
                                        </p:tgtEl>
                                      </p:cBhvr>
                                    </p:animEffect>
                                  </p:childTnLst>
                                </p:cTn>
                              </p:par>
                              <p:par>
                                <p:cTn id="30" presetID="2" presetClass="entr" presetSubtype="9" decel="100000" fill="hold" grpId="0" nodeType="withEffect">
                                  <p:stCondLst>
                                    <p:cond delay="500"/>
                                  </p:stCondLst>
                                  <p:iterate type="wd">
                                    <p:tmPct val="10000"/>
                                  </p:iterate>
                                  <p:childTnLst>
                                    <p:set>
                                      <p:cBhvr>
                                        <p:cTn id="31" dur="1" fill="hold">
                                          <p:stCondLst>
                                            <p:cond delay="0"/>
                                          </p:stCondLst>
                                        </p:cTn>
                                        <p:tgtEl>
                                          <p:spTgt spid="31">
                                            <p:txEl>
                                              <p:pRg st="0" end="0"/>
                                            </p:txEl>
                                          </p:spTgt>
                                        </p:tgtEl>
                                        <p:attrNameLst>
                                          <p:attrName>style.visibility</p:attrName>
                                        </p:attrNameLst>
                                      </p:cBhvr>
                                      <p:to>
                                        <p:strVal val="visible"/>
                                      </p:to>
                                    </p:set>
                                    <p:anim calcmode="lin" valueType="num">
                                      <p:cBhvr additive="base">
                                        <p:cTn id="32" dur="1250" fill="hold"/>
                                        <p:tgtEl>
                                          <p:spTgt spid="31">
                                            <p:txEl>
                                              <p:pRg st="0" end="0"/>
                                            </p:txEl>
                                          </p:spTgt>
                                        </p:tgtEl>
                                        <p:attrNameLst>
                                          <p:attrName>ppt_x</p:attrName>
                                        </p:attrNameLst>
                                      </p:cBhvr>
                                      <p:tavLst>
                                        <p:tav tm="0">
                                          <p:val>
                                            <p:strVal val="0-#ppt_w/2"/>
                                          </p:val>
                                        </p:tav>
                                        <p:tav tm="100000">
                                          <p:val>
                                            <p:strVal val="#ppt_x"/>
                                          </p:val>
                                        </p:tav>
                                      </p:tavLst>
                                    </p:anim>
                                    <p:anim calcmode="lin" valueType="num">
                                      <p:cBhvr additive="base">
                                        <p:cTn id="33" dur="1250" fill="hold"/>
                                        <p:tgtEl>
                                          <p:spTgt spid="31">
                                            <p:txEl>
                                              <p:pRg st="0" end="0"/>
                                            </p:txEl>
                                          </p:spTgt>
                                        </p:tgtEl>
                                        <p:attrNameLst>
                                          <p:attrName>ppt_y</p:attrName>
                                        </p:attrNameLst>
                                      </p:cBhvr>
                                      <p:tavLst>
                                        <p:tav tm="0">
                                          <p:val>
                                            <p:strVal val="0-#ppt_h/2"/>
                                          </p:val>
                                        </p:tav>
                                        <p:tav tm="100000">
                                          <p:val>
                                            <p:strVal val="#ppt_y"/>
                                          </p:val>
                                        </p:tav>
                                      </p:tavLst>
                                    </p:anim>
                                  </p:childTnLst>
                                </p:cTn>
                              </p:par>
                              <p:par>
                                <p:cTn id="34" presetID="2" presetClass="entr" presetSubtype="12" decel="100000" fill="hold" grpId="0" nodeType="withEffect">
                                  <p:stCondLst>
                                    <p:cond delay="1000"/>
                                  </p:stCondLst>
                                  <p:childTnLst>
                                    <p:set>
                                      <p:cBhvr>
                                        <p:cTn id="35" dur="1" fill="hold">
                                          <p:stCondLst>
                                            <p:cond delay="0"/>
                                          </p:stCondLst>
                                        </p:cTn>
                                        <p:tgtEl>
                                          <p:spTgt spid="32">
                                            <p:txEl>
                                              <p:pRg st="0" end="0"/>
                                            </p:txEl>
                                          </p:spTgt>
                                        </p:tgtEl>
                                        <p:attrNameLst>
                                          <p:attrName>style.visibility</p:attrName>
                                        </p:attrNameLst>
                                      </p:cBhvr>
                                      <p:to>
                                        <p:strVal val="visible"/>
                                      </p:to>
                                    </p:set>
                                    <p:anim calcmode="lin" valueType="num">
                                      <p:cBhvr additive="base">
                                        <p:cTn id="36" dur="750" fill="hold"/>
                                        <p:tgtEl>
                                          <p:spTgt spid="32">
                                            <p:txEl>
                                              <p:pRg st="0" end="0"/>
                                            </p:txEl>
                                          </p:spTgt>
                                        </p:tgtEl>
                                        <p:attrNameLst>
                                          <p:attrName>ppt_x</p:attrName>
                                        </p:attrNameLst>
                                      </p:cBhvr>
                                      <p:tavLst>
                                        <p:tav tm="0">
                                          <p:val>
                                            <p:strVal val="0-#ppt_w/2"/>
                                          </p:val>
                                        </p:tav>
                                        <p:tav tm="100000">
                                          <p:val>
                                            <p:strVal val="#ppt_x"/>
                                          </p:val>
                                        </p:tav>
                                      </p:tavLst>
                                    </p:anim>
                                    <p:anim calcmode="lin" valueType="num">
                                      <p:cBhvr additive="base">
                                        <p:cTn id="37" dur="750" fill="hold"/>
                                        <p:tgtEl>
                                          <p:spTgt spid="3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tmplLst>
          <p:tmpl>
            <p:tnLst>
              <p:par>
                <p:cTn presetID="2" presetClass="entr" presetSubtype="4" decel="100000" fill="hold" nodeType="withEffect">
                  <p:stCondLst>
                    <p:cond delay="25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750" fill="hold"/>
                        <p:tgtEl>
                          <p:spTgt spid="27"/>
                        </p:tgtEl>
                        <p:attrNameLst>
                          <p:attrName>ppt_x</p:attrName>
                        </p:attrNameLst>
                      </p:cBhvr>
                      <p:tavLst>
                        <p:tav tm="0">
                          <p:val>
                            <p:strVal val="#ppt_x"/>
                          </p:val>
                        </p:tav>
                        <p:tav tm="100000">
                          <p:val>
                            <p:strVal val="#ppt_x"/>
                          </p:val>
                        </p:tav>
                      </p:tavLst>
                    </p:anim>
                    <p:anim calcmode="lin" valueType="num">
                      <p:cBhvr additive="base">
                        <p:cTn dur="750" fill="hold"/>
                        <p:tgtEl>
                          <p:spTgt spid="27"/>
                        </p:tgtEl>
                        <p:attrNameLst>
                          <p:attrName>ppt_y</p:attrName>
                        </p:attrNameLst>
                      </p:cBhvr>
                      <p:tavLst>
                        <p:tav tm="0">
                          <p:val>
                            <p:strVal val="1+#ppt_h/2"/>
                          </p:val>
                        </p:tav>
                        <p:tav tm="100000">
                          <p:val>
                            <p:strVal val="#ppt_y"/>
                          </p:val>
                        </p:tav>
                      </p:tavLst>
                    </p:anim>
                  </p:childTnLst>
                </p:cTn>
              </p:par>
            </p:tnLst>
          </p:tmpl>
        </p:tmplLst>
      </p:bldP>
      <p:bldP spid="24" grpId="0" animBg="1">
        <p:tmplLst>
          <p:tmpl>
            <p:tnLst>
              <p:par>
                <p:cTn presetID="2" presetClass="entr" presetSubtype="1" decel="10000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750" fill="hold"/>
                        <p:tgtEl>
                          <p:spTgt spid="24"/>
                        </p:tgtEl>
                        <p:attrNameLst>
                          <p:attrName>ppt_x</p:attrName>
                        </p:attrNameLst>
                      </p:cBhvr>
                      <p:tavLst>
                        <p:tav tm="0">
                          <p:val>
                            <p:strVal val="#ppt_x"/>
                          </p:val>
                        </p:tav>
                        <p:tav tm="100000">
                          <p:val>
                            <p:strVal val="#ppt_x"/>
                          </p:val>
                        </p:tav>
                      </p:tavLst>
                    </p:anim>
                    <p:anim calcmode="lin" valueType="num">
                      <p:cBhvr additive="base">
                        <p:cTn dur="750" fill="hold"/>
                        <p:tgtEl>
                          <p:spTgt spid="24"/>
                        </p:tgtEl>
                        <p:attrNameLst>
                          <p:attrName>ppt_y</p:attrName>
                        </p:attrNameLst>
                      </p:cBhvr>
                      <p:tavLst>
                        <p:tav tm="0">
                          <p:val>
                            <p:strVal val="0-#ppt_h/2"/>
                          </p:val>
                        </p:tav>
                        <p:tav tm="100000">
                          <p:val>
                            <p:strVal val="#ppt_y"/>
                          </p:val>
                        </p:tav>
                      </p:tavLst>
                    </p:anim>
                  </p:childTnLst>
                </p:cTn>
              </p:par>
            </p:tnLst>
          </p:tmpl>
        </p:tmplLst>
      </p:bldP>
      <p:bldP spid="28" grpId="0" animBg="1">
        <p:tmplLst>
          <p:tmpl>
            <p:tnLst>
              <p:par>
                <p:cTn presetID="22" presetClass="entr" presetSubtype="4" fill="hold" nodeType="withEffect">
                  <p:stCondLst>
                    <p:cond delay="500"/>
                  </p:stCondLst>
                  <p:childTnLst>
                    <p:set>
                      <p:cBhvr>
                        <p:cTn dur="1" fill="hold">
                          <p:stCondLst>
                            <p:cond delay="0"/>
                          </p:stCondLst>
                        </p:cTn>
                        <p:tgtEl>
                          <p:spTgt spid="28"/>
                        </p:tgtEl>
                        <p:attrNameLst>
                          <p:attrName>style.visibility</p:attrName>
                        </p:attrNameLst>
                      </p:cBhvr>
                      <p:to>
                        <p:strVal val="visible"/>
                      </p:to>
                    </p:set>
                    <p:animEffect transition="in" filter="wipe(down)">
                      <p:cBhvr>
                        <p:cTn dur="500"/>
                        <p:tgtEl>
                          <p:spTgt spid="28"/>
                        </p:tgtEl>
                      </p:cBhvr>
                    </p:animEffect>
                  </p:childTnLst>
                </p:cTn>
              </p:par>
            </p:tnLst>
          </p:tmpl>
        </p:tmplLst>
      </p:bldP>
      <p:bldP spid="3" grpId="0" animBg="1">
        <p:tmplLst>
          <p:tmpl>
            <p:tnLst>
              <p:par>
                <p:cTn presetID="2" presetClass="entr" presetSubtype="1" decel="100000" fill="hold" nodeType="withEffect">
                  <p:stCondLst>
                    <p:cond delay="25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750" fill="hold"/>
                        <p:tgtEl>
                          <p:spTgt spid="3"/>
                        </p:tgtEl>
                        <p:attrNameLst>
                          <p:attrName>ppt_x</p:attrName>
                        </p:attrNameLst>
                      </p:cBhvr>
                      <p:tavLst>
                        <p:tav tm="0">
                          <p:val>
                            <p:strVal val="#ppt_x"/>
                          </p:val>
                        </p:tav>
                        <p:tav tm="100000">
                          <p:val>
                            <p:strVal val="#ppt_x"/>
                          </p:val>
                        </p:tav>
                      </p:tavLst>
                    </p:anim>
                    <p:anim calcmode="lin" valueType="num">
                      <p:cBhvr additive="base">
                        <p:cTn dur="750" fill="hold"/>
                        <p:tgtEl>
                          <p:spTgt spid="3"/>
                        </p:tgtEl>
                        <p:attrNameLst>
                          <p:attrName>ppt_y</p:attrName>
                        </p:attrNameLst>
                      </p:cBhvr>
                      <p:tavLst>
                        <p:tav tm="0">
                          <p:val>
                            <p:strVal val="0-#ppt_h/2"/>
                          </p:val>
                        </p:tav>
                        <p:tav tm="100000">
                          <p:val>
                            <p:strVal val="#ppt_y"/>
                          </p:val>
                        </p:tav>
                      </p:tavLst>
                    </p:anim>
                  </p:childTnLst>
                </p:cTn>
              </p:par>
            </p:tnLst>
          </p:tmpl>
        </p:tmplLst>
      </p:bldP>
      <p:bldP spid="29" grpId="0" animBg="1">
        <p:tmplLst>
          <p:tmpl>
            <p:tnLst>
              <p:par>
                <p:cTn presetID="22" presetClass="entr" presetSubtype="2" fill="hold" nodeType="withEffect">
                  <p:stCondLst>
                    <p:cond delay="750"/>
                  </p:stCondLst>
                  <p:childTnLst>
                    <p:set>
                      <p:cBhvr>
                        <p:cTn dur="1" fill="hold">
                          <p:stCondLst>
                            <p:cond delay="0"/>
                          </p:stCondLst>
                        </p:cTn>
                        <p:tgtEl>
                          <p:spTgt spid="29"/>
                        </p:tgtEl>
                        <p:attrNameLst>
                          <p:attrName>style.visibility</p:attrName>
                        </p:attrNameLst>
                      </p:cBhvr>
                      <p:to>
                        <p:strVal val="visible"/>
                      </p:to>
                    </p:set>
                    <p:animEffect transition="in" filter="wipe(right)">
                      <p:cBhvr>
                        <p:cTn dur="500"/>
                        <p:tgtEl>
                          <p:spTgt spid="29"/>
                        </p:tgtEl>
                      </p:cBhvr>
                    </p:animEffect>
                  </p:childTnLst>
                </p:cTn>
              </p:par>
            </p:tnLst>
          </p:tmpl>
        </p:tmplLst>
      </p:bldP>
      <p:bldP spid="22" grpId="0" animBg="1">
        <p:tmplLst>
          <p:tmpl>
            <p:tnLst>
              <p:par>
                <p:cTn presetID="2" presetClass="entr" presetSubtype="4" decel="100000" fill="hold" nodeType="withEffect">
                  <p:stCondLst>
                    <p:cond delay="50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750" fill="hold"/>
                        <p:tgtEl>
                          <p:spTgt spid="22"/>
                        </p:tgtEl>
                        <p:attrNameLst>
                          <p:attrName>ppt_x</p:attrName>
                        </p:attrNameLst>
                      </p:cBhvr>
                      <p:tavLst>
                        <p:tav tm="0">
                          <p:val>
                            <p:strVal val="#ppt_x"/>
                          </p:val>
                        </p:tav>
                        <p:tav tm="100000">
                          <p:val>
                            <p:strVal val="#ppt_x"/>
                          </p:val>
                        </p:tav>
                      </p:tavLst>
                    </p:anim>
                    <p:anim calcmode="lin" valueType="num">
                      <p:cBhvr additive="base">
                        <p:cTn dur="750" fill="hold"/>
                        <p:tgtEl>
                          <p:spTgt spid="22"/>
                        </p:tgtEl>
                        <p:attrNameLst>
                          <p:attrName>ppt_y</p:attrName>
                        </p:attrNameLst>
                      </p:cBhvr>
                      <p:tavLst>
                        <p:tav tm="0">
                          <p:val>
                            <p:strVal val="1+#ppt_h/2"/>
                          </p:val>
                        </p:tav>
                        <p:tav tm="100000">
                          <p:val>
                            <p:strVal val="#ppt_y"/>
                          </p:val>
                        </p:tav>
                      </p:tavLst>
                    </p:anim>
                  </p:childTnLst>
                </p:cTn>
              </p:par>
            </p:tnLst>
          </p:tmpl>
        </p:tmplLst>
      </p:bldP>
      <p:bldP spid="31" grpId="0" build="p">
        <p:tmplLst>
          <p:tmpl lvl="1">
            <p:tnLst>
              <p:par>
                <p:cTn presetID="2" presetClass="entr" presetSubtype="9" decel="100000" fill="hold" nodeType="withEffect">
                  <p:stCondLst>
                    <p:cond delay="500"/>
                  </p:stCondLst>
                  <p:iterate type="wd">
                    <p:tmPct val="10000"/>
                  </p:iterate>
                  <p:childTnLst>
                    <p:set>
                      <p:cBhvr>
                        <p:cTn dur="1" fill="hold">
                          <p:stCondLst>
                            <p:cond delay="0"/>
                          </p:stCondLst>
                        </p:cTn>
                        <p:tgtEl>
                          <p:spTgt spid="31"/>
                        </p:tgtEl>
                        <p:attrNameLst>
                          <p:attrName>style.visibility</p:attrName>
                        </p:attrNameLst>
                      </p:cBhvr>
                      <p:to>
                        <p:strVal val="visible"/>
                      </p:to>
                    </p:set>
                    <p:anim calcmode="lin" valueType="num">
                      <p:cBhvr additive="base">
                        <p:cTn dur="1250" fill="hold"/>
                        <p:tgtEl>
                          <p:spTgt spid="31"/>
                        </p:tgtEl>
                        <p:attrNameLst>
                          <p:attrName>ppt_x</p:attrName>
                        </p:attrNameLst>
                      </p:cBhvr>
                      <p:tavLst>
                        <p:tav tm="0">
                          <p:val>
                            <p:strVal val="0-#ppt_w/2"/>
                          </p:val>
                        </p:tav>
                        <p:tav tm="100000">
                          <p:val>
                            <p:strVal val="#ppt_x"/>
                          </p:val>
                        </p:tav>
                      </p:tavLst>
                    </p:anim>
                    <p:anim calcmode="lin" valueType="num">
                      <p:cBhvr additive="base">
                        <p:cTn dur="1250" fill="hold"/>
                        <p:tgtEl>
                          <p:spTgt spid="31"/>
                        </p:tgtEl>
                        <p:attrNameLst>
                          <p:attrName>ppt_y</p:attrName>
                        </p:attrNameLst>
                      </p:cBhvr>
                      <p:tavLst>
                        <p:tav tm="0">
                          <p:val>
                            <p:strVal val="0-#ppt_h/2"/>
                          </p:val>
                        </p:tav>
                        <p:tav tm="100000">
                          <p:val>
                            <p:strVal val="#ppt_y"/>
                          </p:val>
                        </p:tav>
                      </p:tavLst>
                    </p:anim>
                  </p:childTnLst>
                </p:cTn>
              </p:par>
            </p:tnLst>
          </p:tmpl>
        </p:tmplLst>
      </p:bldP>
      <p:bldP spid="32" grpId="0" build="p">
        <p:tmplLst>
          <p:tmpl lvl="1">
            <p:tnLst>
              <p:par>
                <p:cTn presetID="2" presetClass="entr" presetSubtype="12" decel="100000" fill="hold" nodeType="withEffect">
                  <p:stCondLst>
                    <p:cond delay="100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750" fill="hold"/>
                        <p:tgtEl>
                          <p:spTgt spid="32"/>
                        </p:tgtEl>
                        <p:attrNameLst>
                          <p:attrName>ppt_x</p:attrName>
                        </p:attrNameLst>
                      </p:cBhvr>
                      <p:tavLst>
                        <p:tav tm="0">
                          <p:val>
                            <p:strVal val="0-#ppt_w/2"/>
                          </p:val>
                        </p:tav>
                        <p:tav tm="100000">
                          <p:val>
                            <p:strVal val="#ppt_x"/>
                          </p:val>
                        </p:tav>
                      </p:tavLst>
                    </p:anim>
                    <p:anim calcmode="lin" valueType="num">
                      <p:cBhvr additive="base">
                        <p:cTn dur="750" fill="hold"/>
                        <p:tgtEl>
                          <p:spTgt spid="32"/>
                        </p:tgtEl>
                        <p:attrNameLst>
                          <p:attrName>ppt_y</p:attrName>
                        </p:attrNameLst>
                      </p:cBhvr>
                      <p:tavLst>
                        <p:tav tm="0">
                          <p:val>
                            <p:strVal val="1+#ppt_h/2"/>
                          </p:val>
                        </p:tav>
                        <p:tav tm="100000">
                          <p:val>
                            <p:strVal val="#ppt_y"/>
                          </p:val>
                        </p:tav>
                      </p:tavLst>
                    </p:anim>
                  </p:childTnLst>
                </p:cTn>
              </p:par>
            </p:tnLst>
          </p:tmpl>
        </p:tmplLst>
      </p:bldP>
      <p:bldP spid="30" grpId="0"/>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on Break - Left">
    <p:spTree>
      <p:nvGrpSpPr>
        <p:cNvPr id="1" name=""/>
        <p:cNvGrpSpPr/>
        <p:nvPr/>
      </p:nvGrpSpPr>
      <p:grpSpPr>
        <a:xfrm>
          <a:off x="0" y="0"/>
          <a:ext cx="0" cy="0"/>
          <a:chOff x="0" y="0"/>
          <a:chExt cx="0" cy="0"/>
        </a:xfrm>
      </p:grpSpPr>
      <p:sp>
        <p:nvSpPr>
          <p:cNvPr id="10" name="図プレースホルダー 6"/>
          <p:cNvSpPr>
            <a:spLocks noGrp="1"/>
          </p:cNvSpPr>
          <p:nvPr>
            <p:ph type="pic" sz="quarter" idx="10" hasCustomPrompt="1"/>
          </p:nvPr>
        </p:nvSpPr>
        <p:spPr>
          <a:xfrm>
            <a:off x="3924300" y="0"/>
            <a:ext cx="14366875" cy="10287000"/>
          </a:xfrm>
          <a:prstGeom prst="rect">
            <a:avLst/>
          </a:prstGeom>
          <a:noFill/>
        </p:spPr>
        <p:txBody>
          <a:bodyPr/>
          <a:lstStyle>
            <a:lvl1pPr>
              <a:defRPr/>
            </a:lvl1pPr>
          </a:lstStyle>
          <a:p>
            <a:r>
              <a:rPr kumimoji="1" lang="en-US" altLang="ja-JP" dirty="0"/>
              <a:t>                                                              </a:t>
            </a:r>
            <a:endParaRPr kumimoji="1" lang="ja-JP" altLang="en-US" dirty="0"/>
          </a:p>
        </p:txBody>
      </p:sp>
      <p:sp>
        <p:nvSpPr>
          <p:cNvPr id="8" name="テキスト プレースホルダー 6"/>
          <p:cNvSpPr>
            <a:spLocks noGrp="1"/>
          </p:cNvSpPr>
          <p:nvPr>
            <p:ph type="body" sz="quarter" idx="11" hasCustomPrompt="1"/>
          </p:nvPr>
        </p:nvSpPr>
        <p:spPr>
          <a:xfrm flipV="1">
            <a:off x="1" y="-4990"/>
            <a:ext cx="7735661" cy="10291989"/>
          </a:xfrm>
          <a:custGeom>
            <a:avLst/>
            <a:gdLst>
              <a:gd name="connsiteX0" fmla="*/ 0 w 4412343"/>
              <a:gd name="connsiteY0" fmla="*/ 0 h 10287000"/>
              <a:gd name="connsiteX1" fmla="*/ 4412343 w 4412343"/>
              <a:gd name="connsiteY1" fmla="*/ 0 h 10287000"/>
              <a:gd name="connsiteX2" fmla="*/ 4412343 w 4412343"/>
              <a:gd name="connsiteY2" fmla="*/ 10287000 h 10287000"/>
              <a:gd name="connsiteX3" fmla="*/ 0 w 4412343"/>
              <a:gd name="connsiteY3" fmla="*/ 10287000 h 10287000"/>
              <a:gd name="connsiteX4" fmla="*/ 0 w 4412343"/>
              <a:gd name="connsiteY4" fmla="*/ 0 h 10287000"/>
              <a:gd name="connsiteX0" fmla="*/ 0 w 8810172"/>
              <a:gd name="connsiteY0" fmla="*/ 0 h 10330543"/>
              <a:gd name="connsiteX1" fmla="*/ 4412343 w 8810172"/>
              <a:gd name="connsiteY1" fmla="*/ 0 h 10330543"/>
              <a:gd name="connsiteX2" fmla="*/ 8810172 w 8810172"/>
              <a:gd name="connsiteY2" fmla="*/ 10330543 h 10330543"/>
              <a:gd name="connsiteX3" fmla="*/ 0 w 8810172"/>
              <a:gd name="connsiteY3" fmla="*/ 10287000 h 10330543"/>
              <a:gd name="connsiteX4" fmla="*/ 0 w 8810172"/>
              <a:gd name="connsiteY4" fmla="*/ 0 h 10330543"/>
              <a:gd name="connsiteX0" fmla="*/ 0 w 8810172"/>
              <a:gd name="connsiteY0" fmla="*/ 0 h 10287000"/>
              <a:gd name="connsiteX1" fmla="*/ 4412343 w 8810172"/>
              <a:gd name="connsiteY1" fmla="*/ 0 h 10287000"/>
              <a:gd name="connsiteX2" fmla="*/ 8810172 w 8810172"/>
              <a:gd name="connsiteY2" fmla="*/ 10287000 h 10287000"/>
              <a:gd name="connsiteX3" fmla="*/ 0 w 8810172"/>
              <a:gd name="connsiteY3" fmla="*/ 10287000 h 10287000"/>
              <a:gd name="connsiteX4" fmla="*/ 0 w 8810172"/>
              <a:gd name="connsiteY4" fmla="*/ 0 h 10287000"/>
              <a:gd name="connsiteX0" fmla="*/ 0 w 8911772"/>
              <a:gd name="connsiteY0" fmla="*/ 0 h 10287000"/>
              <a:gd name="connsiteX1" fmla="*/ 4412343 w 8911772"/>
              <a:gd name="connsiteY1" fmla="*/ 0 h 10287000"/>
              <a:gd name="connsiteX2" fmla="*/ 8911772 w 8911772"/>
              <a:gd name="connsiteY2" fmla="*/ 10272486 h 10287000"/>
              <a:gd name="connsiteX3" fmla="*/ 0 w 8911772"/>
              <a:gd name="connsiteY3" fmla="*/ 10287000 h 10287000"/>
              <a:gd name="connsiteX4" fmla="*/ 0 w 8911772"/>
              <a:gd name="connsiteY4" fmla="*/ 0 h 10287000"/>
              <a:gd name="connsiteX0" fmla="*/ 0 w 8940801"/>
              <a:gd name="connsiteY0" fmla="*/ 0 h 10287000"/>
              <a:gd name="connsiteX1" fmla="*/ 4412343 w 8940801"/>
              <a:gd name="connsiteY1" fmla="*/ 0 h 10287000"/>
              <a:gd name="connsiteX2" fmla="*/ 8940801 w 8940801"/>
              <a:gd name="connsiteY2" fmla="*/ 10287000 h 10287000"/>
              <a:gd name="connsiteX3" fmla="*/ 0 w 8940801"/>
              <a:gd name="connsiteY3" fmla="*/ 10287000 h 10287000"/>
              <a:gd name="connsiteX4" fmla="*/ 0 w 8940801"/>
              <a:gd name="connsiteY4" fmla="*/ 0 h 10287000"/>
              <a:gd name="connsiteX0" fmla="*/ 0 w 8969830"/>
              <a:gd name="connsiteY0" fmla="*/ 0 h 10287000"/>
              <a:gd name="connsiteX1" fmla="*/ 4412343 w 8969830"/>
              <a:gd name="connsiteY1" fmla="*/ 0 h 10287000"/>
              <a:gd name="connsiteX2" fmla="*/ 8969830 w 8969830"/>
              <a:gd name="connsiteY2" fmla="*/ 10272485 h 10287000"/>
              <a:gd name="connsiteX3" fmla="*/ 0 w 8969830"/>
              <a:gd name="connsiteY3" fmla="*/ 10287000 h 10287000"/>
              <a:gd name="connsiteX4" fmla="*/ 0 w 8969830"/>
              <a:gd name="connsiteY4" fmla="*/ 0 h 10287000"/>
              <a:gd name="connsiteX0" fmla="*/ 0 w 8940801"/>
              <a:gd name="connsiteY0" fmla="*/ 0 h 10316028"/>
              <a:gd name="connsiteX1" fmla="*/ 4412343 w 8940801"/>
              <a:gd name="connsiteY1" fmla="*/ 0 h 10316028"/>
              <a:gd name="connsiteX2" fmla="*/ 8940801 w 8940801"/>
              <a:gd name="connsiteY2" fmla="*/ 10316028 h 10316028"/>
              <a:gd name="connsiteX3" fmla="*/ 0 w 8940801"/>
              <a:gd name="connsiteY3" fmla="*/ 10287000 h 10316028"/>
              <a:gd name="connsiteX4" fmla="*/ 0 w 8940801"/>
              <a:gd name="connsiteY4" fmla="*/ 0 h 10316028"/>
              <a:gd name="connsiteX0" fmla="*/ 0 w 8940801"/>
              <a:gd name="connsiteY0" fmla="*/ 0 h 10301514"/>
              <a:gd name="connsiteX1" fmla="*/ 4412343 w 8940801"/>
              <a:gd name="connsiteY1" fmla="*/ 0 h 10301514"/>
              <a:gd name="connsiteX2" fmla="*/ 8940801 w 8940801"/>
              <a:gd name="connsiteY2" fmla="*/ 10301514 h 10301514"/>
              <a:gd name="connsiteX3" fmla="*/ 0 w 8940801"/>
              <a:gd name="connsiteY3" fmla="*/ 10287000 h 10301514"/>
              <a:gd name="connsiteX4" fmla="*/ 0 w 8940801"/>
              <a:gd name="connsiteY4" fmla="*/ 0 h 10301514"/>
              <a:gd name="connsiteX0" fmla="*/ 0 w 9521826"/>
              <a:gd name="connsiteY0" fmla="*/ 0 h 10287000"/>
              <a:gd name="connsiteX1" fmla="*/ 4412343 w 9521826"/>
              <a:gd name="connsiteY1" fmla="*/ 0 h 10287000"/>
              <a:gd name="connsiteX2" fmla="*/ 9521826 w 9521826"/>
              <a:gd name="connsiteY2" fmla="*/ 9777639 h 10287000"/>
              <a:gd name="connsiteX3" fmla="*/ 0 w 9521826"/>
              <a:gd name="connsiteY3" fmla="*/ 10287000 h 10287000"/>
              <a:gd name="connsiteX4" fmla="*/ 0 w 9521826"/>
              <a:gd name="connsiteY4" fmla="*/ 0 h 10287000"/>
              <a:gd name="connsiteX0" fmla="*/ 0 w 8969376"/>
              <a:gd name="connsiteY0" fmla="*/ 0 h 10291989"/>
              <a:gd name="connsiteX1" fmla="*/ 4412343 w 8969376"/>
              <a:gd name="connsiteY1" fmla="*/ 0 h 10291989"/>
              <a:gd name="connsiteX2" fmla="*/ 8969376 w 8969376"/>
              <a:gd name="connsiteY2" fmla="*/ 10291989 h 10291989"/>
              <a:gd name="connsiteX3" fmla="*/ 0 w 8969376"/>
              <a:gd name="connsiteY3" fmla="*/ 10287000 h 10291989"/>
              <a:gd name="connsiteX4" fmla="*/ 0 w 8969376"/>
              <a:gd name="connsiteY4" fmla="*/ 0 h 10291989"/>
              <a:gd name="connsiteX0" fmla="*/ 0 w 7793718"/>
              <a:gd name="connsiteY0" fmla="*/ 0 h 10291989"/>
              <a:gd name="connsiteX1" fmla="*/ 4412343 w 7793718"/>
              <a:gd name="connsiteY1" fmla="*/ 0 h 10291989"/>
              <a:gd name="connsiteX2" fmla="*/ 7793718 w 7793718"/>
              <a:gd name="connsiteY2" fmla="*/ 10291989 h 10291989"/>
              <a:gd name="connsiteX3" fmla="*/ 0 w 7793718"/>
              <a:gd name="connsiteY3" fmla="*/ 10287000 h 10291989"/>
              <a:gd name="connsiteX4" fmla="*/ 0 w 7793718"/>
              <a:gd name="connsiteY4" fmla="*/ 0 h 10291989"/>
              <a:gd name="connsiteX0" fmla="*/ 0 w 7735661"/>
              <a:gd name="connsiteY0" fmla="*/ 0 h 10291989"/>
              <a:gd name="connsiteX1" fmla="*/ 4412343 w 7735661"/>
              <a:gd name="connsiteY1" fmla="*/ 0 h 10291989"/>
              <a:gd name="connsiteX2" fmla="*/ 7735661 w 7735661"/>
              <a:gd name="connsiteY2" fmla="*/ 10291989 h 10291989"/>
              <a:gd name="connsiteX3" fmla="*/ 0 w 7735661"/>
              <a:gd name="connsiteY3" fmla="*/ 10287000 h 10291989"/>
              <a:gd name="connsiteX4" fmla="*/ 0 w 7735661"/>
              <a:gd name="connsiteY4" fmla="*/ 0 h 10291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5661" h="10291989">
                <a:moveTo>
                  <a:pt x="0" y="0"/>
                </a:moveTo>
                <a:lnTo>
                  <a:pt x="4412343" y="0"/>
                </a:lnTo>
                <a:lnTo>
                  <a:pt x="7735661" y="10291989"/>
                </a:lnTo>
                <a:lnTo>
                  <a:pt x="0" y="10287000"/>
                </a:lnTo>
                <a:lnTo>
                  <a:pt x="0" y="0"/>
                </a:lnTo>
                <a:close/>
              </a:path>
            </a:pathLst>
          </a:custGeom>
          <a:blipFill dpi="0" rotWithShape="0">
            <a:blip r:embed="rId2"/>
            <a:srcRect/>
            <a:tile tx="0" ty="0" sx="100000" sy="100000" flip="none" algn="tl"/>
          </a:blipFill>
          <a:effectLst>
            <a:outerShdw blurRad="50800" dist="38100" algn="l" rotWithShape="0">
              <a:prstClr val="black">
                <a:alpha val="40000"/>
              </a:prstClr>
            </a:outerShdw>
          </a:effectLst>
        </p:spPr>
        <p:txBody>
          <a:bodyPr/>
          <a:lstStyle/>
          <a:p>
            <a:pPr lvl="0"/>
            <a:r>
              <a:rPr kumimoji="1" lang="en-US" altLang="ja-JP" dirty="0"/>
              <a:t> </a:t>
            </a:r>
            <a:endParaRPr kumimoji="1" lang="ja-JP" altLang="en-US" dirty="0"/>
          </a:p>
        </p:txBody>
      </p:sp>
      <p:sp>
        <p:nvSpPr>
          <p:cNvPr id="9" name="テキスト プレースホルダー 24"/>
          <p:cNvSpPr>
            <a:spLocks noGrp="1"/>
          </p:cNvSpPr>
          <p:nvPr>
            <p:ph type="body" sz="quarter" idx="19" hasCustomPrompt="1"/>
          </p:nvPr>
        </p:nvSpPr>
        <p:spPr>
          <a:xfrm rot="17280000" flipV="1">
            <a:off x="-3226805" y="5152487"/>
            <a:ext cx="18291175" cy="36000"/>
          </a:xfrm>
          <a:prstGeom prst="rect">
            <a:avLst/>
          </a:prstGeom>
          <a:blipFill>
            <a:blip r:embed="rId3"/>
            <a:stretch>
              <a:fillRect/>
            </a:stretch>
          </a:blipFill>
        </p:spPr>
        <p:txBody>
          <a:bodyPr/>
          <a:lstStyle/>
          <a:p>
            <a:pPr lvl="0"/>
            <a:r>
              <a:rPr kumimoji="1" lang="en-US" altLang="ja-JP" dirty="0"/>
              <a:t> </a:t>
            </a:r>
            <a:endParaRPr kumimoji="1" lang="ja-JP" altLang="en-US" dirty="0"/>
          </a:p>
        </p:txBody>
      </p:sp>
      <p:sp>
        <p:nvSpPr>
          <p:cNvPr id="12" name="テキスト プレースホルダー 5"/>
          <p:cNvSpPr>
            <a:spLocks noGrp="1"/>
          </p:cNvSpPr>
          <p:nvPr>
            <p:ph type="body" sz="quarter" idx="16" hasCustomPrompt="1"/>
          </p:nvPr>
        </p:nvSpPr>
        <p:spPr>
          <a:xfrm>
            <a:off x="769257" y="333818"/>
            <a:ext cx="2002972" cy="2452914"/>
          </a:xfrm>
          <a:prstGeom prst="rect">
            <a:avLst/>
          </a:prstGeom>
        </p:spPr>
        <p:txBody>
          <a:bodyPr wrap="none" lIns="36000" tIns="36000" rIns="36000" bIns="36000" anchor="b">
            <a:noAutofit/>
          </a:bodyPr>
          <a:lstStyle>
            <a:lvl1pPr algn="l">
              <a:lnSpc>
                <a:spcPct val="100000"/>
              </a:lnSpc>
              <a:spcBef>
                <a:spcPts val="0"/>
              </a:spcBef>
              <a:defRPr sz="14000" i="0" baseline="0">
                <a:blipFill dpi="0" rotWithShape="1">
                  <a:blip r:embed="rId4"/>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#0</a:t>
            </a:r>
            <a:endParaRPr kumimoji="1" lang="ja-JP" altLang="en-US" dirty="0"/>
          </a:p>
        </p:txBody>
      </p:sp>
      <p:sp>
        <p:nvSpPr>
          <p:cNvPr id="13" name="テキスト プレースホルダー 5"/>
          <p:cNvSpPr>
            <a:spLocks noGrp="1"/>
          </p:cNvSpPr>
          <p:nvPr>
            <p:ph type="body" sz="quarter" idx="21" hasCustomPrompt="1"/>
          </p:nvPr>
        </p:nvSpPr>
        <p:spPr>
          <a:xfrm>
            <a:off x="740229" y="2503024"/>
            <a:ext cx="6400799" cy="1743299"/>
          </a:xfrm>
          <a:prstGeom prst="rect">
            <a:avLst/>
          </a:prstGeom>
        </p:spPr>
        <p:txBody>
          <a:bodyPr anchor="t">
            <a:noAutofit/>
          </a:bodyPr>
          <a:lstStyle>
            <a:lvl1pPr algn="l">
              <a:lnSpc>
                <a:spcPts val="6000"/>
              </a:lnSpc>
              <a:spcBef>
                <a:spcPts val="0"/>
              </a:spcBef>
              <a:defRPr sz="6600" i="0" baseline="0">
                <a:blipFill dpi="0" rotWithShape="1">
                  <a:blip r:embed="rId4"/>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SECTION NAME</a:t>
            </a:r>
          </a:p>
          <a:p>
            <a:pPr lvl="0"/>
            <a:endParaRPr kumimoji="1" lang="ja-JP" altLang="en-US" dirty="0"/>
          </a:p>
        </p:txBody>
      </p:sp>
    </p:spTree>
    <p:extLst>
      <p:ext uri="{BB962C8B-B14F-4D97-AF65-F5344CB8AC3E}">
        <p14:creationId xmlns:p14="http://schemas.microsoft.com/office/powerpoint/2010/main" val="171594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0-#ppt_w/2"/>
                                          </p:val>
                                        </p:tav>
                                        <p:tav tm="100000">
                                          <p:val>
                                            <p:strVal val="#ppt_x"/>
                                          </p:val>
                                        </p:tav>
                                      </p:tavLst>
                                    </p:anim>
                                    <p:anim calcmode="lin" valueType="num">
                                      <p:cBhvr additive="base">
                                        <p:cTn id="8" dur="750" fill="hold"/>
                                        <p:tgtEl>
                                          <p:spTgt spid="8"/>
                                        </p:tgtEl>
                                        <p:attrNameLst>
                                          <p:attrName>ppt_y</p:attrName>
                                        </p:attrNameLst>
                                      </p:cBhvr>
                                      <p:tavLst>
                                        <p:tav tm="0">
                                          <p:val>
                                            <p:strVal val="#ppt_y"/>
                                          </p:val>
                                        </p:tav>
                                        <p:tav tm="100000">
                                          <p:val>
                                            <p:strVal val="#ppt_y"/>
                                          </p:val>
                                        </p:tav>
                                      </p:tavLst>
                                    </p:anim>
                                  </p:childTnLst>
                                </p:cTn>
                              </p:par>
                              <p:par>
                                <p:cTn id="9" presetID="22" presetClass="entr" presetSubtype="1" fill="hold" grpId="0" nodeType="withEffect">
                                  <p:stCondLst>
                                    <p:cond delay="50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750"/>
                                        <p:tgtEl>
                                          <p:spTgt spid="9"/>
                                        </p:tgtEl>
                                      </p:cBhvr>
                                    </p:animEffect>
                                  </p:childTnLst>
                                </p:cTn>
                              </p:par>
                              <p:par>
                                <p:cTn id="12" presetID="22" presetClass="entr" presetSubtype="4" fill="hold" grpId="0" nodeType="withEffect">
                                  <p:stCondLst>
                                    <p:cond delay="500"/>
                                  </p:stCondLst>
                                  <p:childTnLst>
                                    <p:set>
                                      <p:cBhvr>
                                        <p:cTn id="13" dur="1" fill="hold">
                                          <p:stCondLst>
                                            <p:cond delay="0"/>
                                          </p:stCondLst>
                                        </p:cTn>
                                        <p:tgtEl>
                                          <p:spTgt spid="10"/>
                                        </p:tgtEl>
                                        <p:attrNameLst>
                                          <p:attrName>style.visibility</p:attrName>
                                        </p:attrNameLst>
                                      </p:cBhvr>
                                      <p:to>
                                        <p:strVal val="visible"/>
                                      </p:to>
                                    </p:set>
                                    <p:animEffect transition="in" filter="wipe(down)">
                                      <p:cBhvr>
                                        <p:cTn id="14" dur="500"/>
                                        <p:tgtEl>
                                          <p:spTgt spid="10"/>
                                        </p:tgtEl>
                                      </p:cBhvr>
                                    </p:animEffect>
                                  </p:childTnLst>
                                </p:cTn>
                              </p:par>
                              <p:par>
                                <p:cTn id="15" presetID="2" presetClass="entr" presetSubtype="1" decel="100000" fill="hold" grpId="0" nodeType="withEffect">
                                  <p:stCondLst>
                                    <p:cond delay="250"/>
                                  </p:stCondLst>
                                  <p:childTnLst>
                                    <p:set>
                                      <p:cBhvr>
                                        <p:cTn id="16" dur="1" fill="hold">
                                          <p:stCondLst>
                                            <p:cond delay="0"/>
                                          </p:stCondLst>
                                        </p:cTn>
                                        <p:tgtEl>
                                          <p:spTgt spid="12">
                                            <p:txEl>
                                              <p:pRg st="0" end="0"/>
                                            </p:txEl>
                                          </p:spTgt>
                                        </p:tgtEl>
                                        <p:attrNameLst>
                                          <p:attrName>style.visibility</p:attrName>
                                        </p:attrNameLst>
                                      </p:cBhvr>
                                      <p:to>
                                        <p:strVal val="visible"/>
                                      </p:to>
                                    </p:set>
                                    <p:anim calcmode="lin" valueType="num">
                                      <p:cBhvr additive="base">
                                        <p:cTn id="17" dur="75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18" dur="750" fill="hold"/>
                                        <p:tgtEl>
                                          <p:spTgt spid="12">
                                            <p:txEl>
                                              <p:pRg st="0" end="0"/>
                                            </p:txEl>
                                          </p:spTgt>
                                        </p:tgtEl>
                                        <p:attrNameLst>
                                          <p:attrName>ppt_y</p:attrName>
                                        </p:attrNameLst>
                                      </p:cBhvr>
                                      <p:tavLst>
                                        <p:tav tm="0">
                                          <p:val>
                                            <p:strVal val="0-#ppt_h/2"/>
                                          </p:val>
                                        </p:tav>
                                        <p:tav tm="100000">
                                          <p:val>
                                            <p:strVal val="#ppt_y"/>
                                          </p:val>
                                        </p:tav>
                                      </p:tavLst>
                                    </p:anim>
                                  </p:childTnLst>
                                </p:cTn>
                              </p:par>
                              <p:par>
                                <p:cTn id="19" presetID="2" presetClass="entr" presetSubtype="8" decel="100000" fill="hold" grpId="0" nodeType="withEffect">
                                  <p:stCondLst>
                                    <p:cond delay="250"/>
                                  </p:stCondLst>
                                  <p:childTnLst>
                                    <p:set>
                                      <p:cBhvr>
                                        <p:cTn id="20" dur="1" fill="hold">
                                          <p:stCondLst>
                                            <p:cond delay="0"/>
                                          </p:stCondLst>
                                        </p:cTn>
                                        <p:tgtEl>
                                          <p:spTgt spid="13">
                                            <p:txEl>
                                              <p:pRg st="0" end="0"/>
                                            </p:txEl>
                                          </p:spTgt>
                                        </p:tgtEl>
                                        <p:attrNameLst>
                                          <p:attrName>style.visibility</p:attrName>
                                        </p:attrNameLst>
                                      </p:cBhvr>
                                      <p:to>
                                        <p:strVal val="visible"/>
                                      </p:to>
                                    </p:set>
                                    <p:anim calcmode="lin" valueType="num">
                                      <p:cBhvr additive="base">
                                        <p:cTn id="21" dur="75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22" dur="75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animBg="1">
        <p:tmplLst>
          <p:tmpl>
            <p:tnLst>
              <p:par>
                <p:cTn presetID="2" presetClass="entr" presetSubtype="8" decel="100000" fill="hold" nodeType="afterEffect">
                  <p:stCondLst>
                    <p:cond delay="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0-#ppt_w/2"/>
                          </p:val>
                        </p:tav>
                        <p:tav tm="100000">
                          <p:val>
                            <p:strVal val="#ppt_x"/>
                          </p:val>
                        </p:tav>
                      </p:tavLst>
                    </p:anim>
                    <p:anim calcmode="lin" valueType="num">
                      <p:cBhvr additive="base">
                        <p:cTn dur="750" fill="hold"/>
                        <p:tgtEl>
                          <p:spTgt spid="8"/>
                        </p:tgtEl>
                        <p:attrNameLst>
                          <p:attrName>ppt_y</p:attrName>
                        </p:attrNameLst>
                      </p:cBhvr>
                      <p:tavLst>
                        <p:tav tm="0">
                          <p:val>
                            <p:strVal val="#ppt_y"/>
                          </p:val>
                        </p:tav>
                        <p:tav tm="100000">
                          <p:val>
                            <p:strVal val="#ppt_y"/>
                          </p:val>
                        </p:tav>
                      </p:tavLst>
                    </p:anim>
                  </p:childTnLst>
                </p:cTn>
              </p:par>
            </p:tnLst>
          </p:tmpl>
        </p:tmplLst>
      </p:bldP>
      <p:bldP spid="9" grpId="0" animBg="1">
        <p:tmplLst>
          <p:tmpl>
            <p:tnLst>
              <p:par>
                <p:cTn presetID="22" presetClass="entr" presetSubtype="1" fill="hold" nodeType="withEffect">
                  <p:stCondLst>
                    <p:cond delay="500"/>
                  </p:stCondLst>
                  <p:childTnLst>
                    <p:set>
                      <p:cBhvr>
                        <p:cTn dur="1" fill="hold">
                          <p:stCondLst>
                            <p:cond delay="0"/>
                          </p:stCondLst>
                        </p:cTn>
                        <p:tgtEl>
                          <p:spTgt spid="9"/>
                        </p:tgtEl>
                        <p:attrNameLst>
                          <p:attrName>style.visibility</p:attrName>
                        </p:attrNameLst>
                      </p:cBhvr>
                      <p:to>
                        <p:strVal val="visible"/>
                      </p:to>
                    </p:set>
                    <p:animEffect transition="in" filter="wipe(up)">
                      <p:cBhvr>
                        <p:cTn dur="750"/>
                        <p:tgtEl>
                          <p:spTgt spid="9"/>
                        </p:tgtEl>
                      </p:cBhvr>
                    </p:animEffect>
                  </p:childTnLst>
                </p:cTn>
              </p:par>
            </p:tnLst>
          </p:tmpl>
        </p:tmplLst>
      </p:bldP>
      <p:bldP spid="12" grpId="0" build="p">
        <p:tmplLst>
          <p:tmpl lvl="1">
            <p:tnLst>
              <p:par>
                <p:cTn presetID="2" presetClass="entr" presetSubtype="1" decel="100000" fill="hold" nodeType="withEffect">
                  <p:stCondLst>
                    <p:cond delay="25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750" fill="hold"/>
                        <p:tgtEl>
                          <p:spTgt spid="12"/>
                        </p:tgtEl>
                        <p:attrNameLst>
                          <p:attrName>ppt_x</p:attrName>
                        </p:attrNameLst>
                      </p:cBhvr>
                      <p:tavLst>
                        <p:tav tm="0">
                          <p:val>
                            <p:strVal val="#ppt_x"/>
                          </p:val>
                        </p:tav>
                        <p:tav tm="100000">
                          <p:val>
                            <p:strVal val="#ppt_x"/>
                          </p:val>
                        </p:tav>
                      </p:tavLst>
                    </p:anim>
                    <p:anim calcmode="lin" valueType="num">
                      <p:cBhvr additive="base">
                        <p:cTn dur="750" fill="hold"/>
                        <p:tgtEl>
                          <p:spTgt spid="12"/>
                        </p:tgtEl>
                        <p:attrNameLst>
                          <p:attrName>ppt_y</p:attrName>
                        </p:attrNameLst>
                      </p:cBhvr>
                      <p:tavLst>
                        <p:tav tm="0">
                          <p:val>
                            <p:strVal val="0-#ppt_h/2"/>
                          </p:val>
                        </p:tav>
                        <p:tav tm="100000">
                          <p:val>
                            <p:strVal val="#ppt_y"/>
                          </p:val>
                        </p:tav>
                      </p:tavLst>
                    </p:anim>
                  </p:childTnLst>
                </p:cTn>
              </p:par>
            </p:tnLst>
          </p:tmpl>
        </p:tmplLst>
      </p:bldP>
      <p:bldP spid="13" grpId="0" build="p">
        <p:tmplLst>
          <p:tmpl lvl="1">
            <p:tnLst>
              <p:par>
                <p:cTn presetID="2" presetClass="entr" presetSubtype="8" decel="100000" fill="hold" nodeType="withEffect">
                  <p:stCondLst>
                    <p:cond delay="25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750" fill="hold"/>
                        <p:tgtEl>
                          <p:spTgt spid="13"/>
                        </p:tgtEl>
                        <p:attrNameLst>
                          <p:attrName>ppt_x</p:attrName>
                        </p:attrNameLst>
                      </p:cBhvr>
                      <p:tavLst>
                        <p:tav tm="0">
                          <p:val>
                            <p:strVal val="0-#ppt_w/2"/>
                          </p:val>
                        </p:tav>
                        <p:tav tm="100000">
                          <p:val>
                            <p:strVal val="#ppt_x"/>
                          </p:val>
                        </p:tav>
                      </p:tavLst>
                    </p:anim>
                    <p:anim calcmode="lin" valueType="num">
                      <p:cBhvr additive="base">
                        <p:cTn dur="750" fill="hold"/>
                        <p:tgtEl>
                          <p:spTgt spid="13"/>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Break - Right">
    <p:spTree>
      <p:nvGrpSpPr>
        <p:cNvPr id="1" name=""/>
        <p:cNvGrpSpPr/>
        <p:nvPr/>
      </p:nvGrpSpPr>
      <p:grpSpPr>
        <a:xfrm>
          <a:off x="0" y="0"/>
          <a:ext cx="0" cy="0"/>
          <a:chOff x="0" y="0"/>
          <a:chExt cx="0" cy="0"/>
        </a:xfrm>
      </p:grpSpPr>
      <p:sp>
        <p:nvSpPr>
          <p:cNvPr id="10" name="図プレースホルダー 6"/>
          <p:cNvSpPr>
            <a:spLocks noGrp="1"/>
          </p:cNvSpPr>
          <p:nvPr>
            <p:ph type="pic" sz="quarter" idx="10" hasCustomPrompt="1"/>
          </p:nvPr>
        </p:nvSpPr>
        <p:spPr>
          <a:xfrm>
            <a:off x="0" y="0"/>
            <a:ext cx="14366875" cy="10287000"/>
          </a:xfrm>
          <a:prstGeom prst="rect">
            <a:avLst/>
          </a:prstGeom>
          <a:noFill/>
        </p:spPr>
        <p:txBody>
          <a:bodyPr/>
          <a:lstStyle>
            <a:lvl1pPr>
              <a:defRPr/>
            </a:lvl1pPr>
          </a:lstStyle>
          <a:p>
            <a:r>
              <a:rPr kumimoji="1" lang="en-US" altLang="ja-JP" dirty="0"/>
              <a:t>                                                              </a:t>
            </a:r>
            <a:endParaRPr kumimoji="1" lang="ja-JP" altLang="en-US" dirty="0"/>
          </a:p>
        </p:txBody>
      </p:sp>
      <p:sp>
        <p:nvSpPr>
          <p:cNvPr id="7" name="テキスト プレースホルダー 6"/>
          <p:cNvSpPr>
            <a:spLocks noGrp="1"/>
          </p:cNvSpPr>
          <p:nvPr>
            <p:ph type="body" sz="quarter" idx="22" hasCustomPrompt="1"/>
          </p:nvPr>
        </p:nvSpPr>
        <p:spPr>
          <a:xfrm flipH="1" flipV="1">
            <a:off x="10555514" y="-4990"/>
            <a:ext cx="7735661" cy="10291989"/>
          </a:xfrm>
          <a:custGeom>
            <a:avLst/>
            <a:gdLst>
              <a:gd name="connsiteX0" fmla="*/ 0 w 4412343"/>
              <a:gd name="connsiteY0" fmla="*/ 0 h 10287000"/>
              <a:gd name="connsiteX1" fmla="*/ 4412343 w 4412343"/>
              <a:gd name="connsiteY1" fmla="*/ 0 h 10287000"/>
              <a:gd name="connsiteX2" fmla="*/ 4412343 w 4412343"/>
              <a:gd name="connsiteY2" fmla="*/ 10287000 h 10287000"/>
              <a:gd name="connsiteX3" fmla="*/ 0 w 4412343"/>
              <a:gd name="connsiteY3" fmla="*/ 10287000 h 10287000"/>
              <a:gd name="connsiteX4" fmla="*/ 0 w 4412343"/>
              <a:gd name="connsiteY4" fmla="*/ 0 h 10287000"/>
              <a:gd name="connsiteX0" fmla="*/ 0 w 8810172"/>
              <a:gd name="connsiteY0" fmla="*/ 0 h 10330543"/>
              <a:gd name="connsiteX1" fmla="*/ 4412343 w 8810172"/>
              <a:gd name="connsiteY1" fmla="*/ 0 h 10330543"/>
              <a:gd name="connsiteX2" fmla="*/ 8810172 w 8810172"/>
              <a:gd name="connsiteY2" fmla="*/ 10330543 h 10330543"/>
              <a:gd name="connsiteX3" fmla="*/ 0 w 8810172"/>
              <a:gd name="connsiteY3" fmla="*/ 10287000 h 10330543"/>
              <a:gd name="connsiteX4" fmla="*/ 0 w 8810172"/>
              <a:gd name="connsiteY4" fmla="*/ 0 h 10330543"/>
              <a:gd name="connsiteX0" fmla="*/ 0 w 8810172"/>
              <a:gd name="connsiteY0" fmla="*/ 0 h 10287000"/>
              <a:gd name="connsiteX1" fmla="*/ 4412343 w 8810172"/>
              <a:gd name="connsiteY1" fmla="*/ 0 h 10287000"/>
              <a:gd name="connsiteX2" fmla="*/ 8810172 w 8810172"/>
              <a:gd name="connsiteY2" fmla="*/ 10287000 h 10287000"/>
              <a:gd name="connsiteX3" fmla="*/ 0 w 8810172"/>
              <a:gd name="connsiteY3" fmla="*/ 10287000 h 10287000"/>
              <a:gd name="connsiteX4" fmla="*/ 0 w 8810172"/>
              <a:gd name="connsiteY4" fmla="*/ 0 h 10287000"/>
              <a:gd name="connsiteX0" fmla="*/ 0 w 8911772"/>
              <a:gd name="connsiteY0" fmla="*/ 0 h 10287000"/>
              <a:gd name="connsiteX1" fmla="*/ 4412343 w 8911772"/>
              <a:gd name="connsiteY1" fmla="*/ 0 h 10287000"/>
              <a:gd name="connsiteX2" fmla="*/ 8911772 w 8911772"/>
              <a:gd name="connsiteY2" fmla="*/ 10272486 h 10287000"/>
              <a:gd name="connsiteX3" fmla="*/ 0 w 8911772"/>
              <a:gd name="connsiteY3" fmla="*/ 10287000 h 10287000"/>
              <a:gd name="connsiteX4" fmla="*/ 0 w 8911772"/>
              <a:gd name="connsiteY4" fmla="*/ 0 h 10287000"/>
              <a:gd name="connsiteX0" fmla="*/ 0 w 8940801"/>
              <a:gd name="connsiteY0" fmla="*/ 0 h 10287000"/>
              <a:gd name="connsiteX1" fmla="*/ 4412343 w 8940801"/>
              <a:gd name="connsiteY1" fmla="*/ 0 h 10287000"/>
              <a:gd name="connsiteX2" fmla="*/ 8940801 w 8940801"/>
              <a:gd name="connsiteY2" fmla="*/ 10287000 h 10287000"/>
              <a:gd name="connsiteX3" fmla="*/ 0 w 8940801"/>
              <a:gd name="connsiteY3" fmla="*/ 10287000 h 10287000"/>
              <a:gd name="connsiteX4" fmla="*/ 0 w 8940801"/>
              <a:gd name="connsiteY4" fmla="*/ 0 h 10287000"/>
              <a:gd name="connsiteX0" fmla="*/ 0 w 8969830"/>
              <a:gd name="connsiteY0" fmla="*/ 0 h 10287000"/>
              <a:gd name="connsiteX1" fmla="*/ 4412343 w 8969830"/>
              <a:gd name="connsiteY1" fmla="*/ 0 h 10287000"/>
              <a:gd name="connsiteX2" fmla="*/ 8969830 w 8969830"/>
              <a:gd name="connsiteY2" fmla="*/ 10272485 h 10287000"/>
              <a:gd name="connsiteX3" fmla="*/ 0 w 8969830"/>
              <a:gd name="connsiteY3" fmla="*/ 10287000 h 10287000"/>
              <a:gd name="connsiteX4" fmla="*/ 0 w 8969830"/>
              <a:gd name="connsiteY4" fmla="*/ 0 h 10287000"/>
              <a:gd name="connsiteX0" fmla="*/ 0 w 8940801"/>
              <a:gd name="connsiteY0" fmla="*/ 0 h 10316028"/>
              <a:gd name="connsiteX1" fmla="*/ 4412343 w 8940801"/>
              <a:gd name="connsiteY1" fmla="*/ 0 h 10316028"/>
              <a:gd name="connsiteX2" fmla="*/ 8940801 w 8940801"/>
              <a:gd name="connsiteY2" fmla="*/ 10316028 h 10316028"/>
              <a:gd name="connsiteX3" fmla="*/ 0 w 8940801"/>
              <a:gd name="connsiteY3" fmla="*/ 10287000 h 10316028"/>
              <a:gd name="connsiteX4" fmla="*/ 0 w 8940801"/>
              <a:gd name="connsiteY4" fmla="*/ 0 h 10316028"/>
              <a:gd name="connsiteX0" fmla="*/ 0 w 8940801"/>
              <a:gd name="connsiteY0" fmla="*/ 0 h 10301514"/>
              <a:gd name="connsiteX1" fmla="*/ 4412343 w 8940801"/>
              <a:gd name="connsiteY1" fmla="*/ 0 h 10301514"/>
              <a:gd name="connsiteX2" fmla="*/ 8940801 w 8940801"/>
              <a:gd name="connsiteY2" fmla="*/ 10301514 h 10301514"/>
              <a:gd name="connsiteX3" fmla="*/ 0 w 8940801"/>
              <a:gd name="connsiteY3" fmla="*/ 10287000 h 10301514"/>
              <a:gd name="connsiteX4" fmla="*/ 0 w 8940801"/>
              <a:gd name="connsiteY4" fmla="*/ 0 h 10301514"/>
              <a:gd name="connsiteX0" fmla="*/ 0 w 9521826"/>
              <a:gd name="connsiteY0" fmla="*/ 0 h 10287000"/>
              <a:gd name="connsiteX1" fmla="*/ 4412343 w 9521826"/>
              <a:gd name="connsiteY1" fmla="*/ 0 h 10287000"/>
              <a:gd name="connsiteX2" fmla="*/ 9521826 w 9521826"/>
              <a:gd name="connsiteY2" fmla="*/ 9777639 h 10287000"/>
              <a:gd name="connsiteX3" fmla="*/ 0 w 9521826"/>
              <a:gd name="connsiteY3" fmla="*/ 10287000 h 10287000"/>
              <a:gd name="connsiteX4" fmla="*/ 0 w 9521826"/>
              <a:gd name="connsiteY4" fmla="*/ 0 h 10287000"/>
              <a:gd name="connsiteX0" fmla="*/ 0 w 8969376"/>
              <a:gd name="connsiteY0" fmla="*/ 0 h 10291989"/>
              <a:gd name="connsiteX1" fmla="*/ 4412343 w 8969376"/>
              <a:gd name="connsiteY1" fmla="*/ 0 h 10291989"/>
              <a:gd name="connsiteX2" fmla="*/ 8969376 w 8969376"/>
              <a:gd name="connsiteY2" fmla="*/ 10291989 h 10291989"/>
              <a:gd name="connsiteX3" fmla="*/ 0 w 8969376"/>
              <a:gd name="connsiteY3" fmla="*/ 10287000 h 10291989"/>
              <a:gd name="connsiteX4" fmla="*/ 0 w 8969376"/>
              <a:gd name="connsiteY4" fmla="*/ 0 h 10291989"/>
              <a:gd name="connsiteX0" fmla="*/ 0 w 7793718"/>
              <a:gd name="connsiteY0" fmla="*/ 0 h 10291989"/>
              <a:gd name="connsiteX1" fmla="*/ 4412343 w 7793718"/>
              <a:gd name="connsiteY1" fmla="*/ 0 h 10291989"/>
              <a:gd name="connsiteX2" fmla="*/ 7793718 w 7793718"/>
              <a:gd name="connsiteY2" fmla="*/ 10291989 h 10291989"/>
              <a:gd name="connsiteX3" fmla="*/ 0 w 7793718"/>
              <a:gd name="connsiteY3" fmla="*/ 10287000 h 10291989"/>
              <a:gd name="connsiteX4" fmla="*/ 0 w 7793718"/>
              <a:gd name="connsiteY4" fmla="*/ 0 h 10291989"/>
              <a:gd name="connsiteX0" fmla="*/ 0 w 7735661"/>
              <a:gd name="connsiteY0" fmla="*/ 0 h 10291989"/>
              <a:gd name="connsiteX1" fmla="*/ 4412343 w 7735661"/>
              <a:gd name="connsiteY1" fmla="*/ 0 h 10291989"/>
              <a:gd name="connsiteX2" fmla="*/ 7735661 w 7735661"/>
              <a:gd name="connsiteY2" fmla="*/ 10291989 h 10291989"/>
              <a:gd name="connsiteX3" fmla="*/ 0 w 7735661"/>
              <a:gd name="connsiteY3" fmla="*/ 10287000 h 10291989"/>
              <a:gd name="connsiteX4" fmla="*/ 0 w 7735661"/>
              <a:gd name="connsiteY4" fmla="*/ 0 h 10291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5661" h="10291989">
                <a:moveTo>
                  <a:pt x="0" y="0"/>
                </a:moveTo>
                <a:lnTo>
                  <a:pt x="4412343" y="0"/>
                </a:lnTo>
                <a:lnTo>
                  <a:pt x="7735661" y="10291989"/>
                </a:lnTo>
                <a:lnTo>
                  <a:pt x="0" y="10287000"/>
                </a:lnTo>
                <a:lnTo>
                  <a:pt x="0" y="0"/>
                </a:lnTo>
                <a:close/>
              </a:path>
            </a:pathLst>
          </a:custGeom>
          <a:blipFill dpi="0" rotWithShape="0">
            <a:blip r:embed="rId2"/>
            <a:srcRect/>
            <a:tile tx="0" ty="0" sx="100000" sy="100000" flip="none" algn="tl"/>
          </a:blipFill>
          <a:effectLst>
            <a:outerShdw blurRad="50800" dist="38100" dir="10800000" algn="r" rotWithShape="0">
              <a:prstClr val="black">
                <a:alpha val="40000"/>
              </a:prstClr>
            </a:outerShdw>
          </a:effectLst>
        </p:spPr>
        <p:txBody>
          <a:bodyPr/>
          <a:lstStyle/>
          <a:p>
            <a:pPr lvl="0"/>
            <a:r>
              <a:rPr kumimoji="1" lang="en-US" altLang="ja-JP" dirty="0"/>
              <a:t> </a:t>
            </a:r>
            <a:endParaRPr kumimoji="1" lang="ja-JP" altLang="en-US" dirty="0"/>
          </a:p>
        </p:txBody>
      </p:sp>
      <p:sp>
        <p:nvSpPr>
          <p:cNvPr id="11" name="テキスト プレースホルダー 24"/>
          <p:cNvSpPr>
            <a:spLocks noGrp="1"/>
          </p:cNvSpPr>
          <p:nvPr>
            <p:ph type="body" sz="quarter" idx="23" hasCustomPrompt="1"/>
          </p:nvPr>
        </p:nvSpPr>
        <p:spPr>
          <a:xfrm rot="4320000" flipH="1" flipV="1">
            <a:off x="3279223" y="5152487"/>
            <a:ext cx="18291175" cy="36000"/>
          </a:xfrm>
          <a:prstGeom prst="rect">
            <a:avLst/>
          </a:prstGeom>
          <a:blipFill>
            <a:blip r:embed="rId3"/>
            <a:stretch>
              <a:fillRect/>
            </a:stretch>
          </a:blipFill>
        </p:spPr>
        <p:txBody>
          <a:bodyPr/>
          <a:lstStyle/>
          <a:p>
            <a:pPr lvl="0"/>
            <a:r>
              <a:rPr kumimoji="1" lang="en-US" altLang="ja-JP" dirty="0"/>
              <a:t> </a:t>
            </a:r>
            <a:endParaRPr kumimoji="1" lang="ja-JP" altLang="en-US" dirty="0"/>
          </a:p>
        </p:txBody>
      </p:sp>
      <p:sp>
        <p:nvSpPr>
          <p:cNvPr id="12" name="テキスト プレースホルダー 5"/>
          <p:cNvSpPr>
            <a:spLocks noGrp="1"/>
          </p:cNvSpPr>
          <p:nvPr>
            <p:ph type="body" sz="quarter" idx="16" hasCustomPrompt="1"/>
          </p:nvPr>
        </p:nvSpPr>
        <p:spPr>
          <a:xfrm>
            <a:off x="15524918" y="333818"/>
            <a:ext cx="2002972" cy="2452914"/>
          </a:xfrm>
          <a:prstGeom prst="rect">
            <a:avLst/>
          </a:prstGeom>
        </p:spPr>
        <p:txBody>
          <a:bodyPr wrap="none" lIns="36000" tIns="36000" rIns="36000" bIns="36000" anchor="b">
            <a:noAutofit/>
          </a:bodyPr>
          <a:lstStyle>
            <a:lvl1pPr algn="r">
              <a:lnSpc>
                <a:spcPct val="100000"/>
              </a:lnSpc>
              <a:spcBef>
                <a:spcPts val="0"/>
              </a:spcBef>
              <a:defRPr sz="14000" i="0" baseline="0">
                <a:blipFill dpi="0" rotWithShape="1">
                  <a:blip r:embed="rId4"/>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#0</a:t>
            </a:r>
            <a:endParaRPr kumimoji="1" lang="ja-JP" altLang="en-US" dirty="0"/>
          </a:p>
        </p:txBody>
      </p:sp>
      <p:sp>
        <p:nvSpPr>
          <p:cNvPr id="13" name="テキスト プレースホルダー 5"/>
          <p:cNvSpPr>
            <a:spLocks noGrp="1"/>
          </p:cNvSpPr>
          <p:nvPr>
            <p:ph type="body" sz="quarter" idx="21" hasCustomPrompt="1"/>
          </p:nvPr>
        </p:nvSpPr>
        <p:spPr>
          <a:xfrm>
            <a:off x="11136832" y="2503024"/>
            <a:ext cx="6400799" cy="1793403"/>
          </a:xfrm>
          <a:prstGeom prst="rect">
            <a:avLst/>
          </a:prstGeom>
        </p:spPr>
        <p:txBody>
          <a:bodyPr anchor="t">
            <a:noAutofit/>
          </a:bodyPr>
          <a:lstStyle>
            <a:lvl1pPr algn="r">
              <a:lnSpc>
                <a:spcPts val="6000"/>
              </a:lnSpc>
              <a:spcBef>
                <a:spcPts val="0"/>
              </a:spcBef>
              <a:defRPr sz="6600" i="0" baseline="0">
                <a:blipFill dpi="0" rotWithShape="1">
                  <a:blip r:embed="rId4"/>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SECTION NAME</a:t>
            </a:r>
            <a:endParaRPr kumimoji="1" lang="ja-JP" altLang="en-US" dirty="0"/>
          </a:p>
        </p:txBody>
      </p:sp>
    </p:spTree>
    <p:extLst>
      <p:ext uri="{BB962C8B-B14F-4D97-AF65-F5344CB8AC3E}">
        <p14:creationId xmlns:p14="http://schemas.microsoft.com/office/powerpoint/2010/main" val="2487771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1+#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2" presetClass="entr" presetSubtype="1" fill="hold" grpId="0" nodeType="with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750"/>
                                        <p:tgtEl>
                                          <p:spTgt spid="11"/>
                                        </p:tgtEl>
                                      </p:cBhvr>
                                    </p:animEffect>
                                  </p:childTnLst>
                                </p:cTn>
                              </p:par>
                              <p:par>
                                <p:cTn id="12" presetID="22" presetClass="entr" presetSubtype="4" fill="hold" grpId="0" nodeType="withEffect">
                                  <p:stCondLst>
                                    <p:cond delay="500"/>
                                  </p:stCondLst>
                                  <p:childTnLst>
                                    <p:set>
                                      <p:cBhvr>
                                        <p:cTn id="13" dur="1" fill="hold">
                                          <p:stCondLst>
                                            <p:cond delay="0"/>
                                          </p:stCondLst>
                                        </p:cTn>
                                        <p:tgtEl>
                                          <p:spTgt spid="10"/>
                                        </p:tgtEl>
                                        <p:attrNameLst>
                                          <p:attrName>style.visibility</p:attrName>
                                        </p:attrNameLst>
                                      </p:cBhvr>
                                      <p:to>
                                        <p:strVal val="visible"/>
                                      </p:to>
                                    </p:set>
                                    <p:animEffect transition="in" filter="wipe(down)">
                                      <p:cBhvr>
                                        <p:cTn id="14" dur="500"/>
                                        <p:tgtEl>
                                          <p:spTgt spid="10"/>
                                        </p:tgtEl>
                                      </p:cBhvr>
                                    </p:animEffect>
                                  </p:childTnLst>
                                </p:cTn>
                              </p:par>
                              <p:par>
                                <p:cTn id="15" presetID="2" presetClass="entr" presetSubtype="1" decel="100000" fill="hold" grpId="0" nodeType="withEffect">
                                  <p:stCondLst>
                                    <p:cond delay="250"/>
                                  </p:stCondLst>
                                  <p:childTnLst>
                                    <p:set>
                                      <p:cBhvr>
                                        <p:cTn id="16" dur="1" fill="hold">
                                          <p:stCondLst>
                                            <p:cond delay="0"/>
                                          </p:stCondLst>
                                        </p:cTn>
                                        <p:tgtEl>
                                          <p:spTgt spid="12">
                                            <p:txEl>
                                              <p:pRg st="0" end="0"/>
                                            </p:txEl>
                                          </p:spTgt>
                                        </p:tgtEl>
                                        <p:attrNameLst>
                                          <p:attrName>style.visibility</p:attrName>
                                        </p:attrNameLst>
                                      </p:cBhvr>
                                      <p:to>
                                        <p:strVal val="visible"/>
                                      </p:to>
                                    </p:set>
                                    <p:anim calcmode="lin" valueType="num">
                                      <p:cBhvr additive="base">
                                        <p:cTn id="17" dur="75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18" dur="750" fill="hold"/>
                                        <p:tgtEl>
                                          <p:spTgt spid="12">
                                            <p:txEl>
                                              <p:pRg st="0" end="0"/>
                                            </p:txEl>
                                          </p:spTgt>
                                        </p:tgtEl>
                                        <p:attrNameLst>
                                          <p:attrName>ppt_y</p:attrName>
                                        </p:attrNameLst>
                                      </p:cBhvr>
                                      <p:tavLst>
                                        <p:tav tm="0">
                                          <p:val>
                                            <p:strVal val="0-#ppt_h/2"/>
                                          </p:val>
                                        </p:tav>
                                        <p:tav tm="100000">
                                          <p:val>
                                            <p:strVal val="#ppt_y"/>
                                          </p:val>
                                        </p:tav>
                                      </p:tavLst>
                                    </p:anim>
                                  </p:childTnLst>
                                </p:cTn>
                              </p:par>
                              <p:par>
                                <p:cTn id="19" presetID="2" presetClass="entr" presetSubtype="2" decel="100000" fill="hold" grpId="0" nodeType="withEffect">
                                  <p:stCondLst>
                                    <p:cond delay="250"/>
                                  </p:stCondLst>
                                  <p:childTnLst>
                                    <p:set>
                                      <p:cBhvr>
                                        <p:cTn id="20" dur="1" fill="hold">
                                          <p:stCondLst>
                                            <p:cond delay="0"/>
                                          </p:stCondLst>
                                        </p:cTn>
                                        <p:tgtEl>
                                          <p:spTgt spid="13">
                                            <p:txEl>
                                              <p:pRg st="0" end="0"/>
                                            </p:txEl>
                                          </p:spTgt>
                                        </p:tgtEl>
                                        <p:attrNameLst>
                                          <p:attrName>style.visibility</p:attrName>
                                        </p:attrNameLst>
                                      </p:cBhvr>
                                      <p:to>
                                        <p:strVal val="visible"/>
                                      </p:to>
                                    </p:set>
                                    <p:anim calcmode="lin" valueType="num">
                                      <p:cBhvr additive="base">
                                        <p:cTn id="21" dur="75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22" dur="750" fill="hold"/>
                                        <p:tgtEl>
                                          <p:spTgt spid="1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 grpId="0" animBg="1">
        <p:tmplLst>
          <p:tmpl>
            <p:tnLst>
              <p:par>
                <p:cTn presetID="2" presetClass="entr" presetSubtype="2" decel="100000" fill="hold" nodeType="afterEffect">
                  <p:stCondLst>
                    <p:cond delay="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750" fill="hold"/>
                        <p:tgtEl>
                          <p:spTgt spid="7"/>
                        </p:tgtEl>
                        <p:attrNameLst>
                          <p:attrName>ppt_x</p:attrName>
                        </p:attrNameLst>
                      </p:cBhvr>
                      <p:tavLst>
                        <p:tav tm="0">
                          <p:val>
                            <p:strVal val="1+#ppt_w/2"/>
                          </p:val>
                        </p:tav>
                        <p:tav tm="100000">
                          <p:val>
                            <p:strVal val="#ppt_x"/>
                          </p:val>
                        </p:tav>
                      </p:tavLst>
                    </p:anim>
                    <p:anim calcmode="lin" valueType="num">
                      <p:cBhvr additive="base">
                        <p:cTn dur="750" fill="hold"/>
                        <p:tgtEl>
                          <p:spTgt spid="7"/>
                        </p:tgtEl>
                        <p:attrNameLst>
                          <p:attrName>ppt_y</p:attrName>
                        </p:attrNameLst>
                      </p:cBhvr>
                      <p:tavLst>
                        <p:tav tm="0">
                          <p:val>
                            <p:strVal val="#ppt_y"/>
                          </p:val>
                        </p:tav>
                        <p:tav tm="100000">
                          <p:val>
                            <p:strVal val="#ppt_y"/>
                          </p:val>
                        </p:tav>
                      </p:tavLst>
                    </p:anim>
                  </p:childTnLst>
                </p:cTn>
              </p:par>
            </p:tnLst>
          </p:tmpl>
        </p:tmplLst>
      </p:bldP>
      <p:bldP spid="11" grpId="0" animBg="1">
        <p:tmplLst>
          <p:tmpl>
            <p:tnLst>
              <p:par>
                <p:cTn presetID="22" presetClass="entr" presetSubtype="1" fill="hold" nodeType="withEffect">
                  <p:stCondLst>
                    <p:cond delay="500"/>
                  </p:stCondLst>
                  <p:childTnLst>
                    <p:set>
                      <p:cBhvr>
                        <p:cTn dur="1" fill="hold">
                          <p:stCondLst>
                            <p:cond delay="0"/>
                          </p:stCondLst>
                        </p:cTn>
                        <p:tgtEl>
                          <p:spTgt spid="11"/>
                        </p:tgtEl>
                        <p:attrNameLst>
                          <p:attrName>style.visibility</p:attrName>
                        </p:attrNameLst>
                      </p:cBhvr>
                      <p:to>
                        <p:strVal val="visible"/>
                      </p:to>
                    </p:set>
                    <p:animEffect transition="in" filter="wipe(up)">
                      <p:cBhvr>
                        <p:cTn dur="750"/>
                        <p:tgtEl>
                          <p:spTgt spid="11"/>
                        </p:tgtEl>
                      </p:cBhvr>
                    </p:animEffect>
                  </p:childTnLst>
                </p:cTn>
              </p:par>
            </p:tnLst>
          </p:tmpl>
        </p:tmplLst>
      </p:bldP>
      <p:bldP spid="12" grpId="0" build="p">
        <p:tmplLst>
          <p:tmpl lvl="1">
            <p:tnLst>
              <p:par>
                <p:cTn presetID="2" presetClass="entr" presetSubtype="1" decel="100000" fill="hold" nodeType="withEffect">
                  <p:stCondLst>
                    <p:cond delay="25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750" fill="hold"/>
                        <p:tgtEl>
                          <p:spTgt spid="12"/>
                        </p:tgtEl>
                        <p:attrNameLst>
                          <p:attrName>ppt_x</p:attrName>
                        </p:attrNameLst>
                      </p:cBhvr>
                      <p:tavLst>
                        <p:tav tm="0">
                          <p:val>
                            <p:strVal val="#ppt_x"/>
                          </p:val>
                        </p:tav>
                        <p:tav tm="100000">
                          <p:val>
                            <p:strVal val="#ppt_x"/>
                          </p:val>
                        </p:tav>
                      </p:tavLst>
                    </p:anim>
                    <p:anim calcmode="lin" valueType="num">
                      <p:cBhvr additive="base">
                        <p:cTn dur="750" fill="hold"/>
                        <p:tgtEl>
                          <p:spTgt spid="12"/>
                        </p:tgtEl>
                        <p:attrNameLst>
                          <p:attrName>ppt_y</p:attrName>
                        </p:attrNameLst>
                      </p:cBhvr>
                      <p:tavLst>
                        <p:tav tm="0">
                          <p:val>
                            <p:strVal val="0-#ppt_h/2"/>
                          </p:val>
                        </p:tav>
                        <p:tav tm="100000">
                          <p:val>
                            <p:strVal val="#ppt_y"/>
                          </p:val>
                        </p:tav>
                      </p:tavLst>
                    </p:anim>
                  </p:childTnLst>
                </p:cTn>
              </p:par>
            </p:tnLst>
          </p:tmpl>
        </p:tmplLst>
      </p:bldP>
      <p:bldP spid="13" grpId="0" build="p">
        <p:tmplLst>
          <p:tmpl lvl="1">
            <p:tnLst>
              <p:par>
                <p:cTn presetID="2" presetClass="entr" presetSubtype="2" decel="100000" fill="hold" nodeType="withEffect">
                  <p:stCondLst>
                    <p:cond delay="25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750" fill="hold"/>
                        <p:tgtEl>
                          <p:spTgt spid="13"/>
                        </p:tgtEl>
                        <p:attrNameLst>
                          <p:attrName>ppt_x</p:attrName>
                        </p:attrNameLst>
                      </p:cBhvr>
                      <p:tavLst>
                        <p:tav tm="0">
                          <p:val>
                            <p:strVal val="1+#ppt_w/2"/>
                          </p:val>
                        </p:tav>
                        <p:tav tm="100000">
                          <p:val>
                            <p:strVal val="#ppt_x"/>
                          </p:val>
                        </p:tav>
                      </p:tavLst>
                    </p:anim>
                    <p:anim calcmode="lin" valueType="num">
                      <p:cBhvr additive="base">
                        <p:cTn dur="750" fill="hold"/>
                        <p:tgtEl>
                          <p:spTgt spid="13"/>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rofile 1">
    <p:spTree>
      <p:nvGrpSpPr>
        <p:cNvPr id="1" name=""/>
        <p:cNvGrpSpPr/>
        <p:nvPr/>
      </p:nvGrpSpPr>
      <p:grpSpPr>
        <a:xfrm>
          <a:off x="0" y="0"/>
          <a:ext cx="0" cy="0"/>
          <a:chOff x="0" y="0"/>
          <a:chExt cx="0" cy="0"/>
        </a:xfrm>
      </p:grpSpPr>
      <p:sp>
        <p:nvSpPr>
          <p:cNvPr id="38" name="正方形/長方形 37"/>
          <p:cNvSpPr/>
          <p:nvPr userDrawn="1"/>
        </p:nvSpPr>
        <p:spPr>
          <a:xfrm>
            <a:off x="-29029" y="8792448"/>
            <a:ext cx="18360000" cy="1522688"/>
          </a:xfrm>
          <a:prstGeom prst="rect">
            <a:avLst/>
          </a:prstGeom>
          <a:blipFill dpi="0" rotWithShape="1">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p:cNvSpPr/>
          <p:nvPr userDrawn="1"/>
        </p:nvSpPr>
        <p:spPr>
          <a:xfrm>
            <a:off x="-29029" y="2403701"/>
            <a:ext cx="18360000" cy="2598057"/>
          </a:xfrm>
          <a:prstGeom prst="rect">
            <a:avLst/>
          </a:prstGeom>
          <a:blipFill dpi="0" rotWithShape="0">
            <a:blip r:embed="rId3"/>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p:cNvCxnSpPr/>
          <p:nvPr userDrawn="1"/>
        </p:nvCxnSpPr>
        <p:spPr>
          <a:xfrm>
            <a:off x="0" y="4871130"/>
            <a:ext cx="18291175"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5" name="テキスト プレースホルダー 5"/>
          <p:cNvSpPr>
            <a:spLocks noGrp="1"/>
          </p:cNvSpPr>
          <p:nvPr>
            <p:ph type="body" sz="quarter" idx="21" hasCustomPrompt="1"/>
          </p:nvPr>
        </p:nvSpPr>
        <p:spPr>
          <a:xfrm>
            <a:off x="8260217" y="2699659"/>
            <a:ext cx="9490755" cy="1403470"/>
          </a:xfrm>
          <a:prstGeom prst="rect">
            <a:avLst/>
          </a:prstGeom>
          <a:noFill/>
        </p:spPr>
        <p:txBody>
          <a:bodyPr anchor="b">
            <a:noAutofit/>
          </a:bodyPr>
          <a:lstStyle>
            <a:lvl1pPr algn="l">
              <a:lnSpc>
                <a:spcPct val="100000"/>
              </a:lnSpc>
              <a:spcBef>
                <a:spcPts val="0"/>
              </a:spcBef>
              <a:defRPr sz="8000" i="0" baseline="0">
                <a:blipFill dpi="0" rotWithShape="1">
                  <a:blip r:embed="rId4"/>
                  <a:srcRect/>
                  <a:tile tx="0" ty="0" sx="100000" sy="100000" flip="none" algn="tl"/>
                </a:blipFill>
                <a:effectLst>
                  <a:innerShdw blurRad="114300">
                    <a:prstClr val="black"/>
                  </a:innerShdw>
                </a:effectLst>
                <a:latin typeface="+mj-lt"/>
              </a:defRPr>
            </a:lvl1pPr>
          </a:lstStyle>
          <a:p>
            <a:pPr lvl="0"/>
            <a:r>
              <a:rPr kumimoji="1" lang="en-US" altLang="ja-JP" dirty="0"/>
              <a:t>TEXT HERE</a:t>
            </a:r>
            <a:endParaRPr kumimoji="1" lang="ja-JP" altLang="en-US" dirty="0"/>
          </a:p>
        </p:txBody>
      </p:sp>
      <p:sp>
        <p:nvSpPr>
          <p:cNvPr id="20" name="テキスト プレースホルダー 5"/>
          <p:cNvSpPr>
            <a:spLocks noGrp="1"/>
          </p:cNvSpPr>
          <p:nvPr>
            <p:ph type="body" sz="quarter" idx="13" hasCustomPrompt="1"/>
          </p:nvPr>
        </p:nvSpPr>
        <p:spPr>
          <a:xfrm>
            <a:off x="8273140" y="3870904"/>
            <a:ext cx="9477831" cy="927656"/>
          </a:xfrm>
          <a:prstGeom prst="rect">
            <a:avLst/>
          </a:prstGeom>
        </p:spPr>
        <p:txBody>
          <a:bodyPr anchor="t">
            <a:noAutofit/>
          </a:bodyPr>
          <a:lstStyle>
            <a:lvl1pPr algn="l">
              <a:lnSpc>
                <a:spcPct val="100000"/>
              </a:lnSpc>
              <a:spcBef>
                <a:spcPts val="0"/>
              </a:spcBef>
              <a:defRPr sz="40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cxnSp>
        <p:nvCxnSpPr>
          <p:cNvPr id="25" name="直線コネクタ 24"/>
          <p:cNvCxnSpPr/>
          <p:nvPr userDrawn="1"/>
        </p:nvCxnSpPr>
        <p:spPr>
          <a:xfrm>
            <a:off x="0" y="2570615"/>
            <a:ext cx="18291175"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8" name="円/楕円 17"/>
          <p:cNvSpPr/>
          <p:nvPr userDrawn="1"/>
        </p:nvSpPr>
        <p:spPr>
          <a:xfrm>
            <a:off x="1639197" y="1268774"/>
            <a:ext cx="6071579" cy="6071579"/>
          </a:xfrm>
          <a:prstGeom prst="ellipse">
            <a:avLst/>
          </a:prstGeom>
          <a:blipFill dpi="0" rotWithShape="1">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8"/>
          <p:cNvSpPr/>
          <p:nvPr userDrawn="1"/>
        </p:nvSpPr>
        <p:spPr>
          <a:xfrm>
            <a:off x="1820118" y="1449695"/>
            <a:ext cx="5709736" cy="5709736"/>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図プレースホルダー 5"/>
          <p:cNvSpPr>
            <a:spLocks noGrp="1"/>
          </p:cNvSpPr>
          <p:nvPr>
            <p:ph type="pic" sz="quarter" idx="14" hasCustomPrompt="1"/>
          </p:nvPr>
        </p:nvSpPr>
        <p:spPr>
          <a:xfrm>
            <a:off x="1929482" y="1559059"/>
            <a:ext cx="5491009" cy="5491009"/>
          </a:xfrm>
          <a:prstGeom prst="ellipse">
            <a:avLst/>
          </a:prstGeom>
          <a:effectLst>
            <a:innerShdw blurRad="114300">
              <a:prstClr val="black"/>
            </a:innerShdw>
          </a:effectLst>
        </p:spPr>
        <p:txBody>
          <a:bodyPr>
            <a:normAutofit/>
          </a:bodyPr>
          <a:lstStyle>
            <a:lvl1pPr>
              <a:defRPr sz="2000" baseline="0">
                <a:solidFill>
                  <a:schemeClr val="bg2"/>
                </a:solidFill>
              </a:defRPr>
            </a:lvl1pPr>
          </a:lstStyle>
          <a:p>
            <a:r>
              <a:rPr kumimoji="1" lang="en-US" altLang="ja-JP" dirty="0"/>
              <a:t>Add an image</a:t>
            </a:r>
            <a:endParaRPr kumimoji="1" lang="ja-JP" altLang="en-US" dirty="0"/>
          </a:p>
        </p:txBody>
      </p:sp>
      <p:sp>
        <p:nvSpPr>
          <p:cNvPr id="26" name="テキスト プレースホルダー 5"/>
          <p:cNvSpPr>
            <a:spLocks noGrp="1"/>
          </p:cNvSpPr>
          <p:nvPr>
            <p:ph type="body" sz="quarter" idx="12" hasCustomPrompt="1"/>
          </p:nvPr>
        </p:nvSpPr>
        <p:spPr>
          <a:xfrm>
            <a:off x="8273141" y="5225525"/>
            <a:ext cx="8940801" cy="2423504"/>
          </a:xfrm>
          <a:prstGeom prst="rect">
            <a:avLst/>
          </a:prstGeo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9" name="図プレースホルダー 28"/>
          <p:cNvSpPr>
            <a:spLocks noGrp="1"/>
          </p:cNvSpPr>
          <p:nvPr>
            <p:ph type="pic" sz="quarter" idx="22" hasCustomPrompt="1"/>
          </p:nvPr>
        </p:nvSpPr>
        <p:spPr>
          <a:xfrm>
            <a:off x="2117661" y="9264663"/>
            <a:ext cx="609600" cy="609600"/>
          </a:xfrm>
          <a:prstGeom prst="rect">
            <a:avLst/>
          </a:prstGeom>
          <a:effectLst>
            <a:innerShdw blurRad="63500" dist="508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30" name="テキスト プレースホルダー 5"/>
          <p:cNvSpPr>
            <a:spLocks noGrp="1"/>
          </p:cNvSpPr>
          <p:nvPr>
            <p:ph type="body" sz="quarter" idx="23" hasCustomPrompt="1"/>
          </p:nvPr>
        </p:nvSpPr>
        <p:spPr>
          <a:xfrm>
            <a:off x="2758072" y="9234042"/>
            <a:ext cx="3624375" cy="670843"/>
          </a:xfrm>
          <a:prstGeom prst="rect">
            <a:avLst/>
          </a:prstGeom>
        </p:spPr>
        <p:txBody>
          <a:bodyPr anchor="ctr">
            <a:normAutofit/>
          </a:bodyPr>
          <a:lstStyle>
            <a:lvl1pPr algn="l">
              <a:lnSpc>
                <a:spcPct val="130000"/>
              </a:lnSpc>
              <a:defRPr sz="1800" baseline="0">
                <a:solidFill>
                  <a:schemeClr val="bg1"/>
                </a:solidFill>
              </a:defRPr>
            </a:lvl1pPr>
          </a:lstStyle>
          <a:p>
            <a:pPr lvl="0"/>
            <a:r>
              <a:rPr kumimoji="1" lang="en-US" altLang="ja-JP" dirty="0"/>
              <a:t>Text Here</a:t>
            </a:r>
            <a:endParaRPr kumimoji="1" lang="ja-JP" altLang="en-US" dirty="0"/>
          </a:p>
        </p:txBody>
      </p:sp>
      <p:sp>
        <p:nvSpPr>
          <p:cNvPr id="32" name="図プレースホルダー 28"/>
          <p:cNvSpPr>
            <a:spLocks noGrp="1"/>
          </p:cNvSpPr>
          <p:nvPr>
            <p:ph type="pic" sz="quarter" idx="24" hasCustomPrompt="1"/>
          </p:nvPr>
        </p:nvSpPr>
        <p:spPr>
          <a:xfrm>
            <a:off x="7382719" y="9264663"/>
            <a:ext cx="609600" cy="609600"/>
          </a:xfrm>
          <a:prstGeom prst="rect">
            <a:avLst/>
          </a:prstGeom>
          <a:effectLst>
            <a:innerShdw blurRad="63500" dist="508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33" name="テキスト プレースホルダー 5"/>
          <p:cNvSpPr>
            <a:spLocks noGrp="1"/>
          </p:cNvSpPr>
          <p:nvPr>
            <p:ph type="body" sz="quarter" idx="25" hasCustomPrompt="1"/>
          </p:nvPr>
        </p:nvSpPr>
        <p:spPr>
          <a:xfrm>
            <a:off x="8023130" y="9234042"/>
            <a:ext cx="3624375" cy="670843"/>
          </a:xfrm>
          <a:prstGeom prst="rect">
            <a:avLst/>
          </a:prstGeom>
        </p:spPr>
        <p:txBody>
          <a:bodyPr anchor="ctr">
            <a:normAutofit/>
          </a:bodyPr>
          <a:lstStyle>
            <a:lvl1pPr algn="l">
              <a:lnSpc>
                <a:spcPct val="130000"/>
              </a:lnSpc>
              <a:defRPr sz="1800" baseline="0">
                <a:solidFill>
                  <a:schemeClr val="bg1"/>
                </a:solidFill>
              </a:defRPr>
            </a:lvl1pPr>
          </a:lstStyle>
          <a:p>
            <a:pPr lvl="0"/>
            <a:r>
              <a:rPr kumimoji="1" lang="en-US" altLang="ja-JP" dirty="0"/>
              <a:t>Text Here</a:t>
            </a:r>
            <a:endParaRPr kumimoji="1" lang="ja-JP" altLang="en-US" dirty="0"/>
          </a:p>
        </p:txBody>
      </p:sp>
      <p:sp>
        <p:nvSpPr>
          <p:cNvPr id="35" name="図プレースホルダー 28"/>
          <p:cNvSpPr>
            <a:spLocks noGrp="1"/>
          </p:cNvSpPr>
          <p:nvPr>
            <p:ph type="pic" sz="quarter" idx="26" hasCustomPrompt="1"/>
          </p:nvPr>
        </p:nvSpPr>
        <p:spPr>
          <a:xfrm>
            <a:off x="12647776" y="9264663"/>
            <a:ext cx="609600" cy="609600"/>
          </a:xfrm>
          <a:prstGeom prst="rect">
            <a:avLst/>
          </a:prstGeom>
          <a:effectLst>
            <a:innerShdw blurRad="63500" dist="508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36" name="テキスト プレースホルダー 5"/>
          <p:cNvSpPr>
            <a:spLocks noGrp="1"/>
          </p:cNvSpPr>
          <p:nvPr>
            <p:ph type="body" sz="quarter" idx="27" hasCustomPrompt="1"/>
          </p:nvPr>
        </p:nvSpPr>
        <p:spPr>
          <a:xfrm>
            <a:off x="13288187" y="9234042"/>
            <a:ext cx="3624375" cy="670843"/>
          </a:xfrm>
          <a:prstGeom prst="rect">
            <a:avLst/>
          </a:prstGeom>
        </p:spPr>
        <p:txBody>
          <a:bodyPr anchor="ctr">
            <a:normAutofit/>
          </a:bodyPr>
          <a:lstStyle>
            <a:lvl1pPr algn="l">
              <a:lnSpc>
                <a:spcPct val="130000"/>
              </a:lnSpc>
              <a:defRPr sz="1800" baseline="0">
                <a:solidFill>
                  <a:schemeClr val="bg1"/>
                </a:solidFill>
              </a:defRPr>
            </a:lvl1pPr>
          </a:lstStyle>
          <a:p>
            <a:pPr lvl="0"/>
            <a:r>
              <a:rPr kumimoji="1" lang="en-US" altLang="ja-JP" dirty="0"/>
              <a:t>Text Here</a:t>
            </a:r>
            <a:endParaRPr kumimoji="1" lang="ja-JP" altLang="en-US" dirty="0"/>
          </a:p>
        </p:txBody>
      </p:sp>
      <p:cxnSp>
        <p:nvCxnSpPr>
          <p:cNvPr id="39" name="直線コネクタ 38"/>
          <p:cNvCxnSpPr/>
          <p:nvPr userDrawn="1"/>
        </p:nvCxnSpPr>
        <p:spPr>
          <a:xfrm>
            <a:off x="39796" y="8952104"/>
            <a:ext cx="18291175"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3" name="テキスト プレースホルダー 5"/>
          <p:cNvSpPr>
            <a:spLocks noGrp="1"/>
          </p:cNvSpPr>
          <p:nvPr>
            <p:ph type="body" sz="quarter" idx="28" hasCustomPrompt="1"/>
          </p:nvPr>
        </p:nvSpPr>
        <p:spPr>
          <a:xfrm>
            <a:off x="8257202" y="1161143"/>
            <a:ext cx="9477831" cy="1242558"/>
          </a:xfrm>
          <a:prstGeom prst="rect">
            <a:avLst/>
          </a:prstGeom>
        </p:spPr>
        <p:txBody>
          <a:bodyPr anchor="b">
            <a:noAutofit/>
          </a:bodyPr>
          <a:lstStyle>
            <a:lvl1pPr algn="l">
              <a:lnSpc>
                <a:spcPct val="100000"/>
              </a:lnSpc>
              <a:spcBef>
                <a:spcPts val="0"/>
              </a:spcBef>
              <a:defRPr sz="66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grpSp>
        <p:nvGrpSpPr>
          <p:cNvPr id="24" name="グループ化 23"/>
          <p:cNvGrpSpPr/>
          <p:nvPr userDrawn="1"/>
        </p:nvGrpSpPr>
        <p:grpSpPr>
          <a:xfrm>
            <a:off x="16778435" y="339170"/>
            <a:ext cx="1150664" cy="1150664"/>
            <a:chOff x="7418859" y="2569953"/>
            <a:chExt cx="934639" cy="934639"/>
          </a:xfrm>
        </p:grpSpPr>
        <p:sp>
          <p:nvSpPr>
            <p:cNvPr id="28" name="涙形 27"/>
            <p:cNvSpPr/>
            <p:nvPr/>
          </p:nvSpPr>
          <p:spPr>
            <a:xfrm>
              <a:off x="7418859" y="2569953"/>
              <a:ext cx="934639" cy="934639"/>
            </a:xfrm>
            <a:prstGeom prst="teardrop">
              <a:avLst/>
            </a:prstGeom>
            <a:blipFill>
              <a:blip r:embed="rId4"/>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涙形 36"/>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0"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Tree>
    <p:extLst>
      <p:ext uri="{BB962C8B-B14F-4D97-AF65-F5344CB8AC3E}">
        <p14:creationId xmlns:p14="http://schemas.microsoft.com/office/powerpoint/2010/main" val="2371569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ppt_x"/>
                                          </p:val>
                                        </p:tav>
                                        <p:tav tm="100000">
                                          <p:val>
                                            <p:strVal val="#ppt_x"/>
                                          </p:val>
                                        </p:tav>
                                      </p:tavLst>
                                    </p:anim>
                                    <p:anim calcmode="lin" valueType="num">
                                      <p:cBhvr additive="base">
                                        <p:cTn id="12" dur="500" fill="hold"/>
                                        <p:tgtEl>
                                          <p:spTgt spid="40"/>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 presetClass="entr" presetSubtype="4" decel="100000" fill="hold" grpId="0" nodeType="afterEffect">
                                  <p:stCondLst>
                                    <p:cond delay="0"/>
                                  </p:stCondLst>
                                  <p:childTnLst>
                                    <p:set>
                                      <p:cBhvr>
                                        <p:cTn id="15" dur="1" fill="hold">
                                          <p:stCondLst>
                                            <p:cond delay="0"/>
                                          </p:stCondLst>
                                        </p:cTn>
                                        <p:tgtEl>
                                          <p:spTgt spid="18"/>
                                        </p:tgtEl>
                                        <p:attrNameLst>
                                          <p:attrName>style.visibility</p:attrName>
                                        </p:attrNameLst>
                                      </p:cBhvr>
                                      <p:to>
                                        <p:strVal val="visible"/>
                                      </p:to>
                                    </p:set>
                                    <p:anim calcmode="lin" valueType="num">
                                      <p:cBhvr additive="base">
                                        <p:cTn id="16" dur="500" fill="hold"/>
                                        <p:tgtEl>
                                          <p:spTgt spid="18"/>
                                        </p:tgtEl>
                                        <p:attrNameLst>
                                          <p:attrName>ppt_x</p:attrName>
                                        </p:attrNameLst>
                                      </p:cBhvr>
                                      <p:tavLst>
                                        <p:tav tm="0">
                                          <p:val>
                                            <p:strVal val="#ppt_x"/>
                                          </p:val>
                                        </p:tav>
                                        <p:tav tm="100000">
                                          <p:val>
                                            <p:strVal val="#ppt_x"/>
                                          </p:val>
                                        </p:tav>
                                      </p:tavLst>
                                    </p:anim>
                                    <p:anim calcmode="lin" valueType="num">
                                      <p:cBhvr additive="base">
                                        <p:cTn id="17" dur="500" fill="hold"/>
                                        <p:tgtEl>
                                          <p:spTgt spid="18"/>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1" presetClass="entr" presetSubtype="1" fill="hold" grpId="0"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heel(1)">
                                      <p:cBhvr>
                                        <p:cTn id="21" dur="10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1000"/>
                                        <p:tgtEl>
                                          <p:spTgt spid="21"/>
                                        </p:tgtEl>
                                      </p:cBhvr>
                                    </p:animEffect>
                                  </p:childTnLst>
                                </p:cTn>
                              </p:par>
                            </p:childTnLst>
                          </p:cTn>
                        </p:par>
                        <p:par>
                          <p:cTn id="25" fill="hold">
                            <p:stCondLst>
                              <p:cond delay="2000"/>
                            </p:stCondLst>
                            <p:childTnLst>
                              <p:par>
                                <p:cTn id="26" presetID="2" presetClass="entr" presetSubtype="9" decel="100000" fill="hold" grpId="0" nodeType="afterEffect">
                                  <p:stCondLst>
                                    <p:cond delay="0"/>
                                  </p:stCondLst>
                                  <p:iterate type="wd">
                                    <p:tmPct val="10000"/>
                                  </p:iterate>
                                  <p:childTnLst>
                                    <p:set>
                                      <p:cBhvr>
                                        <p:cTn id="27" dur="1" fill="hold">
                                          <p:stCondLst>
                                            <p:cond delay="0"/>
                                          </p:stCondLst>
                                        </p:cTn>
                                        <p:tgtEl>
                                          <p:spTgt spid="23">
                                            <p:txEl>
                                              <p:pRg st="0" end="0"/>
                                            </p:txEl>
                                          </p:spTgt>
                                        </p:tgtEl>
                                        <p:attrNameLst>
                                          <p:attrName>style.visibility</p:attrName>
                                        </p:attrNameLst>
                                      </p:cBhvr>
                                      <p:to>
                                        <p:strVal val="visible"/>
                                      </p:to>
                                    </p:set>
                                    <p:anim calcmode="lin" valueType="num">
                                      <p:cBhvr additive="base">
                                        <p:cTn id="28" dur="1000" fill="hold"/>
                                        <p:tgtEl>
                                          <p:spTgt spid="23">
                                            <p:txEl>
                                              <p:pRg st="0" end="0"/>
                                            </p:txEl>
                                          </p:spTgt>
                                        </p:tgtEl>
                                        <p:attrNameLst>
                                          <p:attrName>ppt_x</p:attrName>
                                        </p:attrNameLst>
                                      </p:cBhvr>
                                      <p:tavLst>
                                        <p:tav tm="0">
                                          <p:val>
                                            <p:strVal val="0-#ppt_w/2"/>
                                          </p:val>
                                        </p:tav>
                                        <p:tav tm="100000">
                                          <p:val>
                                            <p:strVal val="#ppt_x"/>
                                          </p:val>
                                        </p:tav>
                                      </p:tavLst>
                                    </p:anim>
                                    <p:anim calcmode="lin" valueType="num">
                                      <p:cBhvr additive="base">
                                        <p:cTn id="29" dur="1000" fill="hold"/>
                                        <p:tgtEl>
                                          <p:spTgt spid="23">
                                            <p:txEl>
                                              <p:pRg st="0" end="0"/>
                                            </p:txEl>
                                          </p:spTgt>
                                        </p:tgtEl>
                                        <p:attrNameLst>
                                          <p:attrName>ppt_y</p:attrName>
                                        </p:attrNameLst>
                                      </p:cBhvr>
                                      <p:tavLst>
                                        <p:tav tm="0">
                                          <p:val>
                                            <p:strVal val="0-#ppt_h/2"/>
                                          </p:val>
                                        </p:tav>
                                        <p:tav tm="100000">
                                          <p:val>
                                            <p:strVal val="#ppt_y"/>
                                          </p:val>
                                        </p:tav>
                                      </p:tavLst>
                                    </p:anim>
                                  </p:childTnLst>
                                </p:cTn>
                              </p:par>
                            </p:childTnLst>
                          </p:cTn>
                        </p:par>
                        <p:par>
                          <p:cTn id="30" fill="hold">
                            <p:stCondLst>
                              <p:cond delay="3100"/>
                            </p:stCondLst>
                            <p:childTnLst>
                              <p:par>
                                <p:cTn id="31" presetID="16" presetClass="entr" presetSubtype="37" fill="hold" grpId="0"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barn(outVertical)">
                                      <p:cBhvr>
                                        <p:cTn id="33" dur="500"/>
                                        <p:tgtEl>
                                          <p:spTgt spid="22"/>
                                        </p:tgtEl>
                                      </p:cBhvr>
                                    </p:animEffect>
                                  </p:childTnLst>
                                </p:cTn>
                              </p:par>
                              <p:par>
                                <p:cTn id="34" presetID="22" presetClass="entr" presetSubtype="8" fill="hold" nodeType="withEffect">
                                  <p:stCondLst>
                                    <p:cond delay="250"/>
                                  </p:stCondLst>
                                  <p:childTnLst>
                                    <p:set>
                                      <p:cBhvr>
                                        <p:cTn id="35" dur="1" fill="hold">
                                          <p:stCondLst>
                                            <p:cond delay="0"/>
                                          </p:stCondLst>
                                        </p:cTn>
                                        <p:tgtEl>
                                          <p:spTgt spid="9"/>
                                        </p:tgtEl>
                                        <p:attrNameLst>
                                          <p:attrName>style.visibility</p:attrName>
                                        </p:attrNameLst>
                                      </p:cBhvr>
                                      <p:to>
                                        <p:strVal val="visible"/>
                                      </p:to>
                                    </p:set>
                                    <p:animEffect transition="in" filter="wipe(left)">
                                      <p:cBhvr>
                                        <p:cTn id="36" dur="500"/>
                                        <p:tgtEl>
                                          <p:spTgt spid="9"/>
                                        </p:tgtEl>
                                      </p:cBhvr>
                                    </p:animEffect>
                                  </p:childTnLst>
                                </p:cTn>
                              </p:par>
                              <p:par>
                                <p:cTn id="37" presetID="22" presetClass="entr" presetSubtype="2" fill="hold" nodeType="withEffect">
                                  <p:stCondLst>
                                    <p:cond delay="250"/>
                                  </p:stCondLst>
                                  <p:childTnLst>
                                    <p:set>
                                      <p:cBhvr>
                                        <p:cTn id="38" dur="1" fill="hold">
                                          <p:stCondLst>
                                            <p:cond delay="0"/>
                                          </p:stCondLst>
                                        </p:cTn>
                                        <p:tgtEl>
                                          <p:spTgt spid="25"/>
                                        </p:tgtEl>
                                        <p:attrNameLst>
                                          <p:attrName>style.visibility</p:attrName>
                                        </p:attrNameLst>
                                      </p:cBhvr>
                                      <p:to>
                                        <p:strVal val="visible"/>
                                      </p:to>
                                    </p:set>
                                    <p:animEffect transition="in" filter="wipe(right)">
                                      <p:cBhvr>
                                        <p:cTn id="39" dur="500"/>
                                        <p:tgtEl>
                                          <p:spTgt spid="25"/>
                                        </p:tgtEl>
                                      </p:cBhvr>
                                    </p:animEffect>
                                  </p:childTnLst>
                                </p:cTn>
                              </p:par>
                            </p:childTnLst>
                          </p:cTn>
                        </p:par>
                        <p:par>
                          <p:cTn id="40" fill="hold">
                            <p:stCondLst>
                              <p:cond delay="3850"/>
                            </p:stCondLst>
                            <p:childTnLst>
                              <p:par>
                                <p:cTn id="41" presetID="2" presetClass="entr" presetSubtype="2" decel="100000" fill="hold" grpId="0" nodeType="afterEffect">
                                  <p:stCondLst>
                                    <p:cond delay="0"/>
                                  </p:stCondLst>
                                  <p:iterate type="wd">
                                    <p:tmPct val="10000"/>
                                  </p:iterate>
                                  <p:childTnLst>
                                    <p:set>
                                      <p:cBhvr>
                                        <p:cTn id="42" dur="1" fill="hold">
                                          <p:stCondLst>
                                            <p:cond delay="0"/>
                                          </p:stCondLst>
                                        </p:cTn>
                                        <p:tgtEl>
                                          <p:spTgt spid="15">
                                            <p:txEl>
                                              <p:pRg st="0" end="0"/>
                                            </p:txEl>
                                          </p:spTgt>
                                        </p:tgtEl>
                                        <p:attrNameLst>
                                          <p:attrName>style.visibility</p:attrName>
                                        </p:attrNameLst>
                                      </p:cBhvr>
                                      <p:to>
                                        <p:strVal val="visible"/>
                                      </p:to>
                                    </p:set>
                                    <p:anim calcmode="lin" valueType="num">
                                      <p:cBhvr additive="base">
                                        <p:cTn id="43" dur="75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44" dur="750" fill="hold"/>
                                        <p:tgtEl>
                                          <p:spTgt spid="15">
                                            <p:txEl>
                                              <p:pRg st="0" end="0"/>
                                            </p:txEl>
                                          </p:spTgt>
                                        </p:tgtEl>
                                        <p:attrNameLst>
                                          <p:attrName>ppt_y</p:attrName>
                                        </p:attrNameLst>
                                      </p:cBhvr>
                                      <p:tavLst>
                                        <p:tav tm="0">
                                          <p:val>
                                            <p:strVal val="#ppt_y"/>
                                          </p:val>
                                        </p:tav>
                                        <p:tav tm="100000">
                                          <p:val>
                                            <p:strVal val="#ppt_y"/>
                                          </p:val>
                                        </p:tav>
                                      </p:tavLst>
                                    </p:anim>
                                  </p:childTnLst>
                                </p:cTn>
                              </p:par>
                            </p:childTnLst>
                          </p:cTn>
                        </p:par>
                        <p:par>
                          <p:cTn id="45" fill="hold">
                            <p:stCondLst>
                              <p:cond delay="4675"/>
                            </p:stCondLst>
                            <p:childTnLst>
                              <p:par>
                                <p:cTn id="46" presetID="22" presetClass="entr" presetSubtype="8" fill="hold" grpId="0" nodeType="afterEffect">
                                  <p:stCondLst>
                                    <p:cond delay="0"/>
                                  </p:stCondLst>
                                  <p:childTnLst>
                                    <p:set>
                                      <p:cBhvr>
                                        <p:cTn id="47" dur="1" fill="hold">
                                          <p:stCondLst>
                                            <p:cond delay="0"/>
                                          </p:stCondLst>
                                        </p:cTn>
                                        <p:tgtEl>
                                          <p:spTgt spid="20">
                                            <p:txEl>
                                              <p:pRg st="0" end="0"/>
                                            </p:txEl>
                                          </p:spTgt>
                                        </p:tgtEl>
                                        <p:attrNameLst>
                                          <p:attrName>style.visibility</p:attrName>
                                        </p:attrNameLst>
                                      </p:cBhvr>
                                      <p:to>
                                        <p:strVal val="visible"/>
                                      </p:to>
                                    </p:set>
                                    <p:animEffect transition="in" filter="wipe(left)">
                                      <p:cBhvr>
                                        <p:cTn id="48" dur="500"/>
                                        <p:tgtEl>
                                          <p:spTgt spid="20">
                                            <p:txEl>
                                              <p:pRg st="0" end="0"/>
                                            </p:txEl>
                                          </p:spTgt>
                                        </p:tgtEl>
                                      </p:cBhvr>
                                    </p:animEffect>
                                  </p:childTnLst>
                                </p:cTn>
                              </p:par>
                            </p:childTnLst>
                          </p:cTn>
                        </p:par>
                        <p:par>
                          <p:cTn id="49" fill="hold">
                            <p:stCondLst>
                              <p:cond delay="5175"/>
                            </p:stCondLst>
                            <p:childTnLst>
                              <p:par>
                                <p:cTn id="50" presetID="10" presetClass="entr" presetSubtype="0" fill="hold" grpId="0" nodeType="afterEffect">
                                  <p:stCondLst>
                                    <p:cond delay="250"/>
                                  </p:stCondLst>
                                  <p:childTnLst>
                                    <p:set>
                                      <p:cBhvr>
                                        <p:cTn id="51" dur="1" fill="hold">
                                          <p:stCondLst>
                                            <p:cond delay="0"/>
                                          </p:stCondLst>
                                        </p:cTn>
                                        <p:tgtEl>
                                          <p:spTgt spid="26">
                                            <p:txEl>
                                              <p:pRg st="0" end="0"/>
                                            </p:txEl>
                                          </p:spTgt>
                                        </p:tgtEl>
                                        <p:attrNameLst>
                                          <p:attrName>style.visibility</p:attrName>
                                        </p:attrNameLst>
                                      </p:cBhvr>
                                      <p:to>
                                        <p:strVal val="visible"/>
                                      </p:to>
                                    </p:set>
                                    <p:animEffect transition="in" filter="fade">
                                      <p:cBhvr>
                                        <p:cTn id="52" dur="500"/>
                                        <p:tgtEl>
                                          <p:spTgt spid="26">
                                            <p:txEl>
                                              <p:pRg st="0" end="0"/>
                                            </p:txEl>
                                          </p:spTgt>
                                        </p:tgtEl>
                                      </p:cBhvr>
                                    </p:animEffect>
                                  </p:childTnLst>
                                </p:cTn>
                              </p:par>
                            </p:childTnLst>
                          </p:cTn>
                        </p:par>
                        <p:par>
                          <p:cTn id="53" fill="hold">
                            <p:stCondLst>
                              <p:cond delay="5925"/>
                            </p:stCondLst>
                            <p:childTnLst>
                              <p:par>
                                <p:cTn id="54" presetID="16" presetClass="entr" presetSubtype="37" fill="hold" grpId="0" nodeType="afterEffect">
                                  <p:stCondLst>
                                    <p:cond delay="250"/>
                                  </p:stCondLst>
                                  <p:childTnLst>
                                    <p:set>
                                      <p:cBhvr>
                                        <p:cTn id="55" dur="1" fill="hold">
                                          <p:stCondLst>
                                            <p:cond delay="0"/>
                                          </p:stCondLst>
                                        </p:cTn>
                                        <p:tgtEl>
                                          <p:spTgt spid="38"/>
                                        </p:tgtEl>
                                        <p:attrNameLst>
                                          <p:attrName>style.visibility</p:attrName>
                                        </p:attrNameLst>
                                      </p:cBhvr>
                                      <p:to>
                                        <p:strVal val="visible"/>
                                      </p:to>
                                    </p:set>
                                    <p:animEffect transition="in" filter="barn(outVertical)">
                                      <p:cBhvr>
                                        <p:cTn id="56" dur="500"/>
                                        <p:tgtEl>
                                          <p:spTgt spid="38"/>
                                        </p:tgtEl>
                                      </p:cBhvr>
                                    </p:animEffect>
                                  </p:childTnLst>
                                </p:cTn>
                              </p:par>
                              <p:par>
                                <p:cTn id="57" presetID="22" presetClass="entr" presetSubtype="8" fill="hold" nodeType="withEffect">
                                  <p:stCondLst>
                                    <p:cond delay="500"/>
                                  </p:stCondLst>
                                  <p:childTnLst>
                                    <p:set>
                                      <p:cBhvr>
                                        <p:cTn id="58" dur="1" fill="hold">
                                          <p:stCondLst>
                                            <p:cond delay="0"/>
                                          </p:stCondLst>
                                        </p:cTn>
                                        <p:tgtEl>
                                          <p:spTgt spid="39"/>
                                        </p:tgtEl>
                                        <p:attrNameLst>
                                          <p:attrName>style.visibility</p:attrName>
                                        </p:attrNameLst>
                                      </p:cBhvr>
                                      <p:to>
                                        <p:strVal val="visible"/>
                                      </p:to>
                                    </p:set>
                                    <p:animEffect transition="in" filter="wipe(left)">
                                      <p:cBhvr>
                                        <p:cTn id="59" dur="500"/>
                                        <p:tgtEl>
                                          <p:spTgt spid="39"/>
                                        </p:tgtEl>
                                      </p:cBhvr>
                                    </p:animEffect>
                                  </p:childTnLst>
                                </p:cTn>
                              </p:par>
                            </p:childTnLst>
                          </p:cTn>
                        </p:par>
                        <p:par>
                          <p:cTn id="60" fill="hold">
                            <p:stCondLst>
                              <p:cond delay="6925"/>
                            </p:stCondLst>
                            <p:childTnLst>
                              <p:par>
                                <p:cTn id="61" presetID="49" presetClass="entr" presetSubtype="0" decel="100000" fill="hold" grpId="0" nodeType="afterEffect">
                                  <p:stCondLst>
                                    <p:cond delay="0"/>
                                  </p:stCondLst>
                                  <p:childTnLst>
                                    <p:set>
                                      <p:cBhvr>
                                        <p:cTn id="62" dur="1" fill="hold">
                                          <p:stCondLst>
                                            <p:cond delay="0"/>
                                          </p:stCondLst>
                                        </p:cTn>
                                        <p:tgtEl>
                                          <p:spTgt spid="29"/>
                                        </p:tgtEl>
                                        <p:attrNameLst>
                                          <p:attrName>style.visibility</p:attrName>
                                        </p:attrNameLst>
                                      </p:cBhvr>
                                      <p:to>
                                        <p:strVal val="visible"/>
                                      </p:to>
                                    </p:set>
                                    <p:anim calcmode="lin" valueType="num">
                                      <p:cBhvr>
                                        <p:cTn id="63" dur="500" fill="hold"/>
                                        <p:tgtEl>
                                          <p:spTgt spid="29"/>
                                        </p:tgtEl>
                                        <p:attrNameLst>
                                          <p:attrName>ppt_w</p:attrName>
                                        </p:attrNameLst>
                                      </p:cBhvr>
                                      <p:tavLst>
                                        <p:tav tm="0">
                                          <p:val>
                                            <p:fltVal val="0"/>
                                          </p:val>
                                        </p:tav>
                                        <p:tav tm="100000">
                                          <p:val>
                                            <p:strVal val="#ppt_w"/>
                                          </p:val>
                                        </p:tav>
                                      </p:tavLst>
                                    </p:anim>
                                    <p:anim calcmode="lin" valueType="num">
                                      <p:cBhvr>
                                        <p:cTn id="64" dur="500" fill="hold"/>
                                        <p:tgtEl>
                                          <p:spTgt spid="29"/>
                                        </p:tgtEl>
                                        <p:attrNameLst>
                                          <p:attrName>ppt_h</p:attrName>
                                        </p:attrNameLst>
                                      </p:cBhvr>
                                      <p:tavLst>
                                        <p:tav tm="0">
                                          <p:val>
                                            <p:fltVal val="0"/>
                                          </p:val>
                                        </p:tav>
                                        <p:tav tm="100000">
                                          <p:val>
                                            <p:strVal val="#ppt_h"/>
                                          </p:val>
                                        </p:tav>
                                      </p:tavLst>
                                    </p:anim>
                                    <p:anim calcmode="lin" valueType="num">
                                      <p:cBhvr>
                                        <p:cTn id="65" dur="500" fill="hold"/>
                                        <p:tgtEl>
                                          <p:spTgt spid="29"/>
                                        </p:tgtEl>
                                        <p:attrNameLst>
                                          <p:attrName>style.rotation</p:attrName>
                                        </p:attrNameLst>
                                      </p:cBhvr>
                                      <p:tavLst>
                                        <p:tav tm="0">
                                          <p:val>
                                            <p:fltVal val="360"/>
                                          </p:val>
                                        </p:tav>
                                        <p:tav tm="100000">
                                          <p:val>
                                            <p:fltVal val="0"/>
                                          </p:val>
                                        </p:tav>
                                      </p:tavLst>
                                    </p:anim>
                                    <p:animEffect transition="in" filter="fade">
                                      <p:cBhvr>
                                        <p:cTn id="66" dur="500"/>
                                        <p:tgtEl>
                                          <p:spTgt spid="29"/>
                                        </p:tgtEl>
                                      </p:cBhvr>
                                    </p:animEffect>
                                  </p:childTnLst>
                                </p:cTn>
                              </p:par>
                              <p:par>
                                <p:cTn id="67" presetID="22" presetClass="entr" presetSubtype="8" fill="hold" grpId="0" nodeType="withEffect">
                                  <p:stCondLst>
                                    <p:cond delay="250"/>
                                  </p:stCondLst>
                                  <p:childTnLst>
                                    <p:set>
                                      <p:cBhvr>
                                        <p:cTn id="68" dur="1" fill="hold">
                                          <p:stCondLst>
                                            <p:cond delay="0"/>
                                          </p:stCondLst>
                                        </p:cTn>
                                        <p:tgtEl>
                                          <p:spTgt spid="30">
                                            <p:txEl>
                                              <p:pRg st="0" end="0"/>
                                            </p:txEl>
                                          </p:spTgt>
                                        </p:tgtEl>
                                        <p:attrNameLst>
                                          <p:attrName>style.visibility</p:attrName>
                                        </p:attrNameLst>
                                      </p:cBhvr>
                                      <p:to>
                                        <p:strVal val="visible"/>
                                      </p:to>
                                    </p:set>
                                    <p:animEffect transition="in" filter="wipe(left)">
                                      <p:cBhvr>
                                        <p:cTn id="69" dur="500"/>
                                        <p:tgtEl>
                                          <p:spTgt spid="30">
                                            <p:txEl>
                                              <p:pRg st="0" end="0"/>
                                            </p:txEl>
                                          </p:spTgt>
                                        </p:tgtEl>
                                      </p:cBhvr>
                                    </p:animEffect>
                                  </p:childTnLst>
                                </p:cTn>
                              </p:par>
                            </p:childTnLst>
                          </p:cTn>
                        </p:par>
                        <p:par>
                          <p:cTn id="70" fill="hold">
                            <p:stCondLst>
                              <p:cond delay="7675"/>
                            </p:stCondLst>
                            <p:childTnLst>
                              <p:par>
                                <p:cTn id="71" presetID="49" presetClass="entr" presetSubtype="0" decel="100000" fill="hold" grpId="0" nodeType="afterEffect">
                                  <p:stCondLst>
                                    <p:cond delay="0"/>
                                  </p:stCondLst>
                                  <p:childTnLst>
                                    <p:set>
                                      <p:cBhvr>
                                        <p:cTn id="72" dur="1" fill="hold">
                                          <p:stCondLst>
                                            <p:cond delay="0"/>
                                          </p:stCondLst>
                                        </p:cTn>
                                        <p:tgtEl>
                                          <p:spTgt spid="32"/>
                                        </p:tgtEl>
                                        <p:attrNameLst>
                                          <p:attrName>style.visibility</p:attrName>
                                        </p:attrNameLst>
                                      </p:cBhvr>
                                      <p:to>
                                        <p:strVal val="visible"/>
                                      </p:to>
                                    </p:set>
                                    <p:anim calcmode="lin" valueType="num">
                                      <p:cBhvr>
                                        <p:cTn id="73" dur="500" fill="hold"/>
                                        <p:tgtEl>
                                          <p:spTgt spid="32"/>
                                        </p:tgtEl>
                                        <p:attrNameLst>
                                          <p:attrName>ppt_w</p:attrName>
                                        </p:attrNameLst>
                                      </p:cBhvr>
                                      <p:tavLst>
                                        <p:tav tm="0">
                                          <p:val>
                                            <p:fltVal val="0"/>
                                          </p:val>
                                        </p:tav>
                                        <p:tav tm="100000">
                                          <p:val>
                                            <p:strVal val="#ppt_w"/>
                                          </p:val>
                                        </p:tav>
                                      </p:tavLst>
                                    </p:anim>
                                    <p:anim calcmode="lin" valueType="num">
                                      <p:cBhvr>
                                        <p:cTn id="74" dur="500" fill="hold"/>
                                        <p:tgtEl>
                                          <p:spTgt spid="32"/>
                                        </p:tgtEl>
                                        <p:attrNameLst>
                                          <p:attrName>ppt_h</p:attrName>
                                        </p:attrNameLst>
                                      </p:cBhvr>
                                      <p:tavLst>
                                        <p:tav tm="0">
                                          <p:val>
                                            <p:fltVal val="0"/>
                                          </p:val>
                                        </p:tav>
                                        <p:tav tm="100000">
                                          <p:val>
                                            <p:strVal val="#ppt_h"/>
                                          </p:val>
                                        </p:tav>
                                      </p:tavLst>
                                    </p:anim>
                                    <p:anim calcmode="lin" valueType="num">
                                      <p:cBhvr>
                                        <p:cTn id="75" dur="500" fill="hold"/>
                                        <p:tgtEl>
                                          <p:spTgt spid="32"/>
                                        </p:tgtEl>
                                        <p:attrNameLst>
                                          <p:attrName>style.rotation</p:attrName>
                                        </p:attrNameLst>
                                      </p:cBhvr>
                                      <p:tavLst>
                                        <p:tav tm="0">
                                          <p:val>
                                            <p:fltVal val="360"/>
                                          </p:val>
                                        </p:tav>
                                        <p:tav tm="100000">
                                          <p:val>
                                            <p:fltVal val="0"/>
                                          </p:val>
                                        </p:tav>
                                      </p:tavLst>
                                    </p:anim>
                                    <p:animEffect transition="in" filter="fade">
                                      <p:cBhvr>
                                        <p:cTn id="76" dur="500"/>
                                        <p:tgtEl>
                                          <p:spTgt spid="32"/>
                                        </p:tgtEl>
                                      </p:cBhvr>
                                    </p:animEffect>
                                  </p:childTnLst>
                                </p:cTn>
                              </p:par>
                              <p:par>
                                <p:cTn id="77" presetID="22" presetClass="entr" presetSubtype="8" fill="hold" grpId="0" nodeType="withEffect">
                                  <p:stCondLst>
                                    <p:cond delay="250"/>
                                  </p:stCondLst>
                                  <p:childTnLst>
                                    <p:set>
                                      <p:cBhvr>
                                        <p:cTn id="78" dur="1" fill="hold">
                                          <p:stCondLst>
                                            <p:cond delay="0"/>
                                          </p:stCondLst>
                                        </p:cTn>
                                        <p:tgtEl>
                                          <p:spTgt spid="33">
                                            <p:txEl>
                                              <p:pRg st="0" end="0"/>
                                            </p:txEl>
                                          </p:spTgt>
                                        </p:tgtEl>
                                        <p:attrNameLst>
                                          <p:attrName>style.visibility</p:attrName>
                                        </p:attrNameLst>
                                      </p:cBhvr>
                                      <p:to>
                                        <p:strVal val="visible"/>
                                      </p:to>
                                    </p:set>
                                    <p:animEffect transition="in" filter="wipe(left)">
                                      <p:cBhvr>
                                        <p:cTn id="79" dur="500"/>
                                        <p:tgtEl>
                                          <p:spTgt spid="33">
                                            <p:txEl>
                                              <p:pRg st="0" end="0"/>
                                            </p:txEl>
                                          </p:spTgt>
                                        </p:tgtEl>
                                      </p:cBhvr>
                                    </p:animEffect>
                                  </p:childTnLst>
                                </p:cTn>
                              </p:par>
                            </p:childTnLst>
                          </p:cTn>
                        </p:par>
                        <p:par>
                          <p:cTn id="80" fill="hold">
                            <p:stCondLst>
                              <p:cond delay="8425"/>
                            </p:stCondLst>
                            <p:childTnLst>
                              <p:par>
                                <p:cTn id="81" presetID="49" presetClass="entr" presetSubtype="0" decel="100000" fill="hold" grpId="0" nodeType="afterEffect">
                                  <p:stCondLst>
                                    <p:cond delay="0"/>
                                  </p:stCondLst>
                                  <p:childTnLst>
                                    <p:set>
                                      <p:cBhvr>
                                        <p:cTn id="82" dur="1" fill="hold">
                                          <p:stCondLst>
                                            <p:cond delay="0"/>
                                          </p:stCondLst>
                                        </p:cTn>
                                        <p:tgtEl>
                                          <p:spTgt spid="35"/>
                                        </p:tgtEl>
                                        <p:attrNameLst>
                                          <p:attrName>style.visibility</p:attrName>
                                        </p:attrNameLst>
                                      </p:cBhvr>
                                      <p:to>
                                        <p:strVal val="visible"/>
                                      </p:to>
                                    </p:set>
                                    <p:anim calcmode="lin" valueType="num">
                                      <p:cBhvr>
                                        <p:cTn id="83" dur="500" fill="hold"/>
                                        <p:tgtEl>
                                          <p:spTgt spid="35"/>
                                        </p:tgtEl>
                                        <p:attrNameLst>
                                          <p:attrName>ppt_w</p:attrName>
                                        </p:attrNameLst>
                                      </p:cBhvr>
                                      <p:tavLst>
                                        <p:tav tm="0">
                                          <p:val>
                                            <p:fltVal val="0"/>
                                          </p:val>
                                        </p:tav>
                                        <p:tav tm="100000">
                                          <p:val>
                                            <p:strVal val="#ppt_w"/>
                                          </p:val>
                                        </p:tav>
                                      </p:tavLst>
                                    </p:anim>
                                    <p:anim calcmode="lin" valueType="num">
                                      <p:cBhvr>
                                        <p:cTn id="84" dur="500" fill="hold"/>
                                        <p:tgtEl>
                                          <p:spTgt spid="35"/>
                                        </p:tgtEl>
                                        <p:attrNameLst>
                                          <p:attrName>ppt_h</p:attrName>
                                        </p:attrNameLst>
                                      </p:cBhvr>
                                      <p:tavLst>
                                        <p:tav tm="0">
                                          <p:val>
                                            <p:fltVal val="0"/>
                                          </p:val>
                                        </p:tav>
                                        <p:tav tm="100000">
                                          <p:val>
                                            <p:strVal val="#ppt_h"/>
                                          </p:val>
                                        </p:tav>
                                      </p:tavLst>
                                    </p:anim>
                                    <p:anim calcmode="lin" valueType="num">
                                      <p:cBhvr>
                                        <p:cTn id="85" dur="500" fill="hold"/>
                                        <p:tgtEl>
                                          <p:spTgt spid="35"/>
                                        </p:tgtEl>
                                        <p:attrNameLst>
                                          <p:attrName>style.rotation</p:attrName>
                                        </p:attrNameLst>
                                      </p:cBhvr>
                                      <p:tavLst>
                                        <p:tav tm="0">
                                          <p:val>
                                            <p:fltVal val="360"/>
                                          </p:val>
                                        </p:tav>
                                        <p:tav tm="100000">
                                          <p:val>
                                            <p:fltVal val="0"/>
                                          </p:val>
                                        </p:tav>
                                      </p:tavLst>
                                    </p:anim>
                                    <p:animEffect transition="in" filter="fade">
                                      <p:cBhvr>
                                        <p:cTn id="86" dur="500"/>
                                        <p:tgtEl>
                                          <p:spTgt spid="35"/>
                                        </p:tgtEl>
                                      </p:cBhvr>
                                    </p:animEffect>
                                  </p:childTnLst>
                                </p:cTn>
                              </p:par>
                              <p:par>
                                <p:cTn id="87" presetID="22" presetClass="entr" presetSubtype="8" fill="hold" grpId="0" nodeType="withEffect">
                                  <p:stCondLst>
                                    <p:cond delay="250"/>
                                  </p:stCondLst>
                                  <p:childTnLst>
                                    <p:set>
                                      <p:cBhvr>
                                        <p:cTn id="88" dur="1" fill="hold">
                                          <p:stCondLst>
                                            <p:cond delay="0"/>
                                          </p:stCondLst>
                                        </p:cTn>
                                        <p:tgtEl>
                                          <p:spTgt spid="36">
                                            <p:txEl>
                                              <p:pRg st="0" end="0"/>
                                            </p:txEl>
                                          </p:spTgt>
                                        </p:tgtEl>
                                        <p:attrNameLst>
                                          <p:attrName>style.visibility</p:attrName>
                                        </p:attrNameLst>
                                      </p:cBhvr>
                                      <p:to>
                                        <p:strVal val="visible"/>
                                      </p:to>
                                    </p:set>
                                    <p:animEffect transition="in" filter="wipe(left)">
                                      <p:cBhvr>
                                        <p:cTn id="89" dur="500"/>
                                        <p:tgtEl>
                                          <p:spTgt spid="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8" grpId="1" animBg="1"/>
      <p:bldP spid="22" grpId="0" animBg="1"/>
      <p:bldP spid="22" grpId="1" animBg="1"/>
      <p:bldP spid="15"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15"/>
                        </p:tgtEl>
                        <p:attrNameLst>
                          <p:attrName>style.visibility</p:attrName>
                        </p:attrNameLst>
                      </p:cBhvr>
                      <p:to>
                        <p:strVal val="visible"/>
                      </p:to>
                    </p:set>
                    <p:anim calcmode="lin" valueType="num">
                      <p:cBhvr additive="base">
                        <p:cTn dur="750" fill="hold"/>
                        <p:tgtEl>
                          <p:spTgt spid="15"/>
                        </p:tgtEl>
                        <p:attrNameLst>
                          <p:attrName>ppt_x</p:attrName>
                        </p:attrNameLst>
                      </p:cBhvr>
                      <p:tavLst>
                        <p:tav tm="0">
                          <p:val>
                            <p:strVal val="1+#ppt_w/2"/>
                          </p:val>
                        </p:tav>
                        <p:tav tm="100000">
                          <p:val>
                            <p:strVal val="#ppt_x"/>
                          </p:val>
                        </p:tav>
                      </p:tavLst>
                    </p:anim>
                    <p:anim calcmode="lin" valueType="num">
                      <p:cBhvr additive="base">
                        <p:cTn dur="750" fill="hold"/>
                        <p:tgtEl>
                          <p:spTgt spid="15"/>
                        </p:tgtEl>
                        <p:attrNameLst>
                          <p:attrName>ppt_y</p:attrName>
                        </p:attrNameLst>
                      </p:cBhvr>
                      <p:tavLst>
                        <p:tav tm="0">
                          <p:val>
                            <p:strVal val="#ppt_y"/>
                          </p:val>
                        </p:tav>
                        <p:tav tm="100000">
                          <p:val>
                            <p:strVal val="#ppt_y"/>
                          </p:val>
                        </p:tav>
                      </p:tavLst>
                    </p:anim>
                  </p:childTnLst>
                </p:cTn>
              </p:par>
            </p:tnLst>
          </p:tmpl>
        </p:tmplLst>
      </p:bldP>
      <p:bldP spid="20" grpId="0" build="p">
        <p:tmplLst>
          <p:tmpl lvl="1">
            <p:tnLst>
              <p:par>
                <p:cTn presetID="22" presetClass="entr" presetSubtype="8"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wipe(left)">
                      <p:cBhvr>
                        <p:cTn dur="500"/>
                        <p:tgtEl>
                          <p:spTgt spid="20"/>
                        </p:tgtEl>
                      </p:cBhvr>
                    </p:animEffect>
                  </p:childTnLst>
                </p:cTn>
              </p:par>
            </p:tnLst>
          </p:tmpl>
        </p:tmplLst>
      </p:bldP>
      <p:bldP spid="18" grpId="0" animBg="1"/>
      <p:bldP spid="18" grpId="1" animBg="1"/>
      <p:bldP spid="19" grpId="0" animBg="1"/>
      <p:bldP spid="19" grpId="1" animBg="1"/>
      <p:bldP spid="21" grpId="0"/>
      <p:bldP spid="26" grpId="0" build="p">
        <p:tmplLst>
          <p:tmpl lvl="1">
            <p:tnLst>
              <p:par>
                <p:cTn presetID="10" presetClass="entr" presetSubtype="0" fill="hold" nodeType="afterEffect">
                  <p:stCondLst>
                    <p:cond delay="25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29" grpId="0"/>
      <p:bldP spid="30" grpId="0" build="p">
        <p:tmplLst>
          <p:tmpl lvl="1">
            <p:tnLst>
              <p:par>
                <p:cTn presetID="22" presetClass="entr" presetSubtype="8" fill="hold" nodeType="withEffect">
                  <p:stCondLst>
                    <p:cond delay="250"/>
                  </p:stCondLst>
                  <p:childTnLst>
                    <p:set>
                      <p:cBhvr>
                        <p:cTn dur="1" fill="hold">
                          <p:stCondLst>
                            <p:cond delay="0"/>
                          </p:stCondLst>
                        </p:cTn>
                        <p:tgtEl>
                          <p:spTgt spid="30"/>
                        </p:tgtEl>
                        <p:attrNameLst>
                          <p:attrName>style.visibility</p:attrName>
                        </p:attrNameLst>
                      </p:cBhvr>
                      <p:to>
                        <p:strVal val="visible"/>
                      </p:to>
                    </p:set>
                    <p:animEffect transition="in" filter="wipe(left)">
                      <p:cBhvr>
                        <p:cTn dur="500"/>
                        <p:tgtEl>
                          <p:spTgt spid="30"/>
                        </p:tgtEl>
                      </p:cBhvr>
                    </p:animEffect>
                  </p:childTnLst>
                </p:cTn>
              </p:par>
            </p:tnLst>
          </p:tmpl>
        </p:tmplLst>
      </p:bldP>
      <p:bldP spid="32" grpId="0"/>
      <p:bldP spid="33" grpId="0" build="p">
        <p:tmplLst>
          <p:tmpl lvl="1">
            <p:tnLst>
              <p:par>
                <p:cTn presetID="22" presetClass="entr" presetSubtype="8" fill="hold" nodeType="withEffect">
                  <p:stCondLst>
                    <p:cond delay="250"/>
                  </p:stCondLst>
                  <p:childTnLst>
                    <p:set>
                      <p:cBhvr>
                        <p:cTn dur="1" fill="hold">
                          <p:stCondLst>
                            <p:cond delay="0"/>
                          </p:stCondLst>
                        </p:cTn>
                        <p:tgtEl>
                          <p:spTgt spid="33"/>
                        </p:tgtEl>
                        <p:attrNameLst>
                          <p:attrName>style.visibility</p:attrName>
                        </p:attrNameLst>
                      </p:cBhvr>
                      <p:to>
                        <p:strVal val="visible"/>
                      </p:to>
                    </p:set>
                    <p:animEffect transition="in" filter="wipe(left)">
                      <p:cBhvr>
                        <p:cTn dur="500"/>
                        <p:tgtEl>
                          <p:spTgt spid="33"/>
                        </p:tgtEl>
                      </p:cBhvr>
                    </p:animEffect>
                  </p:childTnLst>
                </p:cTn>
              </p:par>
            </p:tnLst>
          </p:tmpl>
        </p:tmplLst>
      </p:bldP>
      <p:bldP spid="35" grpId="0"/>
      <p:bldP spid="36" grpId="0" build="p">
        <p:tmplLst>
          <p:tmpl lvl="1">
            <p:tnLst>
              <p:par>
                <p:cTn presetID="22" presetClass="entr" presetSubtype="8" fill="hold" nodeType="withEffect">
                  <p:stCondLst>
                    <p:cond delay="250"/>
                  </p:stCondLst>
                  <p:childTnLst>
                    <p:set>
                      <p:cBhvr>
                        <p:cTn dur="1" fill="hold">
                          <p:stCondLst>
                            <p:cond delay="0"/>
                          </p:stCondLst>
                        </p:cTn>
                        <p:tgtEl>
                          <p:spTgt spid="36"/>
                        </p:tgtEl>
                        <p:attrNameLst>
                          <p:attrName>style.visibility</p:attrName>
                        </p:attrNameLst>
                      </p:cBhvr>
                      <p:to>
                        <p:strVal val="visible"/>
                      </p:to>
                    </p:set>
                    <p:animEffect transition="in" filter="wipe(left)">
                      <p:cBhvr>
                        <p:cTn dur="500"/>
                        <p:tgtEl>
                          <p:spTgt spid="36"/>
                        </p:tgtEl>
                      </p:cBhvr>
                    </p:animEffect>
                  </p:childTnLst>
                </p:cTn>
              </p:par>
            </p:tnLst>
          </p:tmpl>
        </p:tmplLst>
      </p:bldP>
      <p:bldP spid="23" grpId="0" build="p">
        <p:tmplLst>
          <p:tmpl lvl="1">
            <p:tnLst>
              <p:par>
                <p:cTn presetID="2" presetClass="entr" presetSubtype="9" decel="100000" fill="hold" nodeType="afterEffect">
                  <p:stCondLst>
                    <p:cond delay="0"/>
                  </p:stCondLst>
                  <p:iterate type="wd">
                    <p:tmPct val="10000"/>
                  </p:iterate>
                  <p:childTnLst>
                    <p:set>
                      <p:cBhvr>
                        <p:cTn dur="1" fill="hold">
                          <p:stCondLst>
                            <p:cond delay="0"/>
                          </p:stCondLst>
                        </p:cTn>
                        <p:tgtEl>
                          <p:spTgt spid="23"/>
                        </p:tgtEl>
                        <p:attrNameLst>
                          <p:attrName>style.visibility</p:attrName>
                        </p:attrNameLst>
                      </p:cBhvr>
                      <p:to>
                        <p:strVal val="visible"/>
                      </p:to>
                    </p:set>
                    <p:anim calcmode="lin" valueType="num">
                      <p:cBhvr additive="base">
                        <p:cTn dur="1000" fill="hold"/>
                        <p:tgtEl>
                          <p:spTgt spid="23"/>
                        </p:tgtEl>
                        <p:attrNameLst>
                          <p:attrName>ppt_x</p:attrName>
                        </p:attrNameLst>
                      </p:cBhvr>
                      <p:tavLst>
                        <p:tav tm="0">
                          <p:val>
                            <p:strVal val="0-#ppt_w/2"/>
                          </p:val>
                        </p:tav>
                        <p:tav tm="100000">
                          <p:val>
                            <p:strVal val="#ppt_x"/>
                          </p:val>
                        </p:tav>
                      </p:tavLst>
                    </p:anim>
                    <p:anim calcmode="lin" valueType="num">
                      <p:cBhvr additive="base">
                        <p:cTn dur="1000" fill="hold"/>
                        <p:tgtEl>
                          <p:spTgt spid="23"/>
                        </p:tgtEl>
                        <p:attrNameLst>
                          <p:attrName>ppt_y</p:attrName>
                        </p:attrNameLst>
                      </p:cBhvr>
                      <p:tavLst>
                        <p:tav tm="0">
                          <p:val>
                            <p:strVal val="0-#ppt_h/2"/>
                          </p:val>
                        </p:tav>
                        <p:tav tm="100000">
                          <p:val>
                            <p:strVal val="#ppt_y"/>
                          </p:val>
                        </p:tav>
                      </p:tavLst>
                    </p:anim>
                  </p:childTnLst>
                </p:cTn>
              </p:par>
            </p:tnLst>
          </p:tmpl>
        </p:tmplLst>
      </p:bldP>
      <p:bldP spid="40" grpId="0"/>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rofile 2">
    <p:spTree>
      <p:nvGrpSpPr>
        <p:cNvPr id="1" name=""/>
        <p:cNvGrpSpPr/>
        <p:nvPr/>
      </p:nvGrpSpPr>
      <p:grpSpPr>
        <a:xfrm>
          <a:off x="0" y="0"/>
          <a:ext cx="0" cy="0"/>
          <a:chOff x="0" y="0"/>
          <a:chExt cx="0" cy="0"/>
        </a:xfrm>
      </p:grpSpPr>
      <p:sp>
        <p:nvSpPr>
          <p:cNvPr id="7" name="正方形/長方形 6"/>
          <p:cNvSpPr/>
          <p:nvPr userDrawn="1"/>
        </p:nvSpPr>
        <p:spPr>
          <a:xfrm>
            <a:off x="-29029" y="-29028"/>
            <a:ext cx="18360000" cy="5184000"/>
          </a:xfrm>
          <a:prstGeom prst="rect">
            <a:avLst/>
          </a:pr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p:cNvCxnSpPr/>
          <p:nvPr userDrawn="1"/>
        </p:nvCxnSpPr>
        <p:spPr>
          <a:xfrm>
            <a:off x="0" y="5001756"/>
            <a:ext cx="18291175"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0" name="図プレースホルダー 9"/>
          <p:cNvSpPr>
            <a:spLocks noGrp="1"/>
          </p:cNvSpPr>
          <p:nvPr>
            <p:ph type="pic" sz="quarter" idx="10" hasCustomPrompt="1"/>
          </p:nvPr>
        </p:nvSpPr>
        <p:spPr>
          <a:xfrm>
            <a:off x="696006" y="0"/>
            <a:ext cx="7229475" cy="10287000"/>
          </a:xfrm>
          <a:prstGeom prst="rect">
            <a:avLst/>
          </a:prstGeom>
          <a:effectLst>
            <a:outerShdw blurRad="50800" dist="88900" dir="2700000" algn="tl" rotWithShape="0">
              <a:prstClr val="black">
                <a:alpha val="40000"/>
              </a:prstClr>
            </a:outerShdw>
          </a:effectLst>
        </p:spPr>
        <p:txBody>
          <a:bodyPr/>
          <a:lstStyle>
            <a:lvl1pPr>
              <a:defRPr sz="2000">
                <a:solidFill>
                  <a:schemeClr val="bg1"/>
                </a:solidFill>
              </a:defRPr>
            </a:lvl1pPr>
          </a:lstStyle>
          <a:p>
            <a:r>
              <a:rPr kumimoji="1" lang="en-US" altLang="ja-JP" dirty="0"/>
              <a:t>Add an image</a:t>
            </a:r>
            <a:endParaRPr kumimoji="1" lang="ja-JP" altLang="en-US" dirty="0"/>
          </a:p>
        </p:txBody>
      </p:sp>
      <p:sp>
        <p:nvSpPr>
          <p:cNvPr id="11" name="テキスト プレースホルダー 5"/>
          <p:cNvSpPr>
            <a:spLocks noGrp="1"/>
          </p:cNvSpPr>
          <p:nvPr>
            <p:ph type="body" sz="quarter" idx="16" hasCustomPrompt="1"/>
          </p:nvPr>
        </p:nvSpPr>
        <p:spPr>
          <a:xfrm>
            <a:off x="7982854" y="174171"/>
            <a:ext cx="8679545" cy="3976913"/>
          </a:xfrm>
          <a:prstGeom prst="rect">
            <a:avLst/>
          </a:prstGeom>
        </p:spPr>
        <p:txBody>
          <a:bodyPr anchor="b">
            <a:noAutofit/>
          </a:bodyPr>
          <a:lstStyle>
            <a:lvl1pPr algn="l">
              <a:lnSpc>
                <a:spcPts val="10000"/>
              </a:lnSpc>
              <a:spcBef>
                <a:spcPts val="0"/>
              </a:spcBef>
              <a:defRPr sz="12000" i="0" baseline="0">
                <a:blipFill dpi="0" rotWithShape="1">
                  <a:blip r:embed="rId3"/>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a:t>
            </a:r>
            <a:br>
              <a:rPr kumimoji="1" lang="en-US" altLang="ja-JP" dirty="0"/>
            </a:br>
            <a:r>
              <a:rPr kumimoji="1" lang="en-US" altLang="ja-JP" dirty="0"/>
              <a:t>HERE</a:t>
            </a:r>
            <a:endParaRPr kumimoji="1" lang="ja-JP" altLang="en-US" dirty="0"/>
          </a:p>
        </p:txBody>
      </p:sp>
      <p:sp>
        <p:nvSpPr>
          <p:cNvPr id="12" name="テキスト プレースホルダー 5"/>
          <p:cNvSpPr>
            <a:spLocks noGrp="1"/>
          </p:cNvSpPr>
          <p:nvPr>
            <p:ph type="body" sz="quarter" idx="21" hasCustomPrompt="1"/>
          </p:nvPr>
        </p:nvSpPr>
        <p:spPr>
          <a:xfrm>
            <a:off x="7982855" y="3918859"/>
            <a:ext cx="8708574" cy="950685"/>
          </a:xfrm>
          <a:prstGeom prst="rect">
            <a:avLst/>
          </a:prstGeom>
        </p:spPr>
        <p:txBody>
          <a:bodyPr anchor="ctr">
            <a:noAutofit/>
          </a:bodyPr>
          <a:lstStyle>
            <a:lvl1pPr algn="l">
              <a:lnSpc>
                <a:spcPct val="100000"/>
              </a:lnSpc>
              <a:spcBef>
                <a:spcPts val="0"/>
              </a:spcBef>
              <a:defRPr sz="60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13" name="テキスト プレースホルダー 5"/>
          <p:cNvSpPr>
            <a:spLocks noGrp="1"/>
          </p:cNvSpPr>
          <p:nvPr>
            <p:ph type="body" sz="quarter" idx="12" hasCustomPrompt="1"/>
          </p:nvPr>
        </p:nvSpPr>
        <p:spPr>
          <a:xfrm>
            <a:off x="7968342" y="5298094"/>
            <a:ext cx="8737601" cy="3932989"/>
          </a:xfrm>
          <a:prstGeom prst="rect">
            <a:avLst/>
          </a:prstGeom>
        </p:spPr>
        <p:txBody>
          <a:bodyPr anchor="t">
            <a:normAutofit/>
          </a:bodyPr>
          <a:lstStyle>
            <a:lvl1pPr marL="342900" indent="-342900" algn="l">
              <a:lnSpc>
                <a:spcPct val="130000"/>
              </a:lnSpc>
              <a:buFontTx/>
              <a:buBlip>
                <a:blip r:embed="rId4"/>
              </a:buBlip>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42556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2" fill="hold" nodeType="with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par>
                          <p:cTn id="11" fill="hold">
                            <p:stCondLst>
                              <p:cond delay="750"/>
                            </p:stCondLst>
                            <p:childTnLst>
                              <p:par>
                                <p:cTn id="12" presetID="14" presetClass="entr" presetSubtype="10"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randombar(horizontal)">
                                      <p:cBhvr>
                                        <p:cTn id="14" dur="500"/>
                                        <p:tgtEl>
                                          <p:spTgt spid="10"/>
                                        </p:tgtEl>
                                      </p:cBhvr>
                                    </p:animEffect>
                                  </p:childTnLst>
                                </p:cTn>
                              </p:par>
                              <p:par>
                                <p:cTn id="15" presetID="2" presetClass="entr" presetSubtype="3" decel="100000" fill="hold" grpId="0" nodeType="withEffect">
                                  <p:stCondLst>
                                    <p:cond delay="250"/>
                                  </p:stCondLst>
                                  <p:iterate type="wd">
                                    <p:tmPct val="10000"/>
                                  </p:iterate>
                                  <p:childTnLst>
                                    <p:set>
                                      <p:cBhvr>
                                        <p:cTn id="16" dur="1" fill="hold">
                                          <p:stCondLst>
                                            <p:cond delay="0"/>
                                          </p:stCondLst>
                                        </p:cTn>
                                        <p:tgtEl>
                                          <p:spTgt spid="11">
                                            <p:txEl>
                                              <p:pRg st="0" end="0"/>
                                            </p:txEl>
                                          </p:spTgt>
                                        </p:tgtEl>
                                        <p:attrNameLst>
                                          <p:attrName>style.visibility</p:attrName>
                                        </p:attrNameLst>
                                      </p:cBhvr>
                                      <p:to>
                                        <p:strVal val="visible"/>
                                      </p:to>
                                    </p:set>
                                    <p:anim calcmode="lin" valueType="num">
                                      <p:cBhvr additive="base">
                                        <p:cTn id="17" dur="750" fill="hold"/>
                                        <p:tgtEl>
                                          <p:spTgt spid="11">
                                            <p:txEl>
                                              <p:pRg st="0" end="0"/>
                                            </p:txEl>
                                          </p:spTgt>
                                        </p:tgtEl>
                                        <p:attrNameLst>
                                          <p:attrName>ppt_x</p:attrName>
                                        </p:attrNameLst>
                                      </p:cBhvr>
                                      <p:tavLst>
                                        <p:tav tm="0">
                                          <p:val>
                                            <p:strVal val="1+#ppt_w/2"/>
                                          </p:val>
                                        </p:tav>
                                        <p:tav tm="100000">
                                          <p:val>
                                            <p:strVal val="#ppt_x"/>
                                          </p:val>
                                        </p:tav>
                                      </p:tavLst>
                                    </p:anim>
                                    <p:anim calcmode="lin" valueType="num">
                                      <p:cBhvr additive="base">
                                        <p:cTn id="18" dur="750" fill="hold"/>
                                        <p:tgtEl>
                                          <p:spTgt spid="11">
                                            <p:txEl>
                                              <p:pRg st="0" end="0"/>
                                            </p:txEl>
                                          </p:spTgt>
                                        </p:tgtEl>
                                        <p:attrNameLst>
                                          <p:attrName>ppt_y</p:attrName>
                                        </p:attrNameLst>
                                      </p:cBhvr>
                                      <p:tavLst>
                                        <p:tav tm="0">
                                          <p:val>
                                            <p:strVal val="0-#ppt_h/2"/>
                                          </p:val>
                                        </p:tav>
                                        <p:tav tm="100000">
                                          <p:val>
                                            <p:strVal val="#ppt_y"/>
                                          </p:val>
                                        </p:tav>
                                      </p:tavLst>
                                    </p:anim>
                                  </p:childTnLst>
                                </p:cTn>
                              </p:par>
                              <p:par>
                                <p:cTn id="19" presetID="2" presetClass="entr" presetSubtype="2" decel="100000" fill="hold" grpId="0" nodeType="withEffect">
                                  <p:stCondLst>
                                    <p:cond delay="750"/>
                                  </p:stCondLst>
                                  <p:childTnLst>
                                    <p:set>
                                      <p:cBhvr>
                                        <p:cTn id="20" dur="1" fill="hold">
                                          <p:stCondLst>
                                            <p:cond delay="0"/>
                                          </p:stCondLst>
                                        </p:cTn>
                                        <p:tgtEl>
                                          <p:spTgt spid="12">
                                            <p:txEl>
                                              <p:pRg st="0" end="0"/>
                                            </p:txEl>
                                          </p:spTgt>
                                        </p:tgtEl>
                                        <p:attrNameLst>
                                          <p:attrName>style.visibility</p:attrName>
                                        </p:attrNameLst>
                                      </p:cBhvr>
                                      <p:to>
                                        <p:strVal val="visible"/>
                                      </p:to>
                                    </p:set>
                                    <p:anim calcmode="lin" valueType="num">
                                      <p:cBhvr additive="base">
                                        <p:cTn id="21" dur="75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22" dur="75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par>
                          <p:cTn id="23" fill="hold">
                            <p:stCondLst>
                              <p:cond delay="2250"/>
                            </p:stCondLst>
                            <p:childTnLst>
                              <p:par>
                                <p:cTn id="24" presetID="10" presetClass="entr" presetSubtype="0" fill="hold" grpId="0" nodeType="afterEffect">
                                  <p:stCondLst>
                                    <p:cond delay="250"/>
                                  </p:stCondLst>
                                  <p:childTnLst>
                                    <p:set>
                                      <p:cBhvr>
                                        <p:cTn id="25" dur="1" fill="hold">
                                          <p:stCondLst>
                                            <p:cond delay="0"/>
                                          </p:stCondLst>
                                        </p:cTn>
                                        <p:tgtEl>
                                          <p:spTgt spid="13">
                                            <p:txEl>
                                              <p:pRg st="0" end="0"/>
                                            </p:txEl>
                                          </p:spTgt>
                                        </p:tgtEl>
                                        <p:attrNameLst>
                                          <p:attrName>style.visibility</p:attrName>
                                        </p:attrNameLst>
                                      </p:cBhvr>
                                      <p:to>
                                        <p:strVal val="visible"/>
                                      </p:to>
                                    </p:set>
                                    <p:animEffect transition="in" filter="fade">
                                      <p:cBhvr>
                                        <p:cTn id="26"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0" grpId="0"/>
      <p:bldP spid="11" grpId="0" build="p">
        <p:tmplLst>
          <p:tmpl lvl="1">
            <p:tnLst>
              <p:par>
                <p:cTn presetID="2" presetClass="entr" presetSubtype="3" decel="100000" fill="hold" nodeType="withEffect">
                  <p:stCondLst>
                    <p:cond delay="250"/>
                  </p:stCondLst>
                  <p:iterate type="wd">
                    <p:tmPct val="10000"/>
                  </p:iterate>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1+#ppt_w/2"/>
                          </p:val>
                        </p:tav>
                        <p:tav tm="100000">
                          <p:val>
                            <p:strVal val="#ppt_x"/>
                          </p:val>
                        </p:tav>
                      </p:tavLst>
                    </p:anim>
                    <p:anim calcmode="lin" valueType="num">
                      <p:cBhvr additive="base">
                        <p:cTn dur="750" fill="hold"/>
                        <p:tgtEl>
                          <p:spTgt spid="11"/>
                        </p:tgtEl>
                        <p:attrNameLst>
                          <p:attrName>ppt_y</p:attrName>
                        </p:attrNameLst>
                      </p:cBhvr>
                      <p:tavLst>
                        <p:tav tm="0">
                          <p:val>
                            <p:strVal val="0-#ppt_h/2"/>
                          </p:val>
                        </p:tav>
                        <p:tav tm="100000">
                          <p:val>
                            <p:strVal val="#ppt_y"/>
                          </p:val>
                        </p:tav>
                      </p:tavLst>
                    </p:anim>
                  </p:childTnLst>
                </p:cTn>
              </p:par>
            </p:tnLst>
          </p:tmpl>
        </p:tmplLst>
      </p:bldP>
      <p:bldP spid="12" grpId="0" build="p">
        <p:tmplLst>
          <p:tmpl lvl="1">
            <p:tnLst>
              <p:par>
                <p:cTn presetID="2" presetClass="entr" presetSubtype="2" decel="100000" fill="hold" nodeType="withEffect">
                  <p:stCondLst>
                    <p:cond delay="75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750" fill="hold"/>
                        <p:tgtEl>
                          <p:spTgt spid="12"/>
                        </p:tgtEl>
                        <p:attrNameLst>
                          <p:attrName>ppt_x</p:attrName>
                        </p:attrNameLst>
                      </p:cBhvr>
                      <p:tavLst>
                        <p:tav tm="0">
                          <p:val>
                            <p:strVal val="1+#ppt_w/2"/>
                          </p:val>
                        </p:tav>
                        <p:tav tm="100000">
                          <p:val>
                            <p:strVal val="#ppt_x"/>
                          </p:val>
                        </p:tav>
                      </p:tavLst>
                    </p:anim>
                    <p:anim calcmode="lin" valueType="num">
                      <p:cBhvr additive="base">
                        <p:cTn dur="750" fill="hold"/>
                        <p:tgtEl>
                          <p:spTgt spid="12"/>
                        </p:tgtEl>
                        <p:attrNameLst>
                          <p:attrName>ppt_y</p:attrName>
                        </p:attrNameLst>
                      </p:cBhvr>
                      <p:tavLst>
                        <p:tav tm="0">
                          <p:val>
                            <p:strVal val="#ppt_y"/>
                          </p:val>
                        </p:tav>
                        <p:tav tm="100000">
                          <p:val>
                            <p:strVal val="#ppt_y"/>
                          </p:val>
                        </p:tav>
                      </p:tavLst>
                    </p:anim>
                  </p:childTnLst>
                </p:cTn>
              </p:par>
            </p:tnLst>
          </p:tmpl>
        </p:tmplLst>
      </p:bldP>
      <p:bldP spid="13" grpId="0" build="p">
        <p:tmplLst>
          <p:tmpl lvl="1">
            <p:tnLst>
              <p:par>
                <p:cTn presetID="10" presetClass="entr" presetSubtype="0" fill="hold" nodeType="afterEffect">
                  <p:stCondLst>
                    <p:cond delay="25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Wide Image, 3 Icons, Captions and Texts">
    <p:spTree>
      <p:nvGrpSpPr>
        <p:cNvPr id="1" name=""/>
        <p:cNvGrpSpPr/>
        <p:nvPr/>
      </p:nvGrpSpPr>
      <p:grpSpPr>
        <a:xfrm>
          <a:off x="0" y="0"/>
          <a:ext cx="0" cy="0"/>
          <a:chOff x="0" y="0"/>
          <a:chExt cx="0" cy="0"/>
        </a:xfrm>
      </p:grpSpPr>
      <p:sp>
        <p:nvSpPr>
          <p:cNvPr id="3" name="正方形/長方形 2"/>
          <p:cNvSpPr/>
          <p:nvPr userDrawn="1"/>
        </p:nvSpPr>
        <p:spPr>
          <a:xfrm>
            <a:off x="-29029" y="-29028"/>
            <a:ext cx="18360000" cy="5796782"/>
          </a:xfrm>
          <a:prstGeom prst="rect">
            <a:avLst/>
          </a:pr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図プレースホルダー 4"/>
          <p:cNvSpPr>
            <a:spLocks noGrp="1"/>
          </p:cNvSpPr>
          <p:nvPr>
            <p:ph type="pic" sz="quarter" idx="10" hasCustomPrompt="1"/>
          </p:nvPr>
        </p:nvSpPr>
        <p:spPr>
          <a:xfrm>
            <a:off x="0" y="0"/>
            <a:ext cx="18291175" cy="5542672"/>
          </a:xfrm>
          <a:prstGeom prst="rect">
            <a:avLst/>
          </a:prstGeom>
          <a:effectLst>
            <a:innerShdw blurRad="63500" dist="50800" dir="5400000">
              <a:prstClr val="black">
                <a:alpha val="50000"/>
              </a:prstClr>
            </a:innerShdw>
          </a:effectLst>
        </p:spPr>
        <p:txBody>
          <a:bodyPr/>
          <a:lstStyle>
            <a:lvl1pPr>
              <a:defRPr sz="2000">
                <a:solidFill>
                  <a:schemeClr val="bg1"/>
                </a:solidFill>
              </a:defRPr>
            </a:lvl1pPr>
          </a:lstStyle>
          <a:p>
            <a:r>
              <a:rPr kumimoji="1" lang="en-US" altLang="ja-JP" dirty="0"/>
              <a:t>Add an image</a:t>
            </a:r>
            <a:endParaRPr kumimoji="1" lang="ja-JP" altLang="en-US" dirty="0"/>
          </a:p>
        </p:txBody>
      </p:sp>
      <p:cxnSp>
        <p:nvCxnSpPr>
          <p:cNvPr id="6" name="直線コネクタ 5"/>
          <p:cNvCxnSpPr/>
          <p:nvPr userDrawn="1"/>
        </p:nvCxnSpPr>
        <p:spPr>
          <a:xfrm>
            <a:off x="0" y="5619419"/>
            <a:ext cx="18291175"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8" name="テキスト プレースホルダー 7"/>
          <p:cNvSpPr>
            <a:spLocks noGrp="1"/>
          </p:cNvSpPr>
          <p:nvPr>
            <p:ph type="body" sz="quarter" idx="11" hasCustomPrompt="1"/>
          </p:nvPr>
        </p:nvSpPr>
        <p:spPr>
          <a:xfrm>
            <a:off x="2654127" y="4093318"/>
            <a:ext cx="2615933" cy="2617352"/>
          </a:xfrm>
          <a:prstGeom prst="ellipse">
            <a:avLst/>
          </a:prstGeom>
          <a:blipFill dpi="0" rotWithShape="0">
            <a:blip r:embed="rId2"/>
            <a:srcRect/>
            <a:tile tx="0" ty="0" sx="100000" sy="100000" flip="none" algn="tl"/>
          </a:blipFill>
          <a:effectLst>
            <a:outerShdw blurRad="50800" dist="38100" dir="2700000" algn="tl" rotWithShape="0">
              <a:prstClr val="black">
                <a:alpha val="40000"/>
              </a:prstClr>
            </a:outerShdw>
            <a:softEdge rad="31750"/>
          </a:effectLst>
        </p:spPr>
        <p:txBody>
          <a:bodyPr/>
          <a:lstStyle/>
          <a:p>
            <a:pPr lvl="0"/>
            <a:r>
              <a:rPr kumimoji="1" lang="en-US" altLang="ja-JP" dirty="0"/>
              <a:t> </a:t>
            </a:r>
            <a:endParaRPr kumimoji="1" lang="ja-JP" altLang="en-US" dirty="0"/>
          </a:p>
        </p:txBody>
      </p:sp>
      <p:sp>
        <p:nvSpPr>
          <p:cNvPr id="9" name="テキスト プレースホルダー 7"/>
          <p:cNvSpPr>
            <a:spLocks noGrp="1"/>
          </p:cNvSpPr>
          <p:nvPr>
            <p:ph type="body" sz="quarter" idx="12" hasCustomPrompt="1"/>
          </p:nvPr>
        </p:nvSpPr>
        <p:spPr>
          <a:xfrm>
            <a:off x="2818878" y="4258159"/>
            <a:ext cx="2286430" cy="2287670"/>
          </a:xfrm>
          <a:prstGeom prst="ellipse">
            <a:avLst/>
          </a:prstGeom>
          <a:noFill/>
          <a:ln w="28575">
            <a:solidFill>
              <a:schemeClr val="bg1"/>
            </a:solidFill>
            <a:prstDash val="dash"/>
          </a:ln>
          <a:effectLst/>
        </p:spPr>
        <p:txBody>
          <a:bodyPr/>
          <a:lstStyle/>
          <a:p>
            <a:pPr lvl="0"/>
            <a:r>
              <a:rPr kumimoji="1" lang="en-US" altLang="ja-JP" dirty="0"/>
              <a:t> </a:t>
            </a:r>
            <a:endParaRPr kumimoji="1" lang="ja-JP" altLang="en-US" dirty="0"/>
          </a:p>
        </p:txBody>
      </p:sp>
      <p:sp>
        <p:nvSpPr>
          <p:cNvPr id="10" name="図プレースホルダー 7"/>
          <p:cNvSpPr>
            <a:spLocks noGrp="1"/>
          </p:cNvSpPr>
          <p:nvPr>
            <p:ph type="pic" sz="quarter" idx="13" hasCustomPrompt="1"/>
          </p:nvPr>
        </p:nvSpPr>
        <p:spPr>
          <a:xfrm>
            <a:off x="3468381" y="4855131"/>
            <a:ext cx="987425" cy="987425"/>
          </a:xfrm>
          <a:prstGeom prst="rect">
            <a:avLst/>
          </a:prstGeom>
          <a:effectLst>
            <a:innerShdw blurRad="63500" dist="50800" dir="18900000">
              <a:prstClr val="black">
                <a:alpha val="50000"/>
              </a:prstClr>
            </a:innerShdw>
          </a:effectLst>
        </p:spPr>
        <p:txBody>
          <a:bodyPr>
            <a:normAutofit/>
          </a:bodyPr>
          <a:lstStyle>
            <a:lvl1pPr>
              <a:defRPr sz="1600">
                <a:solidFill>
                  <a:schemeClr val="bg2"/>
                </a:solidFill>
              </a:defRPr>
            </a:lvl1pPr>
          </a:lstStyle>
          <a:p>
            <a:r>
              <a:rPr kumimoji="1" lang="en-US" altLang="ja-JP" dirty="0"/>
              <a:t>Icon</a:t>
            </a:r>
            <a:endParaRPr kumimoji="1" lang="ja-JP" altLang="en-US" dirty="0"/>
          </a:p>
        </p:txBody>
      </p:sp>
      <p:sp>
        <p:nvSpPr>
          <p:cNvPr id="11" name="テキスト プレースホルダー 5"/>
          <p:cNvSpPr>
            <a:spLocks noGrp="1"/>
          </p:cNvSpPr>
          <p:nvPr>
            <p:ph type="body" sz="quarter" idx="14" hasCustomPrompt="1"/>
          </p:nvPr>
        </p:nvSpPr>
        <p:spPr>
          <a:xfrm>
            <a:off x="1514215" y="7517304"/>
            <a:ext cx="4895757" cy="1893982"/>
          </a:xfrm>
          <a:prstGeom prst="rect">
            <a:avLst/>
          </a:prstGeo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2" name="テキスト プレースホルダー 5"/>
          <p:cNvSpPr>
            <a:spLocks noGrp="1"/>
          </p:cNvSpPr>
          <p:nvPr>
            <p:ph type="body" sz="quarter" idx="15" hasCustomPrompt="1"/>
          </p:nvPr>
        </p:nvSpPr>
        <p:spPr>
          <a:xfrm>
            <a:off x="1512739" y="6879136"/>
            <a:ext cx="4898708" cy="647693"/>
          </a:xfrm>
          <a:prstGeom prst="rect">
            <a:avLst/>
          </a:prstGeo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18" name="テキスト プレースホルダー 7"/>
          <p:cNvSpPr>
            <a:spLocks noGrp="1"/>
          </p:cNvSpPr>
          <p:nvPr>
            <p:ph type="body" sz="quarter" idx="16" hasCustomPrompt="1"/>
          </p:nvPr>
        </p:nvSpPr>
        <p:spPr>
          <a:xfrm>
            <a:off x="7838703" y="4093318"/>
            <a:ext cx="2615933" cy="2617352"/>
          </a:xfrm>
          <a:prstGeom prst="ellipse">
            <a:avLst/>
          </a:prstGeom>
          <a:blipFill dpi="0" rotWithShape="0">
            <a:blip r:embed="rId3"/>
            <a:srcRect/>
            <a:tile tx="0" ty="0" sx="100000" sy="100000" flip="none" algn="tl"/>
          </a:blipFill>
          <a:effectLst>
            <a:outerShdw blurRad="50800" dist="38100" dir="2700000" algn="tl" rotWithShape="0">
              <a:prstClr val="black">
                <a:alpha val="40000"/>
              </a:prstClr>
            </a:outerShdw>
            <a:softEdge rad="31750"/>
          </a:effectLst>
        </p:spPr>
        <p:txBody>
          <a:bodyPr/>
          <a:lstStyle/>
          <a:p>
            <a:pPr lvl="0"/>
            <a:r>
              <a:rPr kumimoji="1" lang="en-US" altLang="ja-JP" dirty="0"/>
              <a:t> </a:t>
            </a:r>
            <a:endParaRPr kumimoji="1" lang="ja-JP" altLang="en-US" dirty="0"/>
          </a:p>
        </p:txBody>
      </p:sp>
      <p:sp>
        <p:nvSpPr>
          <p:cNvPr id="19" name="テキスト プレースホルダー 7"/>
          <p:cNvSpPr>
            <a:spLocks noGrp="1"/>
          </p:cNvSpPr>
          <p:nvPr>
            <p:ph type="body" sz="quarter" idx="17" hasCustomPrompt="1"/>
          </p:nvPr>
        </p:nvSpPr>
        <p:spPr>
          <a:xfrm>
            <a:off x="8003454" y="4258159"/>
            <a:ext cx="2286430" cy="2287670"/>
          </a:xfrm>
          <a:prstGeom prst="ellipse">
            <a:avLst/>
          </a:prstGeom>
          <a:noFill/>
          <a:ln w="28575">
            <a:solidFill>
              <a:schemeClr val="bg1"/>
            </a:solidFill>
            <a:prstDash val="dash"/>
          </a:ln>
          <a:effectLst/>
        </p:spPr>
        <p:txBody>
          <a:bodyPr/>
          <a:lstStyle/>
          <a:p>
            <a:pPr lvl="0"/>
            <a:r>
              <a:rPr kumimoji="1" lang="en-US" altLang="ja-JP" dirty="0"/>
              <a:t> </a:t>
            </a:r>
            <a:endParaRPr kumimoji="1" lang="ja-JP" altLang="en-US" dirty="0"/>
          </a:p>
        </p:txBody>
      </p:sp>
      <p:sp>
        <p:nvSpPr>
          <p:cNvPr id="20" name="図プレースホルダー 7"/>
          <p:cNvSpPr>
            <a:spLocks noGrp="1"/>
          </p:cNvSpPr>
          <p:nvPr>
            <p:ph type="pic" sz="quarter" idx="18" hasCustomPrompt="1"/>
          </p:nvPr>
        </p:nvSpPr>
        <p:spPr>
          <a:xfrm>
            <a:off x="8652957" y="4855131"/>
            <a:ext cx="987425" cy="987425"/>
          </a:xfrm>
          <a:prstGeom prst="rect">
            <a:avLst/>
          </a:prstGeom>
          <a:effectLst>
            <a:innerShdw blurRad="63500" dist="50800" dir="18900000">
              <a:prstClr val="black">
                <a:alpha val="50000"/>
              </a:prstClr>
            </a:innerShdw>
          </a:effectLst>
        </p:spPr>
        <p:txBody>
          <a:bodyPr>
            <a:normAutofit/>
          </a:bodyPr>
          <a:lstStyle>
            <a:lvl1pPr>
              <a:defRPr sz="1600">
                <a:solidFill>
                  <a:schemeClr val="bg2"/>
                </a:solidFill>
              </a:defRPr>
            </a:lvl1pPr>
          </a:lstStyle>
          <a:p>
            <a:r>
              <a:rPr kumimoji="1" lang="en-US" altLang="ja-JP" dirty="0"/>
              <a:t>Icon</a:t>
            </a:r>
            <a:endParaRPr kumimoji="1" lang="ja-JP" altLang="en-US" dirty="0"/>
          </a:p>
        </p:txBody>
      </p:sp>
      <p:sp>
        <p:nvSpPr>
          <p:cNvPr id="21" name="テキスト プレースホルダー 5"/>
          <p:cNvSpPr>
            <a:spLocks noGrp="1"/>
          </p:cNvSpPr>
          <p:nvPr>
            <p:ph type="body" sz="quarter" idx="19" hasCustomPrompt="1"/>
          </p:nvPr>
        </p:nvSpPr>
        <p:spPr>
          <a:xfrm>
            <a:off x="6698791" y="7517304"/>
            <a:ext cx="4895757" cy="1893982"/>
          </a:xfrm>
          <a:prstGeom prst="rect">
            <a:avLst/>
          </a:prstGeo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2" name="テキスト プレースホルダー 5"/>
          <p:cNvSpPr>
            <a:spLocks noGrp="1"/>
          </p:cNvSpPr>
          <p:nvPr>
            <p:ph type="body" sz="quarter" idx="20" hasCustomPrompt="1"/>
          </p:nvPr>
        </p:nvSpPr>
        <p:spPr>
          <a:xfrm>
            <a:off x="6697315" y="6879136"/>
            <a:ext cx="4898708" cy="647693"/>
          </a:xfrm>
          <a:prstGeom prst="rect">
            <a:avLst/>
          </a:prstGeo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23" name="テキスト プレースホルダー 7"/>
          <p:cNvSpPr>
            <a:spLocks noGrp="1"/>
          </p:cNvSpPr>
          <p:nvPr>
            <p:ph type="body" sz="quarter" idx="21" hasCustomPrompt="1"/>
          </p:nvPr>
        </p:nvSpPr>
        <p:spPr>
          <a:xfrm>
            <a:off x="13021115" y="4093318"/>
            <a:ext cx="2615933" cy="2617352"/>
          </a:xfrm>
          <a:prstGeom prst="ellipse">
            <a:avLst/>
          </a:prstGeom>
          <a:blipFill dpi="0" rotWithShape="0">
            <a:blip r:embed="rId2"/>
            <a:srcRect/>
            <a:tile tx="0" ty="0" sx="100000" sy="100000" flip="none" algn="tl"/>
          </a:blipFill>
          <a:effectLst>
            <a:outerShdw blurRad="50800" dist="38100" dir="2700000" algn="tl" rotWithShape="0">
              <a:prstClr val="black">
                <a:alpha val="40000"/>
              </a:prstClr>
            </a:outerShdw>
            <a:softEdge rad="31750"/>
          </a:effectLst>
        </p:spPr>
        <p:txBody>
          <a:bodyPr/>
          <a:lstStyle/>
          <a:p>
            <a:pPr lvl="0"/>
            <a:r>
              <a:rPr kumimoji="1" lang="en-US" altLang="ja-JP" dirty="0"/>
              <a:t> </a:t>
            </a:r>
            <a:endParaRPr kumimoji="1" lang="ja-JP" altLang="en-US" dirty="0"/>
          </a:p>
        </p:txBody>
      </p:sp>
      <p:sp>
        <p:nvSpPr>
          <p:cNvPr id="24" name="テキスト プレースホルダー 7"/>
          <p:cNvSpPr>
            <a:spLocks noGrp="1"/>
          </p:cNvSpPr>
          <p:nvPr>
            <p:ph type="body" sz="quarter" idx="22" hasCustomPrompt="1"/>
          </p:nvPr>
        </p:nvSpPr>
        <p:spPr>
          <a:xfrm>
            <a:off x="13185866" y="4258159"/>
            <a:ext cx="2286430" cy="2287670"/>
          </a:xfrm>
          <a:prstGeom prst="ellipse">
            <a:avLst/>
          </a:prstGeom>
          <a:noFill/>
          <a:ln w="28575">
            <a:solidFill>
              <a:schemeClr val="bg1"/>
            </a:solidFill>
            <a:prstDash val="dash"/>
          </a:ln>
          <a:effectLst/>
        </p:spPr>
        <p:txBody>
          <a:bodyPr/>
          <a:lstStyle/>
          <a:p>
            <a:pPr lvl="0"/>
            <a:r>
              <a:rPr kumimoji="1" lang="en-US" altLang="ja-JP" dirty="0"/>
              <a:t> </a:t>
            </a:r>
            <a:endParaRPr kumimoji="1" lang="ja-JP" altLang="en-US" dirty="0"/>
          </a:p>
        </p:txBody>
      </p:sp>
      <p:sp>
        <p:nvSpPr>
          <p:cNvPr id="25" name="図プレースホルダー 7"/>
          <p:cNvSpPr>
            <a:spLocks noGrp="1"/>
          </p:cNvSpPr>
          <p:nvPr>
            <p:ph type="pic" sz="quarter" idx="23" hasCustomPrompt="1"/>
          </p:nvPr>
        </p:nvSpPr>
        <p:spPr>
          <a:xfrm>
            <a:off x="13835369" y="4855131"/>
            <a:ext cx="987425" cy="987425"/>
          </a:xfrm>
          <a:prstGeom prst="rect">
            <a:avLst/>
          </a:prstGeom>
          <a:effectLst>
            <a:innerShdw blurRad="63500" dist="50800" dir="18900000">
              <a:prstClr val="black">
                <a:alpha val="50000"/>
              </a:prstClr>
            </a:innerShdw>
          </a:effectLst>
        </p:spPr>
        <p:txBody>
          <a:bodyPr>
            <a:normAutofit/>
          </a:bodyPr>
          <a:lstStyle>
            <a:lvl1pPr>
              <a:defRPr sz="1600">
                <a:solidFill>
                  <a:schemeClr val="bg2"/>
                </a:solidFill>
              </a:defRPr>
            </a:lvl1pPr>
          </a:lstStyle>
          <a:p>
            <a:r>
              <a:rPr kumimoji="1" lang="en-US" altLang="ja-JP" dirty="0"/>
              <a:t>Icon</a:t>
            </a:r>
            <a:endParaRPr kumimoji="1" lang="ja-JP" altLang="en-US" dirty="0"/>
          </a:p>
        </p:txBody>
      </p:sp>
      <p:sp>
        <p:nvSpPr>
          <p:cNvPr id="26" name="テキスト プレースホルダー 5"/>
          <p:cNvSpPr>
            <a:spLocks noGrp="1"/>
          </p:cNvSpPr>
          <p:nvPr>
            <p:ph type="body" sz="quarter" idx="24" hasCustomPrompt="1"/>
          </p:nvPr>
        </p:nvSpPr>
        <p:spPr>
          <a:xfrm>
            <a:off x="11881203" y="7517304"/>
            <a:ext cx="4895757" cy="1893982"/>
          </a:xfrm>
          <a:prstGeom prst="rect">
            <a:avLst/>
          </a:prstGeo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7" name="テキスト プレースホルダー 5"/>
          <p:cNvSpPr>
            <a:spLocks noGrp="1"/>
          </p:cNvSpPr>
          <p:nvPr>
            <p:ph type="body" sz="quarter" idx="25" hasCustomPrompt="1"/>
          </p:nvPr>
        </p:nvSpPr>
        <p:spPr>
          <a:xfrm>
            <a:off x="11879727" y="6879136"/>
            <a:ext cx="4898708" cy="647693"/>
          </a:xfrm>
          <a:prstGeom prst="rect">
            <a:avLst/>
          </a:prstGeom>
        </p:spPr>
        <p:txBody>
          <a:bodyPr anchor="ctr">
            <a:noAutofit/>
          </a:bodyPr>
          <a:lstStyle>
            <a:lvl1pPr algn="ct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Tree>
    <p:extLst>
      <p:ext uri="{BB962C8B-B14F-4D97-AF65-F5344CB8AC3E}">
        <p14:creationId xmlns:p14="http://schemas.microsoft.com/office/powerpoint/2010/main" val="3953481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2" fill="hold"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wipe(right)">
                                      <p:cBhvr>
                                        <p:cTn id="10" dur="500"/>
                                        <p:tgtEl>
                                          <p:spTgt spid="6"/>
                                        </p:tgtEl>
                                      </p:cBhvr>
                                    </p:animEffect>
                                  </p:childTnLst>
                                </p:cTn>
                              </p:par>
                              <p:par>
                                <p:cTn id="11" presetID="22" presetClass="entr" presetSubtype="2" fill="hold" grpId="0" nodeType="with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500"/>
                                        <p:tgtEl>
                                          <p:spTgt spid="5"/>
                                        </p:tgtEl>
                                      </p:cBhvr>
                                    </p:animEffect>
                                  </p:childTnLst>
                                </p:cTn>
                              </p:par>
                            </p:childTnLst>
                          </p:cTn>
                        </p:par>
                        <p:par>
                          <p:cTn id="14" fill="hold">
                            <p:stCondLst>
                              <p:cond delay="1000"/>
                            </p:stCondLst>
                            <p:childTnLst>
                              <p:par>
                                <p:cTn id="15" presetID="2" presetClass="entr" presetSubtype="1" decel="100000" fill="hold" grpId="0" nodeType="afterEffect">
                                  <p:stCondLst>
                                    <p:cond delay="25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750" fill="hold"/>
                                        <p:tgtEl>
                                          <p:spTgt spid="10"/>
                                        </p:tgtEl>
                                        <p:attrNameLst>
                                          <p:attrName>ppt_x</p:attrName>
                                        </p:attrNameLst>
                                      </p:cBhvr>
                                      <p:tavLst>
                                        <p:tav tm="0">
                                          <p:val>
                                            <p:strVal val="#ppt_x"/>
                                          </p:val>
                                        </p:tav>
                                        <p:tav tm="100000">
                                          <p:val>
                                            <p:strVal val="#ppt_x"/>
                                          </p:val>
                                        </p:tav>
                                      </p:tavLst>
                                    </p:anim>
                                    <p:anim calcmode="lin" valueType="num">
                                      <p:cBhvr additive="base">
                                        <p:cTn id="18" dur="750" fill="hold"/>
                                        <p:tgtEl>
                                          <p:spTgt spid="10"/>
                                        </p:tgtEl>
                                        <p:attrNameLst>
                                          <p:attrName>ppt_y</p:attrName>
                                        </p:attrNameLst>
                                      </p:cBhvr>
                                      <p:tavLst>
                                        <p:tav tm="0">
                                          <p:val>
                                            <p:strVal val="0-#ppt_h/2"/>
                                          </p:val>
                                        </p:tav>
                                        <p:tav tm="100000">
                                          <p:val>
                                            <p:strVal val="#ppt_y"/>
                                          </p:val>
                                        </p:tav>
                                      </p:tavLst>
                                    </p:anim>
                                  </p:childTnLst>
                                </p:cTn>
                              </p:par>
                              <p:par>
                                <p:cTn id="19" presetID="2" presetClass="entr" presetSubtype="1" decel="100000" fill="hold" grpId="0" nodeType="withEffect">
                                  <p:stCondLst>
                                    <p:cond delay="25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750" fill="hold"/>
                                        <p:tgtEl>
                                          <p:spTgt spid="8"/>
                                        </p:tgtEl>
                                        <p:attrNameLst>
                                          <p:attrName>ppt_x</p:attrName>
                                        </p:attrNameLst>
                                      </p:cBhvr>
                                      <p:tavLst>
                                        <p:tav tm="0">
                                          <p:val>
                                            <p:strVal val="#ppt_x"/>
                                          </p:val>
                                        </p:tav>
                                        <p:tav tm="100000">
                                          <p:val>
                                            <p:strVal val="#ppt_x"/>
                                          </p:val>
                                        </p:tav>
                                      </p:tavLst>
                                    </p:anim>
                                    <p:anim calcmode="lin" valueType="num">
                                      <p:cBhvr additive="base">
                                        <p:cTn id="22" dur="750" fill="hold"/>
                                        <p:tgtEl>
                                          <p:spTgt spid="8"/>
                                        </p:tgtEl>
                                        <p:attrNameLst>
                                          <p:attrName>ppt_y</p:attrName>
                                        </p:attrNameLst>
                                      </p:cBhvr>
                                      <p:tavLst>
                                        <p:tav tm="0">
                                          <p:val>
                                            <p:strVal val="0-#ppt_h/2"/>
                                          </p:val>
                                        </p:tav>
                                        <p:tav tm="100000">
                                          <p:val>
                                            <p:strVal val="#ppt_y"/>
                                          </p:val>
                                        </p:tav>
                                      </p:tavLst>
                                    </p:anim>
                                  </p:childTnLst>
                                </p:cTn>
                              </p:par>
                              <p:par>
                                <p:cTn id="23" presetID="2" presetClass="entr" presetSubtype="1" decel="100000" fill="hold" grpId="0" nodeType="withEffect">
                                  <p:stCondLst>
                                    <p:cond delay="25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750" fill="hold"/>
                                        <p:tgtEl>
                                          <p:spTgt spid="9"/>
                                        </p:tgtEl>
                                        <p:attrNameLst>
                                          <p:attrName>ppt_x</p:attrName>
                                        </p:attrNameLst>
                                      </p:cBhvr>
                                      <p:tavLst>
                                        <p:tav tm="0">
                                          <p:val>
                                            <p:strVal val="#ppt_x"/>
                                          </p:val>
                                        </p:tav>
                                        <p:tav tm="100000">
                                          <p:val>
                                            <p:strVal val="#ppt_x"/>
                                          </p:val>
                                        </p:tav>
                                      </p:tavLst>
                                    </p:anim>
                                    <p:anim calcmode="lin" valueType="num">
                                      <p:cBhvr additive="base">
                                        <p:cTn id="26" dur="750" fill="hold"/>
                                        <p:tgtEl>
                                          <p:spTgt spid="9"/>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 presetClass="entr" presetSubtype="4" decel="100000" fill="hold" grpId="0" nodeType="afterEffect">
                                  <p:stCondLst>
                                    <p:cond delay="0"/>
                                  </p:stCondLst>
                                  <p:childTnLst>
                                    <p:set>
                                      <p:cBhvr>
                                        <p:cTn id="29" dur="1" fill="hold">
                                          <p:stCondLst>
                                            <p:cond delay="0"/>
                                          </p:stCondLst>
                                        </p:cTn>
                                        <p:tgtEl>
                                          <p:spTgt spid="12">
                                            <p:txEl>
                                              <p:pRg st="0" end="0"/>
                                            </p:txEl>
                                          </p:spTgt>
                                        </p:tgtEl>
                                        <p:attrNameLst>
                                          <p:attrName>style.visibility</p:attrName>
                                        </p:attrNameLst>
                                      </p:cBhvr>
                                      <p:to>
                                        <p:strVal val="visible"/>
                                      </p:to>
                                    </p:set>
                                    <p:anim calcmode="lin" valueType="num">
                                      <p:cBhvr additive="base">
                                        <p:cTn id="30"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32" presetID="2" presetClass="entr" presetSubtype="4" decel="100000" fill="hold" grpId="0" nodeType="withEffect">
                                  <p:stCondLst>
                                    <p:cond delay="0"/>
                                  </p:stCondLst>
                                  <p:childTnLst>
                                    <p:set>
                                      <p:cBhvr>
                                        <p:cTn id="33" dur="1" fill="hold">
                                          <p:stCondLst>
                                            <p:cond delay="0"/>
                                          </p:stCondLst>
                                        </p:cTn>
                                        <p:tgtEl>
                                          <p:spTgt spid="11">
                                            <p:txEl>
                                              <p:pRg st="0" end="0"/>
                                            </p:txEl>
                                          </p:spTgt>
                                        </p:tgtEl>
                                        <p:attrNameLst>
                                          <p:attrName>style.visibility</p:attrName>
                                        </p:attrNameLst>
                                      </p:cBhvr>
                                      <p:to>
                                        <p:strVal val="visible"/>
                                      </p:to>
                                    </p:set>
                                    <p:anim calcmode="lin" valueType="num">
                                      <p:cBhvr additive="base">
                                        <p:cTn id="34"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par>
                          <p:cTn id="36" fill="hold">
                            <p:stCondLst>
                              <p:cond delay="2500"/>
                            </p:stCondLst>
                            <p:childTnLst>
                              <p:par>
                                <p:cTn id="37" presetID="2" presetClass="entr" presetSubtype="1" decel="100000" fill="hold" grpId="0" nodeType="afterEffect">
                                  <p:stCondLst>
                                    <p:cond delay="25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750" fill="hold"/>
                                        <p:tgtEl>
                                          <p:spTgt spid="20"/>
                                        </p:tgtEl>
                                        <p:attrNameLst>
                                          <p:attrName>ppt_x</p:attrName>
                                        </p:attrNameLst>
                                      </p:cBhvr>
                                      <p:tavLst>
                                        <p:tav tm="0">
                                          <p:val>
                                            <p:strVal val="#ppt_x"/>
                                          </p:val>
                                        </p:tav>
                                        <p:tav tm="100000">
                                          <p:val>
                                            <p:strVal val="#ppt_x"/>
                                          </p:val>
                                        </p:tav>
                                      </p:tavLst>
                                    </p:anim>
                                    <p:anim calcmode="lin" valueType="num">
                                      <p:cBhvr additive="base">
                                        <p:cTn id="40" dur="750" fill="hold"/>
                                        <p:tgtEl>
                                          <p:spTgt spid="20"/>
                                        </p:tgtEl>
                                        <p:attrNameLst>
                                          <p:attrName>ppt_y</p:attrName>
                                        </p:attrNameLst>
                                      </p:cBhvr>
                                      <p:tavLst>
                                        <p:tav tm="0">
                                          <p:val>
                                            <p:strVal val="0-#ppt_h/2"/>
                                          </p:val>
                                        </p:tav>
                                        <p:tav tm="100000">
                                          <p:val>
                                            <p:strVal val="#ppt_y"/>
                                          </p:val>
                                        </p:tav>
                                      </p:tavLst>
                                    </p:anim>
                                  </p:childTnLst>
                                </p:cTn>
                              </p:par>
                              <p:par>
                                <p:cTn id="41" presetID="2" presetClass="entr" presetSubtype="1" decel="100000" fill="hold" grpId="0" nodeType="withEffect">
                                  <p:stCondLst>
                                    <p:cond delay="25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750" fill="hold"/>
                                        <p:tgtEl>
                                          <p:spTgt spid="18"/>
                                        </p:tgtEl>
                                        <p:attrNameLst>
                                          <p:attrName>ppt_x</p:attrName>
                                        </p:attrNameLst>
                                      </p:cBhvr>
                                      <p:tavLst>
                                        <p:tav tm="0">
                                          <p:val>
                                            <p:strVal val="#ppt_x"/>
                                          </p:val>
                                        </p:tav>
                                        <p:tav tm="100000">
                                          <p:val>
                                            <p:strVal val="#ppt_x"/>
                                          </p:val>
                                        </p:tav>
                                      </p:tavLst>
                                    </p:anim>
                                    <p:anim calcmode="lin" valueType="num">
                                      <p:cBhvr additive="base">
                                        <p:cTn id="44" dur="750" fill="hold"/>
                                        <p:tgtEl>
                                          <p:spTgt spid="18"/>
                                        </p:tgtEl>
                                        <p:attrNameLst>
                                          <p:attrName>ppt_y</p:attrName>
                                        </p:attrNameLst>
                                      </p:cBhvr>
                                      <p:tavLst>
                                        <p:tav tm="0">
                                          <p:val>
                                            <p:strVal val="0-#ppt_h/2"/>
                                          </p:val>
                                        </p:tav>
                                        <p:tav tm="100000">
                                          <p:val>
                                            <p:strVal val="#ppt_y"/>
                                          </p:val>
                                        </p:tav>
                                      </p:tavLst>
                                    </p:anim>
                                  </p:childTnLst>
                                </p:cTn>
                              </p:par>
                              <p:par>
                                <p:cTn id="45" presetID="2" presetClass="entr" presetSubtype="1" decel="100000" fill="hold" grpId="0" nodeType="withEffect">
                                  <p:stCondLst>
                                    <p:cond delay="25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750" fill="hold"/>
                                        <p:tgtEl>
                                          <p:spTgt spid="19"/>
                                        </p:tgtEl>
                                        <p:attrNameLst>
                                          <p:attrName>ppt_x</p:attrName>
                                        </p:attrNameLst>
                                      </p:cBhvr>
                                      <p:tavLst>
                                        <p:tav tm="0">
                                          <p:val>
                                            <p:strVal val="#ppt_x"/>
                                          </p:val>
                                        </p:tav>
                                        <p:tav tm="100000">
                                          <p:val>
                                            <p:strVal val="#ppt_x"/>
                                          </p:val>
                                        </p:tav>
                                      </p:tavLst>
                                    </p:anim>
                                    <p:anim calcmode="lin" valueType="num">
                                      <p:cBhvr additive="base">
                                        <p:cTn id="48" dur="750" fill="hold"/>
                                        <p:tgtEl>
                                          <p:spTgt spid="19"/>
                                        </p:tgtEl>
                                        <p:attrNameLst>
                                          <p:attrName>ppt_y</p:attrName>
                                        </p:attrNameLst>
                                      </p:cBhvr>
                                      <p:tavLst>
                                        <p:tav tm="0">
                                          <p:val>
                                            <p:strVal val="0-#ppt_h/2"/>
                                          </p:val>
                                        </p:tav>
                                        <p:tav tm="100000">
                                          <p:val>
                                            <p:strVal val="#ppt_y"/>
                                          </p:val>
                                        </p:tav>
                                      </p:tavLst>
                                    </p:anim>
                                  </p:childTnLst>
                                </p:cTn>
                              </p:par>
                            </p:childTnLst>
                          </p:cTn>
                        </p:par>
                        <p:par>
                          <p:cTn id="49" fill="hold">
                            <p:stCondLst>
                              <p:cond delay="3500"/>
                            </p:stCondLst>
                            <p:childTnLst>
                              <p:par>
                                <p:cTn id="50" presetID="2" presetClass="entr" presetSubtype="4" decel="100000" fill="hold" grpId="0" nodeType="afterEffect">
                                  <p:stCondLst>
                                    <p:cond delay="0"/>
                                  </p:stCondLst>
                                  <p:childTnLst>
                                    <p:set>
                                      <p:cBhvr>
                                        <p:cTn id="51" dur="1" fill="hold">
                                          <p:stCondLst>
                                            <p:cond delay="0"/>
                                          </p:stCondLst>
                                        </p:cTn>
                                        <p:tgtEl>
                                          <p:spTgt spid="22">
                                            <p:txEl>
                                              <p:pRg st="0" end="0"/>
                                            </p:txEl>
                                          </p:spTgt>
                                        </p:tgtEl>
                                        <p:attrNameLst>
                                          <p:attrName>style.visibility</p:attrName>
                                        </p:attrNameLst>
                                      </p:cBhvr>
                                      <p:to>
                                        <p:strVal val="visible"/>
                                      </p:to>
                                    </p:set>
                                    <p:anim calcmode="lin" valueType="num">
                                      <p:cBhvr additive="base">
                                        <p:cTn id="52"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22">
                                            <p:txEl>
                                              <p:pRg st="0" end="0"/>
                                            </p:txEl>
                                          </p:spTgt>
                                        </p:tgtEl>
                                        <p:attrNameLst>
                                          <p:attrName>ppt_y</p:attrName>
                                        </p:attrNameLst>
                                      </p:cBhvr>
                                      <p:tavLst>
                                        <p:tav tm="0">
                                          <p:val>
                                            <p:strVal val="1+#ppt_h/2"/>
                                          </p:val>
                                        </p:tav>
                                        <p:tav tm="100000">
                                          <p:val>
                                            <p:strVal val="#ppt_y"/>
                                          </p:val>
                                        </p:tav>
                                      </p:tavLst>
                                    </p:anim>
                                  </p:childTnLst>
                                </p:cTn>
                              </p:par>
                              <p:par>
                                <p:cTn id="54" presetID="2" presetClass="entr" presetSubtype="4" decel="100000" fill="hold" grpId="0" nodeType="withEffect">
                                  <p:stCondLst>
                                    <p:cond delay="0"/>
                                  </p:stCondLst>
                                  <p:childTnLst>
                                    <p:set>
                                      <p:cBhvr>
                                        <p:cTn id="55" dur="1" fill="hold">
                                          <p:stCondLst>
                                            <p:cond delay="0"/>
                                          </p:stCondLst>
                                        </p:cTn>
                                        <p:tgtEl>
                                          <p:spTgt spid="21">
                                            <p:txEl>
                                              <p:pRg st="0" end="0"/>
                                            </p:txEl>
                                          </p:spTgt>
                                        </p:tgtEl>
                                        <p:attrNameLst>
                                          <p:attrName>style.visibility</p:attrName>
                                        </p:attrNameLst>
                                      </p:cBhvr>
                                      <p:to>
                                        <p:strVal val="visible"/>
                                      </p:to>
                                    </p:set>
                                    <p:anim calcmode="lin" valueType="num">
                                      <p:cBhvr additive="base">
                                        <p:cTn id="56"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par>
                          <p:cTn id="58" fill="hold">
                            <p:stCondLst>
                              <p:cond delay="4000"/>
                            </p:stCondLst>
                            <p:childTnLst>
                              <p:par>
                                <p:cTn id="59" presetID="2" presetClass="entr" presetSubtype="1" decel="100000" fill="hold" grpId="0" nodeType="afterEffect">
                                  <p:stCondLst>
                                    <p:cond delay="250"/>
                                  </p:stCondLst>
                                  <p:childTnLst>
                                    <p:set>
                                      <p:cBhvr>
                                        <p:cTn id="60" dur="1" fill="hold">
                                          <p:stCondLst>
                                            <p:cond delay="0"/>
                                          </p:stCondLst>
                                        </p:cTn>
                                        <p:tgtEl>
                                          <p:spTgt spid="25"/>
                                        </p:tgtEl>
                                        <p:attrNameLst>
                                          <p:attrName>style.visibility</p:attrName>
                                        </p:attrNameLst>
                                      </p:cBhvr>
                                      <p:to>
                                        <p:strVal val="visible"/>
                                      </p:to>
                                    </p:set>
                                    <p:anim calcmode="lin" valueType="num">
                                      <p:cBhvr additive="base">
                                        <p:cTn id="61" dur="750" fill="hold"/>
                                        <p:tgtEl>
                                          <p:spTgt spid="25"/>
                                        </p:tgtEl>
                                        <p:attrNameLst>
                                          <p:attrName>ppt_x</p:attrName>
                                        </p:attrNameLst>
                                      </p:cBhvr>
                                      <p:tavLst>
                                        <p:tav tm="0">
                                          <p:val>
                                            <p:strVal val="#ppt_x"/>
                                          </p:val>
                                        </p:tav>
                                        <p:tav tm="100000">
                                          <p:val>
                                            <p:strVal val="#ppt_x"/>
                                          </p:val>
                                        </p:tav>
                                      </p:tavLst>
                                    </p:anim>
                                    <p:anim calcmode="lin" valueType="num">
                                      <p:cBhvr additive="base">
                                        <p:cTn id="62" dur="750" fill="hold"/>
                                        <p:tgtEl>
                                          <p:spTgt spid="25"/>
                                        </p:tgtEl>
                                        <p:attrNameLst>
                                          <p:attrName>ppt_y</p:attrName>
                                        </p:attrNameLst>
                                      </p:cBhvr>
                                      <p:tavLst>
                                        <p:tav tm="0">
                                          <p:val>
                                            <p:strVal val="0-#ppt_h/2"/>
                                          </p:val>
                                        </p:tav>
                                        <p:tav tm="100000">
                                          <p:val>
                                            <p:strVal val="#ppt_y"/>
                                          </p:val>
                                        </p:tav>
                                      </p:tavLst>
                                    </p:anim>
                                  </p:childTnLst>
                                </p:cTn>
                              </p:par>
                              <p:par>
                                <p:cTn id="63" presetID="2" presetClass="entr" presetSubtype="1" decel="100000" fill="hold" grpId="0" nodeType="withEffect">
                                  <p:stCondLst>
                                    <p:cond delay="250"/>
                                  </p:stCondLst>
                                  <p:childTnLst>
                                    <p:set>
                                      <p:cBhvr>
                                        <p:cTn id="64" dur="1" fill="hold">
                                          <p:stCondLst>
                                            <p:cond delay="0"/>
                                          </p:stCondLst>
                                        </p:cTn>
                                        <p:tgtEl>
                                          <p:spTgt spid="23"/>
                                        </p:tgtEl>
                                        <p:attrNameLst>
                                          <p:attrName>style.visibility</p:attrName>
                                        </p:attrNameLst>
                                      </p:cBhvr>
                                      <p:to>
                                        <p:strVal val="visible"/>
                                      </p:to>
                                    </p:set>
                                    <p:anim calcmode="lin" valueType="num">
                                      <p:cBhvr additive="base">
                                        <p:cTn id="65" dur="750" fill="hold"/>
                                        <p:tgtEl>
                                          <p:spTgt spid="23"/>
                                        </p:tgtEl>
                                        <p:attrNameLst>
                                          <p:attrName>ppt_x</p:attrName>
                                        </p:attrNameLst>
                                      </p:cBhvr>
                                      <p:tavLst>
                                        <p:tav tm="0">
                                          <p:val>
                                            <p:strVal val="#ppt_x"/>
                                          </p:val>
                                        </p:tav>
                                        <p:tav tm="100000">
                                          <p:val>
                                            <p:strVal val="#ppt_x"/>
                                          </p:val>
                                        </p:tav>
                                      </p:tavLst>
                                    </p:anim>
                                    <p:anim calcmode="lin" valueType="num">
                                      <p:cBhvr additive="base">
                                        <p:cTn id="66" dur="750" fill="hold"/>
                                        <p:tgtEl>
                                          <p:spTgt spid="23"/>
                                        </p:tgtEl>
                                        <p:attrNameLst>
                                          <p:attrName>ppt_y</p:attrName>
                                        </p:attrNameLst>
                                      </p:cBhvr>
                                      <p:tavLst>
                                        <p:tav tm="0">
                                          <p:val>
                                            <p:strVal val="0-#ppt_h/2"/>
                                          </p:val>
                                        </p:tav>
                                        <p:tav tm="100000">
                                          <p:val>
                                            <p:strVal val="#ppt_y"/>
                                          </p:val>
                                        </p:tav>
                                      </p:tavLst>
                                    </p:anim>
                                  </p:childTnLst>
                                </p:cTn>
                              </p:par>
                              <p:par>
                                <p:cTn id="67" presetID="2" presetClass="entr" presetSubtype="1" decel="100000" fill="hold" grpId="0" nodeType="withEffect">
                                  <p:stCondLst>
                                    <p:cond delay="250"/>
                                  </p:stCondLst>
                                  <p:childTnLst>
                                    <p:set>
                                      <p:cBhvr>
                                        <p:cTn id="68" dur="1" fill="hold">
                                          <p:stCondLst>
                                            <p:cond delay="0"/>
                                          </p:stCondLst>
                                        </p:cTn>
                                        <p:tgtEl>
                                          <p:spTgt spid="24"/>
                                        </p:tgtEl>
                                        <p:attrNameLst>
                                          <p:attrName>style.visibility</p:attrName>
                                        </p:attrNameLst>
                                      </p:cBhvr>
                                      <p:to>
                                        <p:strVal val="visible"/>
                                      </p:to>
                                    </p:set>
                                    <p:anim calcmode="lin" valueType="num">
                                      <p:cBhvr additive="base">
                                        <p:cTn id="69" dur="750" fill="hold"/>
                                        <p:tgtEl>
                                          <p:spTgt spid="24"/>
                                        </p:tgtEl>
                                        <p:attrNameLst>
                                          <p:attrName>ppt_x</p:attrName>
                                        </p:attrNameLst>
                                      </p:cBhvr>
                                      <p:tavLst>
                                        <p:tav tm="0">
                                          <p:val>
                                            <p:strVal val="#ppt_x"/>
                                          </p:val>
                                        </p:tav>
                                        <p:tav tm="100000">
                                          <p:val>
                                            <p:strVal val="#ppt_x"/>
                                          </p:val>
                                        </p:tav>
                                      </p:tavLst>
                                    </p:anim>
                                    <p:anim calcmode="lin" valueType="num">
                                      <p:cBhvr additive="base">
                                        <p:cTn id="70" dur="750" fill="hold"/>
                                        <p:tgtEl>
                                          <p:spTgt spid="24"/>
                                        </p:tgtEl>
                                        <p:attrNameLst>
                                          <p:attrName>ppt_y</p:attrName>
                                        </p:attrNameLst>
                                      </p:cBhvr>
                                      <p:tavLst>
                                        <p:tav tm="0">
                                          <p:val>
                                            <p:strVal val="0-#ppt_h/2"/>
                                          </p:val>
                                        </p:tav>
                                        <p:tav tm="100000">
                                          <p:val>
                                            <p:strVal val="#ppt_y"/>
                                          </p:val>
                                        </p:tav>
                                      </p:tavLst>
                                    </p:anim>
                                  </p:childTnLst>
                                </p:cTn>
                              </p:par>
                            </p:childTnLst>
                          </p:cTn>
                        </p:par>
                        <p:par>
                          <p:cTn id="71" fill="hold">
                            <p:stCondLst>
                              <p:cond delay="5000"/>
                            </p:stCondLst>
                            <p:childTnLst>
                              <p:par>
                                <p:cTn id="72" presetID="2" presetClass="entr" presetSubtype="4" decel="100000" fill="hold" grpId="0" nodeType="afterEffect">
                                  <p:stCondLst>
                                    <p:cond delay="0"/>
                                  </p:stCondLst>
                                  <p:childTnLst>
                                    <p:set>
                                      <p:cBhvr>
                                        <p:cTn id="73" dur="1" fill="hold">
                                          <p:stCondLst>
                                            <p:cond delay="0"/>
                                          </p:stCondLst>
                                        </p:cTn>
                                        <p:tgtEl>
                                          <p:spTgt spid="27">
                                            <p:txEl>
                                              <p:pRg st="0" end="0"/>
                                            </p:txEl>
                                          </p:spTgt>
                                        </p:tgtEl>
                                        <p:attrNameLst>
                                          <p:attrName>style.visibility</p:attrName>
                                        </p:attrNameLst>
                                      </p:cBhvr>
                                      <p:to>
                                        <p:strVal val="visible"/>
                                      </p:to>
                                    </p:set>
                                    <p:anim calcmode="lin" valueType="num">
                                      <p:cBhvr additive="base">
                                        <p:cTn id="74"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27">
                                            <p:txEl>
                                              <p:pRg st="0" end="0"/>
                                            </p:txEl>
                                          </p:spTgt>
                                        </p:tgtEl>
                                        <p:attrNameLst>
                                          <p:attrName>ppt_y</p:attrName>
                                        </p:attrNameLst>
                                      </p:cBhvr>
                                      <p:tavLst>
                                        <p:tav tm="0">
                                          <p:val>
                                            <p:strVal val="1+#ppt_h/2"/>
                                          </p:val>
                                        </p:tav>
                                        <p:tav tm="100000">
                                          <p:val>
                                            <p:strVal val="#ppt_y"/>
                                          </p:val>
                                        </p:tav>
                                      </p:tavLst>
                                    </p:anim>
                                  </p:childTnLst>
                                </p:cTn>
                              </p:par>
                              <p:par>
                                <p:cTn id="76" presetID="2" presetClass="entr" presetSubtype="4" decel="100000" fill="hold" grpId="0" nodeType="withEffect">
                                  <p:stCondLst>
                                    <p:cond delay="0"/>
                                  </p:stCondLst>
                                  <p:childTnLst>
                                    <p:set>
                                      <p:cBhvr>
                                        <p:cTn id="77" dur="1" fill="hold">
                                          <p:stCondLst>
                                            <p:cond delay="0"/>
                                          </p:stCondLst>
                                        </p:cTn>
                                        <p:tgtEl>
                                          <p:spTgt spid="26">
                                            <p:txEl>
                                              <p:pRg st="0" end="0"/>
                                            </p:txEl>
                                          </p:spTgt>
                                        </p:tgtEl>
                                        <p:attrNameLst>
                                          <p:attrName>style.visibility</p:attrName>
                                        </p:attrNameLst>
                                      </p:cBhvr>
                                      <p:to>
                                        <p:strVal val="visible"/>
                                      </p:to>
                                    </p:set>
                                    <p:anim calcmode="lin" valueType="num">
                                      <p:cBhvr additive="base">
                                        <p:cTn id="78" dur="500" fill="hold"/>
                                        <p:tgtEl>
                                          <p:spTgt spid="26">
                                            <p:txEl>
                                              <p:pRg st="0" end="0"/>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2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8" grpId="0" animBg="1">
        <p:tmplLst>
          <p:tmpl>
            <p:tnLst>
              <p:par>
                <p:cTn presetID="2" presetClass="entr" presetSubtype="1" decel="100000" fill="hold" nodeType="withEffect">
                  <p:stCondLst>
                    <p:cond delay="250"/>
                  </p:stCondLst>
                  <p:childTnLst>
                    <p:set>
                      <p:cBhvr>
                        <p:cTn dur="1" fill="hold">
                          <p:stCondLst>
                            <p:cond delay="0"/>
                          </p:stCondLst>
                        </p:cTn>
                        <p:tgtEl>
                          <p:spTgt spid="8"/>
                        </p:tgtEl>
                        <p:attrNameLst>
                          <p:attrName>style.visibility</p:attrName>
                        </p:attrNameLst>
                      </p:cBhvr>
                      <p:to>
                        <p:strVal val="visible"/>
                      </p:to>
                    </p:set>
                    <p:anim calcmode="lin" valueType="num">
                      <p:cBhvr additive="base">
                        <p:cTn dur="750" fill="hold"/>
                        <p:tgtEl>
                          <p:spTgt spid="8"/>
                        </p:tgtEl>
                        <p:attrNameLst>
                          <p:attrName>ppt_x</p:attrName>
                        </p:attrNameLst>
                      </p:cBhvr>
                      <p:tavLst>
                        <p:tav tm="0">
                          <p:val>
                            <p:strVal val="#ppt_x"/>
                          </p:val>
                        </p:tav>
                        <p:tav tm="100000">
                          <p:val>
                            <p:strVal val="#ppt_x"/>
                          </p:val>
                        </p:tav>
                      </p:tavLst>
                    </p:anim>
                    <p:anim calcmode="lin" valueType="num">
                      <p:cBhvr additive="base">
                        <p:cTn dur="750" fill="hold"/>
                        <p:tgtEl>
                          <p:spTgt spid="8"/>
                        </p:tgtEl>
                        <p:attrNameLst>
                          <p:attrName>ppt_y</p:attrName>
                        </p:attrNameLst>
                      </p:cBhvr>
                      <p:tavLst>
                        <p:tav tm="0">
                          <p:val>
                            <p:strVal val="0-#ppt_h/2"/>
                          </p:val>
                        </p:tav>
                        <p:tav tm="100000">
                          <p:val>
                            <p:strVal val="#ppt_y"/>
                          </p:val>
                        </p:tav>
                      </p:tavLst>
                    </p:anim>
                  </p:childTnLst>
                </p:cTn>
              </p:par>
            </p:tnLst>
          </p:tmpl>
        </p:tmplLst>
      </p:bldP>
      <p:bldP spid="9" grpId="0" animBg="1">
        <p:tmplLst>
          <p:tmpl>
            <p:tnLst>
              <p:par>
                <p:cTn presetID="2" presetClass="entr" presetSubtype="1" decel="100000" fill="hold" nodeType="withEffect">
                  <p:stCondLst>
                    <p:cond delay="25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ppt_x"/>
                          </p:val>
                        </p:tav>
                        <p:tav tm="100000">
                          <p:val>
                            <p:strVal val="#ppt_x"/>
                          </p:val>
                        </p:tav>
                      </p:tavLst>
                    </p:anim>
                    <p:anim calcmode="lin" valueType="num">
                      <p:cBhvr additive="base">
                        <p:cTn dur="750" fill="hold"/>
                        <p:tgtEl>
                          <p:spTgt spid="9"/>
                        </p:tgtEl>
                        <p:attrNameLst>
                          <p:attrName>ppt_y</p:attrName>
                        </p:attrNameLst>
                      </p:cBhvr>
                      <p:tavLst>
                        <p:tav tm="0">
                          <p:val>
                            <p:strVal val="0-#ppt_h/2"/>
                          </p:val>
                        </p:tav>
                        <p:tav tm="100000">
                          <p:val>
                            <p:strVal val="#ppt_y"/>
                          </p:val>
                        </p:tav>
                      </p:tavLst>
                    </p:anim>
                  </p:childTnLst>
                </p:cTn>
              </p:par>
            </p:tnLst>
          </p:tmpl>
        </p:tmplLst>
      </p:bldP>
      <p:bldP spid="10" grpId="0"/>
      <p:bldP spid="11" grpId="0" build="p">
        <p:tmplLst>
          <p:tmpl lvl="1">
            <p:tnLst>
              <p:par>
                <p:cTn presetID="2" presetClass="entr" presetSubtype="4" decel="10000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500" fill="hold"/>
                        <p:tgtEl>
                          <p:spTgt spid="11"/>
                        </p:tgtEl>
                        <p:attrNameLst>
                          <p:attrName>ppt_x</p:attrName>
                        </p:attrNameLst>
                      </p:cBhvr>
                      <p:tavLst>
                        <p:tav tm="0">
                          <p:val>
                            <p:strVal val="#ppt_x"/>
                          </p:val>
                        </p:tav>
                        <p:tav tm="100000">
                          <p:val>
                            <p:strVal val="#ppt_x"/>
                          </p:val>
                        </p:tav>
                      </p:tavLst>
                    </p:anim>
                    <p:anim calcmode="lin" valueType="num">
                      <p:cBhvr additive="base">
                        <p:cTn dur="500" fill="hold"/>
                        <p:tgtEl>
                          <p:spTgt spid="11"/>
                        </p:tgtEl>
                        <p:attrNameLst>
                          <p:attrName>ppt_y</p:attrName>
                        </p:attrNameLst>
                      </p:cBhvr>
                      <p:tavLst>
                        <p:tav tm="0">
                          <p:val>
                            <p:strVal val="1+#ppt_h/2"/>
                          </p:val>
                        </p:tav>
                        <p:tav tm="100000">
                          <p:val>
                            <p:strVal val="#ppt_y"/>
                          </p:val>
                        </p:tav>
                      </p:tavLst>
                    </p:anim>
                  </p:childTnLst>
                </p:cTn>
              </p:par>
            </p:tnLst>
          </p:tmpl>
        </p:tmplLst>
      </p:bldP>
      <p:bldP spid="12" grpId="0" build="p">
        <p:tmplLst>
          <p:tmpl lvl="1">
            <p:tnLst>
              <p:par>
                <p:cTn presetID="2" presetClass="entr" presetSubtype="4" decel="100000" fill="hold" nodeType="afterEffect">
                  <p:stCondLst>
                    <p:cond delay="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ppt_x"/>
                          </p:val>
                        </p:tav>
                        <p:tav tm="100000">
                          <p:val>
                            <p:strVal val="#ppt_x"/>
                          </p:val>
                        </p:tav>
                      </p:tavLst>
                    </p:anim>
                    <p:anim calcmode="lin" valueType="num">
                      <p:cBhvr additive="base">
                        <p:cTn dur="500" fill="hold"/>
                        <p:tgtEl>
                          <p:spTgt spid="12"/>
                        </p:tgtEl>
                        <p:attrNameLst>
                          <p:attrName>ppt_y</p:attrName>
                        </p:attrNameLst>
                      </p:cBhvr>
                      <p:tavLst>
                        <p:tav tm="0">
                          <p:val>
                            <p:strVal val="1+#ppt_h/2"/>
                          </p:val>
                        </p:tav>
                        <p:tav tm="100000">
                          <p:val>
                            <p:strVal val="#ppt_y"/>
                          </p:val>
                        </p:tav>
                      </p:tavLst>
                    </p:anim>
                  </p:childTnLst>
                </p:cTn>
              </p:par>
            </p:tnLst>
          </p:tmpl>
        </p:tmplLst>
      </p:bldP>
      <p:bldP spid="18" grpId="0" animBg="1">
        <p:tmplLst>
          <p:tmpl>
            <p:tnLst>
              <p:par>
                <p:cTn presetID="2" presetClass="entr" presetSubtype="1" decel="100000" fill="hold" nodeType="withEffect">
                  <p:stCondLst>
                    <p:cond delay="250"/>
                  </p:stCondLst>
                  <p:childTnLst>
                    <p:set>
                      <p:cBhvr>
                        <p:cTn dur="1" fill="hold">
                          <p:stCondLst>
                            <p:cond delay="0"/>
                          </p:stCondLst>
                        </p:cTn>
                        <p:tgtEl>
                          <p:spTgt spid="18"/>
                        </p:tgtEl>
                        <p:attrNameLst>
                          <p:attrName>style.visibility</p:attrName>
                        </p:attrNameLst>
                      </p:cBhvr>
                      <p:to>
                        <p:strVal val="visible"/>
                      </p:to>
                    </p:set>
                    <p:anim calcmode="lin" valueType="num">
                      <p:cBhvr additive="base">
                        <p:cTn dur="750" fill="hold"/>
                        <p:tgtEl>
                          <p:spTgt spid="18"/>
                        </p:tgtEl>
                        <p:attrNameLst>
                          <p:attrName>ppt_x</p:attrName>
                        </p:attrNameLst>
                      </p:cBhvr>
                      <p:tavLst>
                        <p:tav tm="0">
                          <p:val>
                            <p:strVal val="#ppt_x"/>
                          </p:val>
                        </p:tav>
                        <p:tav tm="100000">
                          <p:val>
                            <p:strVal val="#ppt_x"/>
                          </p:val>
                        </p:tav>
                      </p:tavLst>
                    </p:anim>
                    <p:anim calcmode="lin" valueType="num">
                      <p:cBhvr additive="base">
                        <p:cTn dur="750" fill="hold"/>
                        <p:tgtEl>
                          <p:spTgt spid="18"/>
                        </p:tgtEl>
                        <p:attrNameLst>
                          <p:attrName>ppt_y</p:attrName>
                        </p:attrNameLst>
                      </p:cBhvr>
                      <p:tavLst>
                        <p:tav tm="0">
                          <p:val>
                            <p:strVal val="0-#ppt_h/2"/>
                          </p:val>
                        </p:tav>
                        <p:tav tm="100000">
                          <p:val>
                            <p:strVal val="#ppt_y"/>
                          </p:val>
                        </p:tav>
                      </p:tavLst>
                    </p:anim>
                  </p:childTnLst>
                </p:cTn>
              </p:par>
            </p:tnLst>
          </p:tmpl>
        </p:tmplLst>
      </p:bldP>
      <p:bldP spid="19" grpId="0" animBg="1">
        <p:tmplLst>
          <p:tmpl>
            <p:tnLst>
              <p:par>
                <p:cTn presetID="2" presetClass="entr" presetSubtype="1" decel="100000" fill="hold" nodeType="withEffect">
                  <p:stCondLst>
                    <p:cond delay="25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750" fill="hold"/>
                        <p:tgtEl>
                          <p:spTgt spid="19"/>
                        </p:tgtEl>
                        <p:attrNameLst>
                          <p:attrName>ppt_x</p:attrName>
                        </p:attrNameLst>
                      </p:cBhvr>
                      <p:tavLst>
                        <p:tav tm="0">
                          <p:val>
                            <p:strVal val="#ppt_x"/>
                          </p:val>
                        </p:tav>
                        <p:tav tm="100000">
                          <p:val>
                            <p:strVal val="#ppt_x"/>
                          </p:val>
                        </p:tav>
                      </p:tavLst>
                    </p:anim>
                    <p:anim calcmode="lin" valueType="num">
                      <p:cBhvr additive="base">
                        <p:cTn dur="750" fill="hold"/>
                        <p:tgtEl>
                          <p:spTgt spid="19"/>
                        </p:tgtEl>
                        <p:attrNameLst>
                          <p:attrName>ppt_y</p:attrName>
                        </p:attrNameLst>
                      </p:cBhvr>
                      <p:tavLst>
                        <p:tav tm="0">
                          <p:val>
                            <p:strVal val="0-#ppt_h/2"/>
                          </p:val>
                        </p:tav>
                        <p:tav tm="100000">
                          <p:val>
                            <p:strVal val="#ppt_y"/>
                          </p:val>
                        </p:tav>
                      </p:tavLst>
                    </p:anim>
                  </p:childTnLst>
                </p:cTn>
              </p:par>
            </p:tnLst>
          </p:tmpl>
        </p:tmplLst>
      </p:bldP>
      <p:bldP spid="20" grpId="0"/>
      <p:bldP spid="21" grpId="0" build="p">
        <p:tmplLst>
          <p:tmpl lvl="1">
            <p:tnLst>
              <p:par>
                <p:cTn presetID="2" presetClass="entr" presetSubtype="4" decel="10000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500" fill="hold"/>
                        <p:tgtEl>
                          <p:spTgt spid="21"/>
                        </p:tgtEl>
                        <p:attrNameLst>
                          <p:attrName>ppt_x</p:attrName>
                        </p:attrNameLst>
                      </p:cBhvr>
                      <p:tavLst>
                        <p:tav tm="0">
                          <p:val>
                            <p:strVal val="#ppt_x"/>
                          </p:val>
                        </p:tav>
                        <p:tav tm="100000">
                          <p:val>
                            <p:strVal val="#ppt_x"/>
                          </p:val>
                        </p:tav>
                      </p:tavLst>
                    </p:anim>
                    <p:anim calcmode="lin" valueType="num">
                      <p:cBhvr additive="base">
                        <p:cTn dur="500" fill="hold"/>
                        <p:tgtEl>
                          <p:spTgt spid="21"/>
                        </p:tgtEl>
                        <p:attrNameLst>
                          <p:attrName>ppt_y</p:attrName>
                        </p:attrNameLst>
                      </p:cBhvr>
                      <p:tavLst>
                        <p:tav tm="0">
                          <p:val>
                            <p:strVal val="1+#ppt_h/2"/>
                          </p:val>
                        </p:tav>
                        <p:tav tm="100000">
                          <p:val>
                            <p:strVal val="#ppt_y"/>
                          </p:val>
                        </p:tav>
                      </p:tavLst>
                    </p:anim>
                  </p:childTnLst>
                </p:cTn>
              </p:par>
            </p:tnLst>
          </p:tmpl>
        </p:tmplLst>
      </p:bldP>
      <p:bldP spid="22" grpId="0" build="p">
        <p:tmplLst>
          <p:tmpl lvl="1">
            <p:tnLst>
              <p:par>
                <p:cTn presetID="2" presetClass="entr" presetSubtype="4" decel="100000"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 calcmode="lin" valueType="num">
                      <p:cBhvr additive="base">
                        <p:cTn dur="500" fill="hold"/>
                        <p:tgtEl>
                          <p:spTgt spid="22"/>
                        </p:tgtEl>
                        <p:attrNameLst>
                          <p:attrName>ppt_x</p:attrName>
                        </p:attrNameLst>
                      </p:cBhvr>
                      <p:tavLst>
                        <p:tav tm="0">
                          <p:val>
                            <p:strVal val="#ppt_x"/>
                          </p:val>
                        </p:tav>
                        <p:tav tm="100000">
                          <p:val>
                            <p:strVal val="#ppt_x"/>
                          </p:val>
                        </p:tav>
                      </p:tavLst>
                    </p:anim>
                    <p:anim calcmode="lin" valueType="num">
                      <p:cBhvr additive="base">
                        <p:cTn dur="500" fill="hold"/>
                        <p:tgtEl>
                          <p:spTgt spid="22"/>
                        </p:tgtEl>
                        <p:attrNameLst>
                          <p:attrName>ppt_y</p:attrName>
                        </p:attrNameLst>
                      </p:cBhvr>
                      <p:tavLst>
                        <p:tav tm="0">
                          <p:val>
                            <p:strVal val="1+#ppt_h/2"/>
                          </p:val>
                        </p:tav>
                        <p:tav tm="100000">
                          <p:val>
                            <p:strVal val="#ppt_y"/>
                          </p:val>
                        </p:tav>
                      </p:tavLst>
                    </p:anim>
                  </p:childTnLst>
                </p:cTn>
              </p:par>
            </p:tnLst>
          </p:tmpl>
        </p:tmplLst>
      </p:bldP>
      <p:bldP spid="23" grpId="0" animBg="1">
        <p:tmplLst>
          <p:tmpl>
            <p:tnLst>
              <p:par>
                <p:cTn presetID="2" presetClass="entr" presetSubtype="1" decel="100000" fill="hold" nodeType="withEffect">
                  <p:stCondLst>
                    <p:cond delay="25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750" fill="hold"/>
                        <p:tgtEl>
                          <p:spTgt spid="23"/>
                        </p:tgtEl>
                        <p:attrNameLst>
                          <p:attrName>ppt_x</p:attrName>
                        </p:attrNameLst>
                      </p:cBhvr>
                      <p:tavLst>
                        <p:tav tm="0">
                          <p:val>
                            <p:strVal val="#ppt_x"/>
                          </p:val>
                        </p:tav>
                        <p:tav tm="100000">
                          <p:val>
                            <p:strVal val="#ppt_x"/>
                          </p:val>
                        </p:tav>
                      </p:tavLst>
                    </p:anim>
                    <p:anim calcmode="lin" valueType="num">
                      <p:cBhvr additive="base">
                        <p:cTn dur="750" fill="hold"/>
                        <p:tgtEl>
                          <p:spTgt spid="23"/>
                        </p:tgtEl>
                        <p:attrNameLst>
                          <p:attrName>ppt_y</p:attrName>
                        </p:attrNameLst>
                      </p:cBhvr>
                      <p:tavLst>
                        <p:tav tm="0">
                          <p:val>
                            <p:strVal val="0-#ppt_h/2"/>
                          </p:val>
                        </p:tav>
                        <p:tav tm="100000">
                          <p:val>
                            <p:strVal val="#ppt_y"/>
                          </p:val>
                        </p:tav>
                      </p:tavLst>
                    </p:anim>
                  </p:childTnLst>
                </p:cTn>
              </p:par>
            </p:tnLst>
          </p:tmpl>
        </p:tmplLst>
      </p:bldP>
      <p:bldP spid="24" grpId="0" animBg="1">
        <p:tmplLst>
          <p:tmpl>
            <p:tnLst>
              <p:par>
                <p:cTn presetID="2" presetClass="entr" presetSubtype="1" decel="100000" fill="hold" nodeType="withEffect">
                  <p:stCondLst>
                    <p:cond delay="25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750" fill="hold"/>
                        <p:tgtEl>
                          <p:spTgt spid="24"/>
                        </p:tgtEl>
                        <p:attrNameLst>
                          <p:attrName>ppt_x</p:attrName>
                        </p:attrNameLst>
                      </p:cBhvr>
                      <p:tavLst>
                        <p:tav tm="0">
                          <p:val>
                            <p:strVal val="#ppt_x"/>
                          </p:val>
                        </p:tav>
                        <p:tav tm="100000">
                          <p:val>
                            <p:strVal val="#ppt_x"/>
                          </p:val>
                        </p:tav>
                      </p:tavLst>
                    </p:anim>
                    <p:anim calcmode="lin" valueType="num">
                      <p:cBhvr additive="base">
                        <p:cTn dur="750" fill="hold"/>
                        <p:tgtEl>
                          <p:spTgt spid="24"/>
                        </p:tgtEl>
                        <p:attrNameLst>
                          <p:attrName>ppt_y</p:attrName>
                        </p:attrNameLst>
                      </p:cBhvr>
                      <p:tavLst>
                        <p:tav tm="0">
                          <p:val>
                            <p:strVal val="0-#ppt_h/2"/>
                          </p:val>
                        </p:tav>
                        <p:tav tm="100000">
                          <p:val>
                            <p:strVal val="#ppt_y"/>
                          </p:val>
                        </p:tav>
                      </p:tavLst>
                    </p:anim>
                  </p:childTnLst>
                </p:cTn>
              </p:par>
            </p:tnLst>
          </p:tmpl>
        </p:tmplLst>
      </p:bldP>
      <p:bldP spid="25" grpId="0"/>
      <p:bldP spid="26" grpId="0" build="p">
        <p:tmplLst>
          <p:tmpl lvl="1">
            <p:tnLst>
              <p:par>
                <p:cTn presetID="2" presetClass="entr" presetSubtype="4" decel="10000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500" fill="hold"/>
                        <p:tgtEl>
                          <p:spTgt spid="26"/>
                        </p:tgtEl>
                        <p:attrNameLst>
                          <p:attrName>ppt_x</p:attrName>
                        </p:attrNameLst>
                      </p:cBhvr>
                      <p:tavLst>
                        <p:tav tm="0">
                          <p:val>
                            <p:strVal val="#ppt_x"/>
                          </p:val>
                        </p:tav>
                        <p:tav tm="100000">
                          <p:val>
                            <p:strVal val="#ppt_x"/>
                          </p:val>
                        </p:tav>
                      </p:tavLst>
                    </p:anim>
                    <p:anim calcmode="lin" valueType="num">
                      <p:cBhvr additive="base">
                        <p:cTn dur="500" fill="hold"/>
                        <p:tgtEl>
                          <p:spTgt spid="26"/>
                        </p:tgtEl>
                        <p:attrNameLst>
                          <p:attrName>ppt_y</p:attrName>
                        </p:attrNameLst>
                      </p:cBhvr>
                      <p:tavLst>
                        <p:tav tm="0">
                          <p:val>
                            <p:strVal val="1+#ppt_h/2"/>
                          </p:val>
                        </p:tav>
                        <p:tav tm="100000">
                          <p:val>
                            <p:strVal val="#ppt_y"/>
                          </p:val>
                        </p:tav>
                      </p:tavLst>
                    </p:anim>
                  </p:childTnLst>
                </p:cTn>
              </p:par>
            </p:tnLst>
          </p:tmpl>
        </p:tmplLst>
      </p:bldP>
      <p:bldP spid="27" grpId="0" build="p">
        <p:tmplLst>
          <p:tmpl lvl="1">
            <p:tnLst>
              <p:par>
                <p:cTn presetID="2" presetClass="entr" presetSubtype="4" decel="100000" fill="hold" nodeType="afterEffect">
                  <p:stCondLst>
                    <p:cond delay="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500" fill="hold"/>
                        <p:tgtEl>
                          <p:spTgt spid="27"/>
                        </p:tgtEl>
                        <p:attrNameLst>
                          <p:attrName>ppt_x</p:attrName>
                        </p:attrNameLst>
                      </p:cBhvr>
                      <p:tavLst>
                        <p:tav tm="0">
                          <p:val>
                            <p:strVal val="#ppt_x"/>
                          </p:val>
                        </p:tav>
                        <p:tav tm="100000">
                          <p:val>
                            <p:strVal val="#ppt_x"/>
                          </p:val>
                        </p:tav>
                      </p:tavLst>
                    </p:anim>
                    <p:anim calcmode="lin" valueType="num">
                      <p:cBhvr additive="base">
                        <p:cTn dur="500" fill="hold"/>
                        <p:tgtEl>
                          <p:spTgt spid="27"/>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 name="正方形/長方形 2"/>
          <p:cNvSpPr/>
          <p:nvPr userDrawn="1"/>
        </p:nvSpPr>
        <p:spPr>
          <a:xfrm>
            <a:off x="-29029" y="-29028"/>
            <a:ext cx="10492770" cy="10368000"/>
          </a:xfrm>
          <a:prstGeom prst="rect">
            <a:avLst/>
          </a:prstGeom>
          <a:blipFill dpi="0" rotWithShape="0">
            <a:blip r:embed="rId2"/>
            <a:srcRect/>
            <a:tile tx="0" ty="0" sx="100000" sy="100000" flip="none" algn="tl"/>
          </a:blipFill>
          <a:ln>
            <a:noFill/>
          </a:ln>
          <a:effectLst>
            <a:outerShdw blurRad="101600" dist="889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106" name="直線コネクタ 105"/>
          <p:cNvCxnSpPr/>
          <p:nvPr userDrawn="1"/>
        </p:nvCxnSpPr>
        <p:spPr>
          <a:xfrm>
            <a:off x="10325687" y="0"/>
            <a:ext cx="0" cy="1028700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 name="テキスト プレースホルダー 5"/>
          <p:cNvSpPr>
            <a:spLocks noGrp="1"/>
          </p:cNvSpPr>
          <p:nvPr>
            <p:ph type="body" sz="quarter" idx="16" hasCustomPrompt="1"/>
          </p:nvPr>
        </p:nvSpPr>
        <p:spPr>
          <a:xfrm>
            <a:off x="1372410" y="2501896"/>
            <a:ext cx="7266248" cy="5689600"/>
          </a:xfrm>
          <a:prstGeom prst="rect">
            <a:avLst/>
          </a:prstGeom>
        </p:spPr>
        <p:txBody>
          <a:bodyPr anchor="ctr">
            <a:noAutofit/>
          </a:bodyPr>
          <a:lstStyle>
            <a:lvl1pPr algn="ctr">
              <a:lnSpc>
                <a:spcPts val="10000"/>
              </a:lnSpc>
              <a:spcBef>
                <a:spcPts val="0"/>
              </a:spcBef>
              <a:defRPr sz="12000" i="0" baseline="0">
                <a:blipFill dpi="0" rotWithShape="1">
                  <a:blip r:embed="rId3"/>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a:t>
            </a:r>
            <a:br>
              <a:rPr kumimoji="1" lang="en-US" altLang="ja-JP" dirty="0"/>
            </a:br>
            <a:r>
              <a:rPr kumimoji="1" lang="en-US" altLang="ja-JP" dirty="0"/>
              <a:t>HERE</a:t>
            </a:r>
            <a:endParaRPr kumimoji="1" lang="ja-JP" altLang="en-US" dirty="0"/>
          </a:p>
        </p:txBody>
      </p:sp>
      <p:grpSp>
        <p:nvGrpSpPr>
          <p:cNvPr id="50" name="グループ化 49"/>
          <p:cNvGrpSpPr/>
          <p:nvPr userDrawn="1"/>
        </p:nvGrpSpPr>
        <p:grpSpPr>
          <a:xfrm>
            <a:off x="8596454" y="859719"/>
            <a:ext cx="2002861" cy="1003665"/>
            <a:chOff x="7280704" y="761243"/>
            <a:chExt cx="2002861" cy="1003665"/>
          </a:xfrm>
        </p:grpSpPr>
        <p:sp>
          <p:nvSpPr>
            <p:cNvPr id="12"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円/楕円 14"/>
            <p:cNvSpPr/>
            <p:nvPr userDrawn="1"/>
          </p:nvSpPr>
          <p:spPr>
            <a:xfrm>
              <a:off x="9105787" y="761243"/>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p:cNvCxnSpPr/>
            <p:nvPr/>
          </p:nvCxnSpPr>
          <p:spPr>
            <a:xfrm flipH="1">
              <a:off x="7815410" y="974115"/>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flipH="1">
              <a:off x="7815410" y="1637690"/>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flipH="1">
              <a:off x="7468699" y="974115"/>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flipH="1" flipV="1">
              <a:off x="7468699" y="1313841"/>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7" name="正方形/長方形 16"/>
            <p:cNvSpPr/>
            <p:nvPr userDrawn="1"/>
          </p:nvSpPr>
          <p:spPr>
            <a:xfrm>
              <a:off x="8227083" y="865019"/>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1" name="グループ化 50"/>
          <p:cNvGrpSpPr/>
          <p:nvPr userDrawn="1"/>
        </p:nvGrpSpPr>
        <p:grpSpPr>
          <a:xfrm>
            <a:off x="8596454" y="2364945"/>
            <a:ext cx="2002861" cy="1003665"/>
            <a:chOff x="7280704" y="2081261"/>
            <a:chExt cx="2002861" cy="1003665"/>
          </a:xfrm>
        </p:grpSpPr>
        <p:sp>
          <p:nvSpPr>
            <p:cNvPr id="43" name="二等辺三角形 10"/>
            <p:cNvSpPr/>
            <p:nvPr userDrawn="1"/>
          </p:nvSpPr>
          <p:spPr>
            <a:xfrm rot="16200000" flipH="1">
              <a:off x="7831989" y="1633753"/>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円/楕円 14"/>
            <p:cNvSpPr/>
            <p:nvPr userDrawn="1"/>
          </p:nvSpPr>
          <p:spPr>
            <a:xfrm>
              <a:off x="9105787" y="2081261"/>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p:cNvCxnSpPr/>
            <p:nvPr/>
          </p:nvCxnSpPr>
          <p:spPr>
            <a:xfrm flipH="1">
              <a:off x="7815410" y="2294133"/>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p:nvCxnSpPr>
          <p:spPr>
            <a:xfrm flipH="1">
              <a:off x="7815410" y="2957708"/>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flipH="1">
              <a:off x="7468699" y="2294133"/>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p:nvCxnSpPr>
          <p:spPr>
            <a:xfrm flipH="1" flipV="1">
              <a:off x="7468699" y="2633859"/>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49" name="正方形/長方形 48"/>
            <p:cNvSpPr/>
            <p:nvPr userDrawn="1"/>
          </p:nvSpPr>
          <p:spPr>
            <a:xfrm>
              <a:off x="8227083" y="2185037"/>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2" name="グループ化 51"/>
          <p:cNvGrpSpPr/>
          <p:nvPr userDrawn="1"/>
        </p:nvGrpSpPr>
        <p:grpSpPr>
          <a:xfrm>
            <a:off x="8596454" y="3870171"/>
            <a:ext cx="2002861" cy="1003665"/>
            <a:chOff x="7280704" y="761243"/>
            <a:chExt cx="2002861" cy="1003665"/>
          </a:xfrm>
        </p:grpSpPr>
        <p:sp>
          <p:nvSpPr>
            <p:cNvPr id="53"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円/楕円 14"/>
            <p:cNvSpPr/>
            <p:nvPr userDrawn="1"/>
          </p:nvSpPr>
          <p:spPr>
            <a:xfrm>
              <a:off x="9105787" y="761243"/>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5" name="直線コネクタ 54"/>
            <p:cNvCxnSpPr/>
            <p:nvPr/>
          </p:nvCxnSpPr>
          <p:spPr>
            <a:xfrm flipH="1">
              <a:off x="7815410" y="974115"/>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直線コネクタ 55"/>
            <p:cNvCxnSpPr/>
            <p:nvPr/>
          </p:nvCxnSpPr>
          <p:spPr>
            <a:xfrm flipH="1">
              <a:off x="7815410" y="1637690"/>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直線コネクタ 56"/>
            <p:cNvCxnSpPr/>
            <p:nvPr/>
          </p:nvCxnSpPr>
          <p:spPr>
            <a:xfrm flipH="1">
              <a:off x="7468699" y="974115"/>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8" name="直線コネクタ 57"/>
            <p:cNvCxnSpPr/>
            <p:nvPr/>
          </p:nvCxnSpPr>
          <p:spPr>
            <a:xfrm flipH="1" flipV="1">
              <a:off x="7468699" y="1313841"/>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59" name="正方形/長方形 58"/>
            <p:cNvSpPr/>
            <p:nvPr userDrawn="1"/>
          </p:nvSpPr>
          <p:spPr>
            <a:xfrm>
              <a:off x="8227083" y="865019"/>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0" name="グループ化 59"/>
          <p:cNvGrpSpPr/>
          <p:nvPr userDrawn="1"/>
        </p:nvGrpSpPr>
        <p:grpSpPr>
          <a:xfrm>
            <a:off x="8596454" y="5375397"/>
            <a:ext cx="2002861" cy="1003665"/>
            <a:chOff x="7280704" y="2081261"/>
            <a:chExt cx="2002861" cy="1003665"/>
          </a:xfrm>
        </p:grpSpPr>
        <p:sp>
          <p:nvSpPr>
            <p:cNvPr id="61" name="二等辺三角形 10"/>
            <p:cNvSpPr/>
            <p:nvPr userDrawn="1"/>
          </p:nvSpPr>
          <p:spPr>
            <a:xfrm rot="16200000" flipH="1">
              <a:off x="7831989" y="1633753"/>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円/楕円 14"/>
            <p:cNvSpPr/>
            <p:nvPr userDrawn="1"/>
          </p:nvSpPr>
          <p:spPr>
            <a:xfrm>
              <a:off x="9105787" y="2081261"/>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3" name="直線コネクタ 62"/>
            <p:cNvCxnSpPr/>
            <p:nvPr/>
          </p:nvCxnSpPr>
          <p:spPr>
            <a:xfrm flipH="1">
              <a:off x="7815410" y="2294133"/>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4" name="直線コネクタ 63"/>
            <p:cNvCxnSpPr/>
            <p:nvPr/>
          </p:nvCxnSpPr>
          <p:spPr>
            <a:xfrm flipH="1">
              <a:off x="7815410" y="2957708"/>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5" name="直線コネクタ 64"/>
            <p:cNvCxnSpPr/>
            <p:nvPr/>
          </p:nvCxnSpPr>
          <p:spPr>
            <a:xfrm flipH="1">
              <a:off x="7468699" y="2294133"/>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6" name="直線コネクタ 65"/>
            <p:cNvCxnSpPr/>
            <p:nvPr/>
          </p:nvCxnSpPr>
          <p:spPr>
            <a:xfrm flipH="1" flipV="1">
              <a:off x="7468699" y="2633859"/>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67" name="正方形/長方形 66"/>
            <p:cNvSpPr/>
            <p:nvPr userDrawn="1"/>
          </p:nvSpPr>
          <p:spPr>
            <a:xfrm>
              <a:off x="8227083" y="2185037"/>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8" name="グループ化 67"/>
          <p:cNvGrpSpPr/>
          <p:nvPr userDrawn="1"/>
        </p:nvGrpSpPr>
        <p:grpSpPr>
          <a:xfrm>
            <a:off x="8596454" y="6880623"/>
            <a:ext cx="2002861" cy="1003665"/>
            <a:chOff x="7280704" y="761243"/>
            <a:chExt cx="2002861" cy="1003665"/>
          </a:xfrm>
        </p:grpSpPr>
        <p:sp>
          <p:nvSpPr>
            <p:cNvPr id="69"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円/楕円 14"/>
            <p:cNvSpPr/>
            <p:nvPr userDrawn="1"/>
          </p:nvSpPr>
          <p:spPr>
            <a:xfrm>
              <a:off x="9105787" y="761243"/>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1" name="直線コネクタ 70"/>
            <p:cNvCxnSpPr/>
            <p:nvPr/>
          </p:nvCxnSpPr>
          <p:spPr>
            <a:xfrm flipH="1">
              <a:off x="7815410" y="974115"/>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2" name="直線コネクタ 71"/>
            <p:cNvCxnSpPr/>
            <p:nvPr/>
          </p:nvCxnSpPr>
          <p:spPr>
            <a:xfrm flipH="1">
              <a:off x="7815410" y="1637690"/>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3" name="直線コネクタ 72"/>
            <p:cNvCxnSpPr/>
            <p:nvPr/>
          </p:nvCxnSpPr>
          <p:spPr>
            <a:xfrm flipH="1">
              <a:off x="7468699" y="974115"/>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4" name="直線コネクタ 73"/>
            <p:cNvCxnSpPr/>
            <p:nvPr/>
          </p:nvCxnSpPr>
          <p:spPr>
            <a:xfrm flipH="1" flipV="1">
              <a:off x="7468699" y="1313841"/>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75" name="正方形/長方形 74"/>
            <p:cNvSpPr/>
            <p:nvPr userDrawn="1"/>
          </p:nvSpPr>
          <p:spPr>
            <a:xfrm>
              <a:off x="8227083" y="865019"/>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6" name="グループ化 75"/>
          <p:cNvGrpSpPr/>
          <p:nvPr userDrawn="1"/>
        </p:nvGrpSpPr>
        <p:grpSpPr>
          <a:xfrm>
            <a:off x="8596454" y="8385848"/>
            <a:ext cx="2002861" cy="1003665"/>
            <a:chOff x="7280704" y="2081261"/>
            <a:chExt cx="2002861" cy="1003665"/>
          </a:xfrm>
        </p:grpSpPr>
        <p:sp>
          <p:nvSpPr>
            <p:cNvPr id="77" name="二等辺三角形 10"/>
            <p:cNvSpPr/>
            <p:nvPr userDrawn="1"/>
          </p:nvSpPr>
          <p:spPr>
            <a:xfrm rot="16200000" flipH="1">
              <a:off x="7831989" y="1633753"/>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円/楕円 14"/>
            <p:cNvSpPr/>
            <p:nvPr userDrawn="1"/>
          </p:nvSpPr>
          <p:spPr>
            <a:xfrm>
              <a:off x="9105787" y="2081261"/>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9" name="直線コネクタ 78"/>
            <p:cNvCxnSpPr/>
            <p:nvPr/>
          </p:nvCxnSpPr>
          <p:spPr>
            <a:xfrm flipH="1">
              <a:off x="7815410" y="2294133"/>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0" name="直線コネクタ 79"/>
            <p:cNvCxnSpPr/>
            <p:nvPr/>
          </p:nvCxnSpPr>
          <p:spPr>
            <a:xfrm flipH="1">
              <a:off x="7815410" y="2957708"/>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1" name="直線コネクタ 80"/>
            <p:cNvCxnSpPr/>
            <p:nvPr/>
          </p:nvCxnSpPr>
          <p:spPr>
            <a:xfrm flipH="1">
              <a:off x="7468699" y="2294133"/>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2" name="直線コネクタ 81"/>
            <p:cNvCxnSpPr/>
            <p:nvPr/>
          </p:nvCxnSpPr>
          <p:spPr>
            <a:xfrm flipH="1" flipV="1">
              <a:off x="7468699" y="2633859"/>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83" name="正方形/長方形 82"/>
            <p:cNvSpPr/>
            <p:nvPr userDrawn="1"/>
          </p:nvSpPr>
          <p:spPr>
            <a:xfrm>
              <a:off x="8227083" y="2185037"/>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4" name="グループ化 83"/>
          <p:cNvGrpSpPr/>
          <p:nvPr userDrawn="1"/>
        </p:nvGrpSpPr>
        <p:grpSpPr>
          <a:xfrm>
            <a:off x="16778435" y="339170"/>
            <a:ext cx="1150664" cy="1150664"/>
            <a:chOff x="7418859" y="2569953"/>
            <a:chExt cx="934639" cy="934639"/>
          </a:xfrm>
        </p:grpSpPr>
        <p:sp>
          <p:nvSpPr>
            <p:cNvPr id="85" name="涙形 84"/>
            <p:cNvSpPr/>
            <p:nvPr/>
          </p:nvSpPr>
          <p:spPr>
            <a:xfrm>
              <a:off x="7418859" y="2569953"/>
              <a:ext cx="934639" cy="934639"/>
            </a:xfrm>
            <a:prstGeom prst="teardrop">
              <a:avLst/>
            </a:prstGeom>
            <a:blipFill>
              <a:blip r:embed="rId3"/>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涙形 85"/>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7"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88" name="テキスト プレースホルダー 5"/>
          <p:cNvSpPr>
            <a:spLocks noGrp="1"/>
          </p:cNvSpPr>
          <p:nvPr>
            <p:ph type="body" sz="quarter" idx="21" hasCustomPrompt="1"/>
          </p:nvPr>
        </p:nvSpPr>
        <p:spPr>
          <a:xfrm>
            <a:off x="8957804" y="1072591"/>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89" name="テキスト プレースホルダー 5"/>
          <p:cNvSpPr>
            <a:spLocks noGrp="1"/>
          </p:cNvSpPr>
          <p:nvPr>
            <p:ph type="body" sz="quarter" idx="22" hasCustomPrompt="1"/>
          </p:nvPr>
        </p:nvSpPr>
        <p:spPr>
          <a:xfrm>
            <a:off x="8957804" y="2576815"/>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90" name="テキスト プレースホルダー 5"/>
          <p:cNvSpPr>
            <a:spLocks noGrp="1"/>
          </p:cNvSpPr>
          <p:nvPr>
            <p:ph type="body" sz="quarter" idx="23" hasCustomPrompt="1"/>
          </p:nvPr>
        </p:nvSpPr>
        <p:spPr>
          <a:xfrm>
            <a:off x="8957804" y="4081039"/>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91" name="テキスト プレースホルダー 5"/>
          <p:cNvSpPr>
            <a:spLocks noGrp="1"/>
          </p:cNvSpPr>
          <p:nvPr>
            <p:ph type="body" sz="quarter" idx="24" hasCustomPrompt="1"/>
          </p:nvPr>
        </p:nvSpPr>
        <p:spPr>
          <a:xfrm>
            <a:off x="8957804" y="5585263"/>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92" name="テキスト プレースホルダー 5"/>
          <p:cNvSpPr>
            <a:spLocks noGrp="1"/>
          </p:cNvSpPr>
          <p:nvPr>
            <p:ph type="body" sz="quarter" idx="25" hasCustomPrompt="1"/>
          </p:nvPr>
        </p:nvSpPr>
        <p:spPr>
          <a:xfrm>
            <a:off x="8957804" y="7089487"/>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93" name="テキスト プレースホルダー 5"/>
          <p:cNvSpPr>
            <a:spLocks noGrp="1"/>
          </p:cNvSpPr>
          <p:nvPr>
            <p:ph type="body" sz="quarter" idx="26" hasCustomPrompt="1"/>
          </p:nvPr>
        </p:nvSpPr>
        <p:spPr>
          <a:xfrm>
            <a:off x="8957804" y="8593712"/>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94" name="テキスト プレースホルダー 5"/>
          <p:cNvSpPr>
            <a:spLocks noGrp="1"/>
          </p:cNvSpPr>
          <p:nvPr>
            <p:ph type="body" sz="quarter" idx="13" hasCustomPrompt="1"/>
          </p:nvPr>
        </p:nvSpPr>
        <p:spPr>
          <a:xfrm>
            <a:off x="10669655" y="928570"/>
            <a:ext cx="5705139" cy="972107"/>
          </a:xfrm>
          <a:prstGeom prst="rect">
            <a:avLst/>
          </a:prstGeom>
        </p:spPr>
        <p:txBody>
          <a:bodyPr anchor="ctr">
            <a:noAutofit/>
          </a:bodyPr>
          <a:lstStyle>
            <a:lvl1pPr algn="l">
              <a:lnSpc>
                <a:spcPct val="100000"/>
              </a:lnSpc>
              <a:spcBef>
                <a:spcPts val="0"/>
              </a:spcBef>
              <a:defRPr sz="3600" i="0" baseline="0">
                <a:solidFill>
                  <a:schemeClr val="accent2">
                    <a:lumMod val="75000"/>
                  </a:schemeClr>
                </a:solidFill>
                <a:effectLst>
                  <a:innerShdw blurRad="114300">
                    <a:prstClr val="black"/>
                  </a:innerShdw>
                </a:effectLst>
                <a:latin typeface="+mj-lt"/>
              </a:defRPr>
            </a:lvl1pPr>
          </a:lstStyle>
          <a:p>
            <a:pPr lvl="0"/>
            <a:r>
              <a:rPr kumimoji="1" lang="en-US" altLang="ja-JP" dirty="0"/>
              <a:t>HEADING GORS Here</a:t>
            </a:r>
            <a:endParaRPr kumimoji="1" lang="ja-JP" altLang="en-US" dirty="0"/>
          </a:p>
        </p:txBody>
      </p:sp>
      <p:sp>
        <p:nvSpPr>
          <p:cNvPr id="95" name="テキスト プレースホルダー 5"/>
          <p:cNvSpPr>
            <a:spLocks noGrp="1"/>
          </p:cNvSpPr>
          <p:nvPr>
            <p:ph type="body" sz="quarter" idx="12" hasCustomPrompt="1"/>
          </p:nvPr>
        </p:nvSpPr>
        <p:spPr>
          <a:xfrm>
            <a:off x="10669655" y="7644803"/>
            <a:ext cx="5711897" cy="528732"/>
          </a:xfrm>
          <a:prstGeom prst="rect">
            <a:avLst/>
          </a:prstGeo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96" name="テキスト プレースホルダー 5"/>
          <p:cNvSpPr>
            <a:spLocks noGrp="1"/>
          </p:cNvSpPr>
          <p:nvPr>
            <p:ph type="body" sz="quarter" idx="27" hasCustomPrompt="1"/>
          </p:nvPr>
        </p:nvSpPr>
        <p:spPr>
          <a:xfrm>
            <a:off x="10669655" y="6950218"/>
            <a:ext cx="5705139" cy="972107"/>
          </a:xfrm>
          <a:prstGeom prst="rect">
            <a:avLst/>
          </a:prstGeom>
        </p:spPr>
        <p:txBody>
          <a:bodyPr anchor="ctr">
            <a:noAutofit/>
          </a:bodyPr>
          <a:lstStyle>
            <a:lvl1pPr algn="l">
              <a:lnSpc>
                <a:spcPct val="100000"/>
              </a:lnSpc>
              <a:spcBef>
                <a:spcPts val="0"/>
              </a:spcBef>
              <a:defRPr sz="3600" i="0" baseline="0">
                <a:solidFill>
                  <a:schemeClr val="accent2">
                    <a:lumMod val="75000"/>
                  </a:schemeClr>
                </a:solidFill>
                <a:effectLst>
                  <a:innerShdw blurRad="114300">
                    <a:prstClr val="black"/>
                  </a:innerShdw>
                </a:effectLst>
                <a:latin typeface="+mj-lt"/>
              </a:defRPr>
            </a:lvl1pPr>
          </a:lstStyle>
          <a:p>
            <a:pPr lvl="0"/>
            <a:r>
              <a:rPr kumimoji="1" lang="en-US" altLang="ja-JP" dirty="0"/>
              <a:t>HEADING GORS Here</a:t>
            </a:r>
            <a:endParaRPr kumimoji="1" lang="ja-JP" altLang="en-US" dirty="0"/>
          </a:p>
        </p:txBody>
      </p:sp>
      <p:sp>
        <p:nvSpPr>
          <p:cNvPr id="97" name="テキスト プレースホルダー 5"/>
          <p:cNvSpPr>
            <a:spLocks noGrp="1"/>
          </p:cNvSpPr>
          <p:nvPr>
            <p:ph type="body" sz="quarter" idx="28" hasCustomPrompt="1"/>
          </p:nvPr>
        </p:nvSpPr>
        <p:spPr>
          <a:xfrm>
            <a:off x="10669655" y="6138921"/>
            <a:ext cx="5711897" cy="528732"/>
          </a:xfrm>
          <a:prstGeom prst="rect">
            <a:avLst/>
          </a:prstGeo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98" name="テキスト プレースホルダー 5"/>
          <p:cNvSpPr>
            <a:spLocks noGrp="1"/>
          </p:cNvSpPr>
          <p:nvPr>
            <p:ph type="body" sz="quarter" idx="29" hasCustomPrompt="1"/>
          </p:nvPr>
        </p:nvSpPr>
        <p:spPr>
          <a:xfrm>
            <a:off x="10669655" y="3939394"/>
            <a:ext cx="5705139" cy="972107"/>
          </a:xfrm>
          <a:prstGeom prst="rect">
            <a:avLst/>
          </a:prstGeom>
        </p:spPr>
        <p:txBody>
          <a:bodyPr anchor="ctr">
            <a:noAutofit/>
          </a:bodyPr>
          <a:lstStyle>
            <a:lvl1pPr algn="l">
              <a:lnSpc>
                <a:spcPct val="100000"/>
              </a:lnSpc>
              <a:spcBef>
                <a:spcPts val="0"/>
              </a:spcBef>
              <a:defRPr sz="3600" i="0" baseline="0">
                <a:solidFill>
                  <a:schemeClr val="accent2">
                    <a:lumMod val="75000"/>
                  </a:schemeClr>
                </a:solidFill>
                <a:effectLst>
                  <a:innerShdw blurRad="114300">
                    <a:prstClr val="black"/>
                  </a:innerShdw>
                </a:effectLst>
                <a:latin typeface="+mj-lt"/>
              </a:defRPr>
            </a:lvl1pPr>
          </a:lstStyle>
          <a:p>
            <a:pPr lvl="0"/>
            <a:r>
              <a:rPr kumimoji="1" lang="en-US" altLang="ja-JP" dirty="0"/>
              <a:t>HEADING GORS Here</a:t>
            </a:r>
            <a:endParaRPr kumimoji="1" lang="ja-JP" altLang="en-US" dirty="0"/>
          </a:p>
        </p:txBody>
      </p:sp>
      <p:sp>
        <p:nvSpPr>
          <p:cNvPr id="99" name="テキスト プレースホルダー 5"/>
          <p:cNvSpPr>
            <a:spLocks noGrp="1"/>
          </p:cNvSpPr>
          <p:nvPr>
            <p:ph type="body" sz="quarter" idx="30" hasCustomPrompt="1"/>
          </p:nvPr>
        </p:nvSpPr>
        <p:spPr>
          <a:xfrm>
            <a:off x="10669655" y="1621275"/>
            <a:ext cx="5711897" cy="528732"/>
          </a:xfrm>
          <a:prstGeom prst="rect">
            <a:avLst/>
          </a:prstGeo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00" name="テキスト プレースホルダー 5"/>
          <p:cNvSpPr>
            <a:spLocks noGrp="1"/>
          </p:cNvSpPr>
          <p:nvPr>
            <p:ph type="body" sz="quarter" idx="31" hasCustomPrompt="1"/>
          </p:nvPr>
        </p:nvSpPr>
        <p:spPr>
          <a:xfrm>
            <a:off x="10669655" y="5444806"/>
            <a:ext cx="5705139" cy="972107"/>
          </a:xfrm>
          <a:prstGeom prst="rect">
            <a:avLst/>
          </a:prstGeom>
        </p:spPr>
        <p:txBody>
          <a:bodyPr anchor="ctr">
            <a:noAutofit/>
          </a:bodyPr>
          <a:lstStyle>
            <a:lvl1pPr algn="l">
              <a:lnSpc>
                <a:spcPct val="100000"/>
              </a:lnSpc>
              <a:spcBef>
                <a:spcPts val="0"/>
              </a:spcBef>
              <a:defRPr sz="3600" i="0" baseline="0">
                <a:solidFill>
                  <a:schemeClr val="accent2">
                    <a:lumMod val="75000"/>
                  </a:schemeClr>
                </a:solidFill>
                <a:effectLst>
                  <a:innerShdw blurRad="114300">
                    <a:prstClr val="black"/>
                  </a:innerShdw>
                </a:effectLst>
                <a:latin typeface="+mj-lt"/>
              </a:defRPr>
            </a:lvl1pPr>
          </a:lstStyle>
          <a:p>
            <a:pPr lvl="0"/>
            <a:r>
              <a:rPr kumimoji="1" lang="en-US" altLang="ja-JP" dirty="0"/>
              <a:t>HEADING GORS Here</a:t>
            </a:r>
            <a:endParaRPr kumimoji="1" lang="ja-JP" altLang="en-US" dirty="0"/>
          </a:p>
        </p:txBody>
      </p:sp>
      <p:sp>
        <p:nvSpPr>
          <p:cNvPr id="101" name="テキスト プレースホルダー 5"/>
          <p:cNvSpPr>
            <a:spLocks noGrp="1"/>
          </p:cNvSpPr>
          <p:nvPr>
            <p:ph type="body" sz="quarter" idx="32" hasCustomPrompt="1"/>
          </p:nvPr>
        </p:nvSpPr>
        <p:spPr>
          <a:xfrm>
            <a:off x="10669655" y="3127157"/>
            <a:ext cx="5711897" cy="528732"/>
          </a:xfrm>
          <a:prstGeom prst="rect">
            <a:avLst/>
          </a:prstGeo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02" name="テキスト プレースホルダー 5"/>
          <p:cNvSpPr>
            <a:spLocks noGrp="1"/>
          </p:cNvSpPr>
          <p:nvPr>
            <p:ph type="body" sz="quarter" idx="33" hasCustomPrompt="1"/>
          </p:nvPr>
        </p:nvSpPr>
        <p:spPr>
          <a:xfrm>
            <a:off x="10669655" y="2433982"/>
            <a:ext cx="5705139" cy="972107"/>
          </a:xfrm>
          <a:prstGeom prst="rect">
            <a:avLst/>
          </a:prstGeom>
        </p:spPr>
        <p:txBody>
          <a:bodyPr anchor="ctr">
            <a:noAutofit/>
          </a:bodyPr>
          <a:lstStyle>
            <a:lvl1pPr algn="l">
              <a:lnSpc>
                <a:spcPct val="100000"/>
              </a:lnSpc>
              <a:spcBef>
                <a:spcPts val="0"/>
              </a:spcBef>
              <a:defRPr sz="3600" i="0" baseline="0">
                <a:solidFill>
                  <a:schemeClr val="accent2">
                    <a:lumMod val="75000"/>
                  </a:schemeClr>
                </a:solidFill>
                <a:effectLst>
                  <a:innerShdw blurRad="114300">
                    <a:prstClr val="black"/>
                  </a:innerShdw>
                </a:effectLst>
                <a:latin typeface="+mj-lt"/>
              </a:defRPr>
            </a:lvl1pPr>
          </a:lstStyle>
          <a:p>
            <a:pPr lvl="0"/>
            <a:r>
              <a:rPr kumimoji="1" lang="en-US" altLang="ja-JP" dirty="0"/>
              <a:t>HEADING GORS Here</a:t>
            </a:r>
            <a:endParaRPr kumimoji="1" lang="ja-JP" altLang="en-US" dirty="0"/>
          </a:p>
        </p:txBody>
      </p:sp>
      <p:sp>
        <p:nvSpPr>
          <p:cNvPr id="103" name="テキスト プレースホルダー 5"/>
          <p:cNvSpPr>
            <a:spLocks noGrp="1"/>
          </p:cNvSpPr>
          <p:nvPr>
            <p:ph type="body" sz="quarter" idx="34" hasCustomPrompt="1"/>
          </p:nvPr>
        </p:nvSpPr>
        <p:spPr>
          <a:xfrm>
            <a:off x="10669655" y="4633039"/>
            <a:ext cx="5711897" cy="528732"/>
          </a:xfrm>
          <a:prstGeom prst="rect">
            <a:avLst/>
          </a:prstGeo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04" name="テキスト プレースホルダー 5"/>
          <p:cNvSpPr>
            <a:spLocks noGrp="1"/>
          </p:cNvSpPr>
          <p:nvPr>
            <p:ph type="body" sz="quarter" idx="35" hasCustomPrompt="1"/>
          </p:nvPr>
        </p:nvSpPr>
        <p:spPr>
          <a:xfrm>
            <a:off x="10669655" y="8455632"/>
            <a:ext cx="5705139" cy="972107"/>
          </a:xfrm>
          <a:prstGeom prst="rect">
            <a:avLst/>
          </a:prstGeom>
        </p:spPr>
        <p:txBody>
          <a:bodyPr anchor="ctr">
            <a:noAutofit/>
          </a:bodyPr>
          <a:lstStyle>
            <a:lvl1pPr algn="l">
              <a:lnSpc>
                <a:spcPct val="100000"/>
              </a:lnSpc>
              <a:spcBef>
                <a:spcPts val="0"/>
              </a:spcBef>
              <a:defRPr sz="3600" i="0" baseline="0">
                <a:solidFill>
                  <a:schemeClr val="accent2">
                    <a:lumMod val="75000"/>
                  </a:schemeClr>
                </a:solidFill>
                <a:effectLst>
                  <a:innerShdw blurRad="114300">
                    <a:prstClr val="black"/>
                  </a:innerShdw>
                </a:effectLst>
                <a:latin typeface="+mj-lt"/>
              </a:defRPr>
            </a:lvl1pPr>
          </a:lstStyle>
          <a:p>
            <a:pPr lvl="0"/>
            <a:r>
              <a:rPr kumimoji="1" lang="en-US" altLang="ja-JP" dirty="0"/>
              <a:t>HEADING GORS Here</a:t>
            </a:r>
            <a:endParaRPr kumimoji="1" lang="ja-JP" altLang="en-US" dirty="0"/>
          </a:p>
        </p:txBody>
      </p:sp>
      <p:sp>
        <p:nvSpPr>
          <p:cNvPr id="105" name="テキスト プレースホルダー 5"/>
          <p:cNvSpPr>
            <a:spLocks noGrp="1"/>
          </p:cNvSpPr>
          <p:nvPr>
            <p:ph type="body" sz="quarter" idx="36" hasCustomPrompt="1"/>
          </p:nvPr>
        </p:nvSpPr>
        <p:spPr>
          <a:xfrm>
            <a:off x="10669655" y="9150685"/>
            <a:ext cx="5711897" cy="528732"/>
          </a:xfrm>
          <a:prstGeom prst="rect">
            <a:avLst/>
          </a:prstGeo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1259748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500" fill="hold"/>
                                        <p:tgtEl>
                                          <p:spTgt spid="84"/>
                                        </p:tgtEl>
                                        <p:attrNameLst>
                                          <p:attrName>ppt_x</p:attrName>
                                        </p:attrNameLst>
                                      </p:cBhvr>
                                      <p:tavLst>
                                        <p:tav tm="0">
                                          <p:val>
                                            <p:strVal val="#ppt_x"/>
                                          </p:val>
                                        </p:tav>
                                        <p:tav tm="100000">
                                          <p:val>
                                            <p:strVal val="#ppt_x"/>
                                          </p:val>
                                        </p:tav>
                                      </p:tavLst>
                                    </p:anim>
                                    <p:anim calcmode="lin" valueType="num">
                                      <p:cBhvr additive="base">
                                        <p:cTn id="8" dur="500" fill="hold"/>
                                        <p:tgtEl>
                                          <p:spTgt spid="8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87"/>
                                        </p:tgtEl>
                                        <p:attrNameLst>
                                          <p:attrName>style.visibility</p:attrName>
                                        </p:attrNameLst>
                                      </p:cBhvr>
                                      <p:to>
                                        <p:strVal val="visible"/>
                                      </p:to>
                                    </p:set>
                                    <p:anim calcmode="lin" valueType="num">
                                      <p:cBhvr additive="base">
                                        <p:cTn id="11" dur="500" fill="hold"/>
                                        <p:tgtEl>
                                          <p:spTgt spid="87"/>
                                        </p:tgtEl>
                                        <p:attrNameLst>
                                          <p:attrName>ppt_x</p:attrName>
                                        </p:attrNameLst>
                                      </p:cBhvr>
                                      <p:tavLst>
                                        <p:tav tm="0">
                                          <p:val>
                                            <p:strVal val="#ppt_x"/>
                                          </p:val>
                                        </p:tav>
                                        <p:tav tm="100000">
                                          <p:val>
                                            <p:strVal val="#ppt_x"/>
                                          </p:val>
                                        </p:tav>
                                      </p:tavLst>
                                    </p:anim>
                                    <p:anim calcmode="lin" valueType="num">
                                      <p:cBhvr additive="base">
                                        <p:cTn id="12" dur="500" fill="hold"/>
                                        <p:tgtEl>
                                          <p:spTgt spid="87"/>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106"/>
                                        </p:tgtEl>
                                        <p:attrNameLst>
                                          <p:attrName>style.visibility</p:attrName>
                                        </p:attrNameLst>
                                      </p:cBhvr>
                                      <p:to>
                                        <p:strVal val="visible"/>
                                      </p:to>
                                    </p:set>
                                    <p:animEffect transition="in" filter="wipe(up)">
                                      <p:cBhvr>
                                        <p:cTn id="20" dur="500"/>
                                        <p:tgtEl>
                                          <p:spTgt spid="106"/>
                                        </p:tgtEl>
                                      </p:cBhvr>
                                    </p:animEffect>
                                  </p:childTnLst>
                                </p:cTn>
                              </p:par>
                              <p:par>
                                <p:cTn id="21" presetID="2" presetClass="entr" presetSubtype="9" decel="100000" fill="hold" grpId="0" nodeType="withEffect">
                                  <p:stCondLst>
                                    <p:cond delay="250"/>
                                  </p:stCondLst>
                                  <p:iterate type="wd">
                                    <p:tmPct val="10000"/>
                                  </p:iterate>
                                  <p:childTnLst>
                                    <p:set>
                                      <p:cBhvr>
                                        <p:cTn id="22" dur="1" fill="hold">
                                          <p:stCondLst>
                                            <p:cond delay="0"/>
                                          </p:stCondLst>
                                        </p:cTn>
                                        <p:tgtEl>
                                          <p:spTgt spid="4"/>
                                        </p:tgtEl>
                                        <p:attrNameLst>
                                          <p:attrName>style.visibility</p:attrName>
                                        </p:attrNameLst>
                                      </p:cBhvr>
                                      <p:to>
                                        <p:strVal val="visible"/>
                                      </p:to>
                                    </p:set>
                                    <p:anim calcmode="lin" valueType="num">
                                      <p:cBhvr additive="base">
                                        <p:cTn id="23" dur="750" fill="hold"/>
                                        <p:tgtEl>
                                          <p:spTgt spid="4"/>
                                        </p:tgtEl>
                                        <p:attrNameLst>
                                          <p:attrName>ppt_x</p:attrName>
                                        </p:attrNameLst>
                                      </p:cBhvr>
                                      <p:tavLst>
                                        <p:tav tm="0">
                                          <p:val>
                                            <p:strVal val="0-#ppt_w/2"/>
                                          </p:val>
                                        </p:tav>
                                        <p:tav tm="100000">
                                          <p:val>
                                            <p:strVal val="#ppt_x"/>
                                          </p:val>
                                        </p:tav>
                                      </p:tavLst>
                                    </p:anim>
                                    <p:anim calcmode="lin" valueType="num">
                                      <p:cBhvr additive="base">
                                        <p:cTn id="24" dur="750" fill="hold"/>
                                        <p:tgtEl>
                                          <p:spTgt spid="4"/>
                                        </p:tgtEl>
                                        <p:attrNameLst>
                                          <p:attrName>ppt_y</p:attrName>
                                        </p:attrNameLst>
                                      </p:cBhvr>
                                      <p:tavLst>
                                        <p:tav tm="0">
                                          <p:val>
                                            <p:strVal val="0-#ppt_h/2"/>
                                          </p:val>
                                        </p:tav>
                                        <p:tav tm="100000">
                                          <p:val>
                                            <p:strVal val="#ppt_y"/>
                                          </p:val>
                                        </p:tav>
                                      </p:tavLst>
                                    </p:anim>
                                  </p:childTnLst>
                                </p:cTn>
                              </p:par>
                            </p:childTnLst>
                          </p:cTn>
                        </p:par>
                        <p:par>
                          <p:cTn id="25" fill="hold">
                            <p:stCondLst>
                              <p:cond delay="2075"/>
                            </p:stCondLst>
                            <p:childTnLst>
                              <p:par>
                                <p:cTn id="26" presetID="22" presetClass="entr" presetSubtype="2" fill="hold" nodeType="after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wipe(right)">
                                      <p:cBhvr>
                                        <p:cTn id="28" dur="500"/>
                                        <p:tgtEl>
                                          <p:spTgt spid="50"/>
                                        </p:tgtEl>
                                      </p:cBhvr>
                                    </p:animEffect>
                                  </p:childTnLst>
                                </p:cTn>
                              </p:par>
                              <p:par>
                                <p:cTn id="29" presetID="22" presetClass="entr" presetSubtype="2" fill="hold" grpId="0" nodeType="withEffect">
                                  <p:stCondLst>
                                    <p:cond delay="0"/>
                                  </p:stCondLst>
                                  <p:childTnLst>
                                    <p:set>
                                      <p:cBhvr>
                                        <p:cTn id="30" dur="1" fill="hold">
                                          <p:stCondLst>
                                            <p:cond delay="0"/>
                                          </p:stCondLst>
                                        </p:cTn>
                                        <p:tgtEl>
                                          <p:spTgt spid="88">
                                            <p:txEl>
                                              <p:pRg st="0" end="0"/>
                                            </p:txEl>
                                          </p:spTgt>
                                        </p:tgtEl>
                                        <p:attrNameLst>
                                          <p:attrName>style.visibility</p:attrName>
                                        </p:attrNameLst>
                                      </p:cBhvr>
                                      <p:to>
                                        <p:strVal val="visible"/>
                                      </p:to>
                                    </p:set>
                                    <p:animEffect transition="in" filter="wipe(right)">
                                      <p:cBhvr>
                                        <p:cTn id="31" dur="500"/>
                                        <p:tgtEl>
                                          <p:spTgt spid="88">
                                            <p:txEl>
                                              <p:pRg st="0" end="0"/>
                                            </p:txEl>
                                          </p:spTgt>
                                        </p:tgtEl>
                                      </p:cBhvr>
                                    </p:animEffect>
                                  </p:childTnLst>
                                </p:cTn>
                              </p:par>
                            </p:childTnLst>
                          </p:cTn>
                        </p:par>
                        <p:par>
                          <p:cTn id="32" fill="hold">
                            <p:stCondLst>
                              <p:cond delay="2575"/>
                            </p:stCondLst>
                            <p:childTnLst>
                              <p:par>
                                <p:cTn id="33" presetID="2" presetClass="entr" presetSubtype="2" decel="100000" fill="hold" grpId="0" nodeType="afterEffect">
                                  <p:stCondLst>
                                    <p:cond delay="0"/>
                                  </p:stCondLst>
                                  <p:childTnLst>
                                    <p:set>
                                      <p:cBhvr>
                                        <p:cTn id="34" dur="1" fill="hold">
                                          <p:stCondLst>
                                            <p:cond delay="0"/>
                                          </p:stCondLst>
                                        </p:cTn>
                                        <p:tgtEl>
                                          <p:spTgt spid="94"/>
                                        </p:tgtEl>
                                        <p:attrNameLst>
                                          <p:attrName>style.visibility</p:attrName>
                                        </p:attrNameLst>
                                      </p:cBhvr>
                                      <p:to>
                                        <p:strVal val="visible"/>
                                      </p:to>
                                    </p:set>
                                    <p:anim calcmode="lin" valueType="num">
                                      <p:cBhvr additive="base">
                                        <p:cTn id="35" dur="500" fill="hold"/>
                                        <p:tgtEl>
                                          <p:spTgt spid="94"/>
                                        </p:tgtEl>
                                        <p:attrNameLst>
                                          <p:attrName>ppt_x</p:attrName>
                                        </p:attrNameLst>
                                      </p:cBhvr>
                                      <p:tavLst>
                                        <p:tav tm="0">
                                          <p:val>
                                            <p:strVal val="1+#ppt_w/2"/>
                                          </p:val>
                                        </p:tav>
                                        <p:tav tm="100000">
                                          <p:val>
                                            <p:strVal val="#ppt_x"/>
                                          </p:val>
                                        </p:tav>
                                      </p:tavLst>
                                    </p:anim>
                                    <p:anim calcmode="lin" valueType="num">
                                      <p:cBhvr additive="base">
                                        <p:cTn id="36" dur="500" fill="hold"/>
                                        <p:tgtEl>
                                          <p:spTgt spid="94"/>
                                        </p:tgtEl>
                                        <p:attrNameLst>
                                          <p:attrName>ppt_y</p:attrName>
                                        </p:attrNameLst>
                                      </p:cBhvr>
                                      <p:tavLst>
                                        <p:tav tm="0">
                                          <p:val>
                                            <p:strVal val="#ppt_y"/>
                                          </p:val>
                                        </p:tav>
                                        <p:tav tm="100000">
                                          <p:val>
                                            <p:strVal val="#ppt_y"/>
                                          </p:val>
                                        </p:tav>
                                      </p:tavLst>
                                    </p:anim>
                                  </p:childTnLst>
                                </p:cTn>
                              </p:par>
                            </p:childTnLst>
                          </p:cTn>
                        </p:par>
                        <p:par>
                          <p:cTn id="37" fill="hold">
                            <p:stCondLst>
                              <p:cond delay="3075"/>
                            </p:stCondLst>
                            <p:childTnLst>
                              <p:par>
                                <p:cTn id="38" presetID="22" presetClass="entr" presetSubtype="8" fill="hold" grpId="0" nodeType="afterEffect">
                                  <p:stCondLst>
                                    <p:cond delay="0"/>
                                  </p:stCondLst>
                                  <p:childTnLst>
                                    <p:set>
                                      <p:cBhvr>
                                        <p:cTn id="39" dur="1" fill="hold">
                                          <p:stCondLst>
                                            <p:cond delay="0"/>
                                          </p:stCondLst>
                                        </p:cTn>
                                        <p:tgtEl>
                                          <p:spTgt spid="99">
                                            <p:txEl>
                                              <p:pRg st="0" end="0"/>
                                            </p:txEl>
                                          </p:spTgt>
                                        </p:tgtEl>
                                        <p:attrNameLst>
                                          <p:attrName>style.visibility</p:attrName>
                                        </p:attrNameLst>
                                      </p:cBhvr>
                                      <p:to>
                                        <p:strVal val="visible"/>
                                      </p:to>
                                    </p:set>
                                    <p:animEffect transition="in" filter="wipe(left)">
                                      <p:cBhvr>
                                        <p:cTn id="40" dur="500"/>
                                        <p:tgtEl>
                                          <p:spTgt spid="99">
                                            <p:txEl>
                                              <p:pRg st="0" end="0"/>
                                            </p:txEl>
                                          </p:spTgt>
                                        </p:tgtEl>
                                      </p:cBhvr>
                                    </p:animEffect>
                                  </p:childTnLst>
                                </p:cTn>
                              </p:par>
                            </p:childTnLst>
                          </p:cTn>
                        </p:par>
                        <p:par>
                          <p:cTn id="41" fill="hold">
                            <p:stCondLst>
                              <p:cond delay="3575"/>
                            </p:stCondLst>
                            <p:childTnLst>
                              <p:par>
                                <p:cTn id="42" presetID="22" presetClass="entr" presetSubtype="2" fill="hold" nodeType="after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wipe(right)">
                                      <p:cBhvr>
                                        <p:cTn id="44" dur="500"/>
                                        <p:tgtEl>
                                          <p:spTgt spid="51"/>
                                        </p:tgtEl>
                                      </p:cBhvr>
                                    </p:animEffect>
                                  </p:childTnLst>
                                </p:cTn>
                              </p:par>
                              <p:par>
                                <p:cTn id="45" presetID="22" presetClass="entr" presetSubtype="2" fill="hold" grpId="0" nodeType="withEffect">
                                  <p:stCondLst>
                                    <p:cond delay="0"/>
                                  </p:stCondLst>
                                  <p:childTnLst>
                                    <p:set>
                                      <p:cBhvr>
                                        <p:cTn id="46" dur="1" fill="hold">
                                          <p:stCondLst>
                                            <p:cond delay="0"/>
                                          </p:stCondLst>
                                        </p:cTn>
                                        <p:tgtEl>
                                          <p:spTgt spid="89">
                                            <p:txEl>
                                              <p:pRg st="0" end="0"/>
                                            </p:txEl>
                                          </p:spTgt>
                                        </p:tgtEl>
                                        <p:attrNameLst>
                                          <p:attrName>style.visibility</p:attrName>
                                        </p:attrNameLst>
                                      </p:cBhvr>
                                      <p:to>
                                        <p:strVal val="visible"/>
                                      </p:to>
                                    </p:set>
                                    <p:animEffect transition="in" filter="wipe(right)">
                                      <p:cBhvr>
                                        <p:cTn id="47" dur="500"/>
                                        <p:tgtEl>
                                          <p:spTgt spid="89">
                                            <p:txEl>
                                              <p:pRg st="0" end="0"/>
                                            </p:txEl>
                                          </p:spTgt>
                                        </p:tgtEl>
                                      </p:cBhvr>
                                    </p:animEffect>
                                  </p:childTnLst>
                                </p:cTn>
                              </p:par>
                            </p:childTnLst>
                          </p:cTn>
                        </p:par>
                        <p:par>
                          <p:cTn id="48" fill="hold">
                            <p:stCondLst>
                              <p:cond delay="4075"/>
                            </p:stCondLst>
                            <p:childTnLst>
                              <p:par>
                                <p:cTn id="49" presetID="2" presetClass="entr" presetSubtype="2" decel="100000" fill="hold" grpId="0" nodeType="afterEffect">
                                  <p:stCondLst>
                                    <p:cond delay="0"/>
                                  </p:stCondLst>
                                  <p:childTnLst>
                                    <p:set>
                                      <p:cBhvr>
                                        <p:cTn id="50" dur="1" fill="hold">
                                          <p:stCondLst>
                                            <p:cond delay="0"/>
                                          </p:stCondLst>
                                        </p:cTn>
                                        <p:tgtEl>
                                          <p:spTgt spid="102"/>
                                        </p:tgtEl>
                                        <p:attrNameLst>
                                          <p:attrName>style.visibility</p:attrName>
                                        </p:attrNameLst>
                                      </p:cBhvr>
                                      <p:to>
                                        <p:strVal val="visible"/>
                                      </p:to>
                                    </p:set>
                                    <p:anim calcmode="lin" valueType="num">
                                      <p:cBhvr additive="base">
                                        <p:cTn id="51" dur="500" fill="hold"/>
                                        <p:tgtEl>
                                          <p:spTgt spid="102"/>
                                        </p:tgtEl>
                                        <p:attrNameLst>
                                          <p:attrName>ppt_x</p:attrName>
                                        </p:attrNameLst>
                                      </p:cBhvr>
                                      <p:tavLst>
                                        <p:tav tm="0">
                                          <p:val>
                                            <p:strVal val="1+#ppt_w/2"/>
                                          </p:val>
                                        </p:tav>
                                        <p:tav tm="100000">
                                          <p:val>
                                            <p:strVal val="#ppt_x"/>
                                          </p:val>
                                        </p:tav>
                                      </p:tavLst>
                                    </p:anim>
                                    <p:anim calcmode="lin" valueType="num">
                                      <p:cBhvr additive="base">
                                        <p:cTn id="52" dur="500" fill="hold"/>
                                        <p:tgtEl>
                                          <p:spTgt spid="102"/>
                                        </p:tgtEl>
                                        <p:attrNameLst>
                                          <p:attrName>ppt_y</p:attrName>
                                        </p:attrNameLst>
                                      </p:cBhvr>
                                      <p:tavLst>
                                        <p:tav tm="0">
                                          <p:val>
                                            <p:strVal val="#ppt_y"/>
                                          </p:val>
                                        </p:tav>
                                        <p:tav tm="100000">
                                          <p:val>
                                            <p:strVal val="#ppt_y"/>
                                          </p:val>
                                        </p:tav>
                                      </p:tavLst>
                                    </p:anim>
                                  </p:childTnLst>
                                </p:cTn>
                              </p:par>
                            </p:childTnLst>
                          </p:cTn>
                        </p:par>
                        <p:par>
                          <p:cTn id="53" fill="hold">
                            <p:stCondLst>
                              <p:cond delay="4575"/>
                            </p:stCondLst>
                            <p:childTnLst>
                              <p:par>
                                <p:cTn id="54" presetID="22" presetClass="entr" presetSubtype="8" fill="hold" grpId="0" nodeType="afterEffect">
                                  <p:stCondLst>
                                    <p:cond delay="0"/>
                                  </p:stCondLst>
                                  <p:childTnLst>
                                    <p:set>
                                      <p:cBhvr>
                                        <p:cTn id="55" dur="1" fill="hold">
                                          <p:stCondLst>
                                            <p:cond delay="0"/>
                                          </p:stCondLst>
                                        </p:cTn>
                                        <p:tgtEl>
                                          <p:spTgt spid="101">
                                            <p:txEl>
                                              <p:pRg st="0" end="0"/>
                                            </p:txEl>
                                          </p:spTgt>
                                        </p:tgtEl>
                                        <p:attrNameLst>
                                          <p:attrName>style.visibility</p:attrName>
                                        </p:attrNameLst>
                                      </p:cBhvr>
                                      <p:to>
                                        <p:strVal val="visible"/>
                                      </p:to>
                                    </p:set>
                                    <p:animEffect transition="in" filter="wipe(left)">
                                      <p:cBhvr>
                                        <p:cTn id="56" dur="500"/>
                                        <p:tgtEl>
                                          <p:spTgt spid="101">
                                            <p:txEl>
                                              <p:pRg st="0" end="0"/>
                                            </p:txEl>
                                          </p:spTgt>
                                        </p:tgtEl>
                                      </p:cBhvr>
                                    </p:animEffect>
                                  </p:childTnLst>
                                </p:cTn>
                              </p:par>
                            </p:childTnLst>
                          </p:cTn>
                        </p:par>
                        <p:par>
                          <p:cTn id="57" fill="hold">
                            <p:stCondLst>
                              <p:cond delay="5075"/>
                            </p:stCondLst>
                            <p:childTnLst>
                              <p:par>
                                <p:cTn id="58" presetID="22" presetClass="entr" presetSubtype="2" fill="hold" nodeType="afterEffect">
                                  <p:stCondLst>
                                    <p:cond delay="0"/>
                                  </p:stCondLst>
                                  <p:childTnLst>
                                    <p:set>
                                      <p:cBhvr>
                                        <p:cTn id="59" dur="1" fill="hold">
                                          <p:stCondLst>
                                            <p:cond delay="0"/>
                                          </p:stCondLst>
                                        </p:cTn>
                                        <p:tgtEl>
                                          <p:spTgt spid="52"/>
                                        </p:tgtEl>
                                        <p:attrNameLst>
                                          <p:attrName>style.visibility</p:attrName>
                                        </p:attrNameLst>
                                      </p:cBhvr>
                                      <p:to>
                                        <p:strVal val="visible"/>
                                      </p:to>
                                    </p:set>
                                    <p:animEffect transition="in" filter="wipe(right)">
                                      <p:cBhvr>
                                        <p:cTn id="60" dur="500"/>
                                        <p:tgtEl>
                                          <p:spTgt spid="52"/>
                                        </p:tgtEl>
                                      </p:cBhvr>
                                    </p:animEffect>
                                  </p:childTnLst>
                                </p:cTn>
                              </p:par>
                              <p:par>
                                <p:cTn id="61" presetID="22" presetClass="entr" presetSubtype="2" fill="hold" grpId="0" nodeType="withEffect">
                                  <p:stCondLst>
                                    <p:cond delay="0"/>
                                  </p:stCondLst>
                                  <p:childTnLst>
                                    <p:set>
                                      <p:cBhvr>
                                        <p:cTn id="62" dur="1" fill="hold">
                                          <p:stCondLst>
                                            <p:cond delay="0"/>
                                          </p:stCondLst>
                                        </p:cTn>
                                        <p:tgtEl>
                                          <p:spTgt spid="90">
                                            <p:txEl>
                                              <p:pRg st="0" end="0"/>
                                            </p:txEl>
                                          </p:spTgt>
                                        </p:tgtEl>
                                        <p:attrNameLst>
                                          <p:attrName>style.visibility</p:attrName>
                                        </p:attrNameLst>
                                      </p:cBhvr>
                                      <p:to>
                                        <p:strVal val="visible"/>
                                      </p:to>
                                    </p:set>
                                    <p:animEffect transition="in" filter="wipe(right)">
                                      <p:cBhvr>
                                        <p:cTn id="63" dur="500"/>
                                        <p:tgtEl>
                                          <p:spTgt spid="90">
                                            <p:txEl>
                                              <p:pRg st="0" end="0"/>
                                            </p:txEl>
                                          </p:spTgt>
                                        </p:tgtEl>
                                      </p:cBhvr>
                                    </p:animEffect>
                                  </p:childTnLst>
                                </p:cTn>
                              </p:par>
                            </p:childTnLst>
                          </p:cTn>
                        </p:par>
                        <p:par>
                          <p:cTn id="64" fill="hold">
                            <p:stCondLst>
                              <p:cond delay="5575"/>
                            </p:stCondLst>
                            <p:childTnLst>
                              <p:par>
                                <p:cTn id="65" presetID="2" presetClass="entr" presetSubtype="2" decel="100000" fill="hold" grpId="0" nodeType="afterEffect">
                                  <p:stCondLst>
                                    <p:cond delay="0"/>
                                  </p:stCondLst>
                                  <p:childTnLst>
                                    <p:set>
                                      <p:cBhvr>
                                        <p:cTn id="66" dur="1" fill="hold">
                                          <p:stCondLst>
                                            <p:cond delay="0"/>
                                          </p:stCondLst>
                                        </p:cTn>
                                        <p:tgtEl>
                                          <p:spTgt spid="98"/>
                                        </p:tgtEl>
                                        <p:attrNameLst>
                                          <p:attrName>style.visibility</p:attrName>
                                        </p:attrNameLst>
                                      </p:cBhvr>
                                      <p:to>
                                        <p:strVal val="visible"/>
                                      </p:to>
                                    </p:set>
                                    <p:anim calcmode="lin" valueType="num">
                                      <p:cBhvr additive="base">
                                        <p:cTn id="67" dur="500" fill="hold"/>
                                        <p:tgtEl>
                                          <p:spTgt spid="98"/>
                                        </p:tgtEl>
                                        <p:attrNameLst>
                                          <p:attrName>ppt_x</p:attrName>
                                        </p:attrNameLst>
                                      </p:cBhvr>
                                      <p:tavLst>
                                        <p:tav tm="0">
                                          <p:val>
                                            <p:strVal val="1+#ppt_w/2"/>
                                          </p:val>
                                        </p:tav>
                                        <p:tav tm="100000">
                                          <p:val>
                                            <p:strVal val="#ppt_x"/>
                                          </p:val>
                                        </p:tav>
                                      </p:tavLst>
                                    </p:anim>
                                    <p:anim calcmode="lin" valueType="num">
                                      <p:cBhvr additive="base">
                                        <p:cTn id="68" dur="500" fill="hold"/>
                                        <p:tgtEl>
                                          <p:spTgt spid="98"/>
                                        </p:tgtEl>
                                        <p:attrNameLst>
                                          <p:attrName>ppt_y</p:attrName>
                                        </p:attrNameLst>
                                      </p:cBhvr>
                                      <p:tavLst>
                                        <p:tav tm="0">
                                          <p:val>
                                            <p:strVal val="#ppt_y"/>
                                          </p:val>
                                        </p:tav>
                                        <p:tav tm="100000">
                                          <p:val>
                                            <p:strVal val="#ppt_y"/>
                                          </p:val>
                                        </p:tav>
                                      </p:tavLst>
                                    </p:anim>
                                  </p:childTnLst>
                                </p:cTn>
                              </p:par>
                            </p:childTnLst>
                          </p:cTn>
                        </p:par>
                        <p:par>
                          <p:cTn id="69" fill="hold">
                            <p:stCondLst>
                              <p:cond delay="6075"/>
                            </p:stCondLst>
                            <p:childTnLst>
                              <p:par>
                                <p:cTn id="70" presetID="22" presetClass="entr" presetSubtype="8" fill="hold" grpId="0" nodeType="afterEffect">
                                  <p:stCondLst>
                                    <p:cond delay="0"/>
                                  </p:stCondLst>
                                  <p:childTnLst>
                                    <p:set>
                                      <p:cBhvr>
                                        <p:cTn id="71" dur="1" fill="hold">
                                          <p:stCondLst>
                                            <p:cond delay="0"/>
                                          </p:stCondLst>
                                        </p:cTn>
                                        <p:tgtEl>
                                          <p:spTgt spid="103">
                                            <p:txEl>
                                              <p:pRg st="0" end="0"/>
                                            </p:txEl>
                                          </p:spTgt>
                                        </p:tgtEl>
                                        <p:attrNameLst>
                                          <p:attrName>style.visibility</p:attrName>
                                        </p:attrNameLst>
                                      </p:cBhvr>
                                      <p:to>
                                        <p:strVal val="visible"/>
                                      </p:to>
                                    </p:set>
                                    <p:animEffect transition="in" filter="wipe(left)">
                                      <p:cBhvr>
                                        <p:cTn id="72" dur="500"/>
                                        <p:tgtEl>
                                          <p:spTgt spid="103">
                                            <p:txEl>
                                              <p:pRg st="0" end="0"/>
                                            </p:txEl>
                                          </p:spTgt>
                                        </p:tgtEl>
                                      </p:cBhvr>
                                    </p:animEffect>
                                  </p:childTnLst>
                                </p:cTn>
                              </p:par>
                            </p:childTnLst>
                          </p:cTn>
                        </p:par>
                        <p:par>
                          <p:cTn id="73" fill="hold">
                            <p:stCondLst>
                              <p:cond delay="6575"/>
                            </p:stCondLst>
                            <p:childTnLst>
                              <p:par>
                                <p:cTn id="74" presetID="22" presetClass="entr" presetSubtype="2" fill="hold" nodeType="afterEffect">
                                  <p:stCondLst>
                                    <p:cond delay="0"/>
                                  </p:stCondLst>
                                  <p:childTnLst>
                                    <p:set>
                                      <p:cBhvr>
                                        <p:cTn id="75" dur="1" fill="hold">
                                          <p:stCondLst>
                                            <p:cond delay="0"/>
                                          </p:stCondLst>
                                        </p:cTn>
                                        <p:tgtEl>
                                          <p:spTgt spid="60"/>
                                        </p:tgtEl>
                                        <p:attrNameLst>
                                          <p:attrName>style.visibility</p:attrName>
                                        </p:attrNameLst>
                                      </p:cBhvr>
                                      <p:to>
                                        <p:strVal val="visible"/>
                                      </p:to>
                                    </p:set>
                                    <p:animEffect transition="in" filter="wipe(right)">
                                      <p:cBhvr>
                                        <p:cTn id="76" dur="500"/>
                                        <p:tgtEl>
                                          <p:spTgt spid="60"/>
                                        </p:tgtEl>
                                      </p:cBhvr>
                                    </p:animEffect>
                                  </p:childTnLst>
                                </p:cTn>
                              </p:par>
                              <p:par>
                                <p:cTn id="77" presetID="22" presetClass="entr" presetSubtype="2" fill="hold" grpId="0" nodeType="withEffect">
                                  <p:stCondLst>
                                    <p:cond delay="0"/>
                                  </p:stCondLst>
                                  <p:childTnLst>
                                    <p:set>
                                      <p:cBhvr>
                                        <p:cTn id="78" dur="1" fill="hold">
                                          <p:stCondLst>
                                            <p:cond delay="0"/>
                                          </p:stCondLst>
                                        </p:cTn>
                                        <p:tgtEl>
                                          <p:spTgt spid="91">
                                            <p:txEl>
                                              <p:pRg st="0" end="0"/>
                                            </p:txEl>
                                          </p:spTgt>
                                        </p:tgtEl>
                                        <p:attrNameLst>
                                          <p:attrName>style.visibility</p:attrName>
                                        </p:attrNameLst>
                                      </p:cBhvr>
                                      <p:to>
                                        <p:strVal val="visible"/>
                                      </p:to>
                                    </p:set>
                                    <p:animEffect transition="in" filter="wipe(right)">
                                      <p:cBhvr>
                                        <p:cTn id="79" dur="500"/>
                                        <p:tgtEl>
                                          <p:spTgt spid="91">
                                            <p:txEl>
                                              <p:pRg st="0" end="0"/>
                                            </p:txEl>
                                          </p:spTgt>
                                        </p:tgtEl>
                                      </p:cBhvr>
                                    </p:animEffect>
                                  </p:childTnLst>
                                </p:cTn>
                              </p:par>
                            </p:childTnLst>
                          </p:cTn>
                        </p:par>
                        <p:par>
                          <p:cTn id="80" fill="hold">
                            <p:stCondLst>
                              <p:cond delay="7075"/>
                            </p:stCondLst>
                            <p:childTnLst>
                              <p:par>
                                <p:cTn id="81" presetID="2" presetClass="entr" presetSubtype="2" decel="100000" fill="hold" grpId="0" nodeType="afterEffect">
                                  <p:stCondLst>
                                    <p:cond delay="0"/>
                                  </p:stCondLst>
                                  <p:childTnLst>
                                    <p:set>
                                      <p:cBhvr>
                                        <p:cTn id="82" dur="1" fill="hold">
                                          <p:stCondLst>
                                            <p:cond delay="0"/>
                                          </p:stCondLst>
                                        </p:cTn>
                                        <p:tgtEl>
                                          <p:spTgt spid="100"/>
                                        </p:tgtEl>
                                        <p:attrNameLst>
                                          <p:attrName>style.visibility</p:attrName>
                                        </p:attrNameLst>
                                      </p:cBhvr>
                                      <p:to>
                                        <p:strVal val="visible"/>
                                      </p:to>
                                    </p:set>
                                    <p:anim calcmode="lin" valueType="num">
                                      <p:cBhvr additive="base">
                                        <p:cTn id="83" dur="500" fill="hold"/>
                                        <p:tgtEl>
                                          <p:spTgt spid="100"/>
                                        </p:tgtEl>
                                        <p:attrNameLst>
                                          <p:attrName>ppt_x</p:attrName>
                                        </p:attrNameLst>
                                      </p:cBhvr>
                                      <p:tavLst>
                                        <p:tav tm="0">
                                          <p:val>
                                            <p:strVal val="1+#ppt_w/2"/>
                                          </p:val>
                                        </p:tav>
                                        <p:tav tm="100000">
                                          <p:val>
                                            <p:strVal val="#ppt_x"/>
                                          </p:val>
                                        </p:tav>
                                      </p:tavLst>
                                    </p:anim>
                                    <p:anim calcmode="lin" valueType="num">
                                      <p:cBhvr additive="base">
                                        <p:cTn id="84" dur="500" fill="hold"/>
                                        <p:tgtEl>
                                          <p:spTgt spid="100"/>
                                        </p:tgtEl>
                                        <p:attrNameLst>
                                          <p:attrName>ppt_y</p:attrName>
                                        </p:attrNameLst>
                                      </p:cBhvr>
                                      <p:tavLst>
                                        <p:tav tm="0">
                                          <p:val>
                                            <p:strVal val="#ppt_y"/>
                                          </p:val>
                                        </p:tav>
                                        <p:tav tm="100000">
                                          <p:val>
                                            <p:strVal val="#ppt_y"/>
                                          </p:val>
                                        </p:tav>
                                      </p:tavLst>
                                    </p:anim>
                                  </p:childTnLst>
                                </p:cTn>
                              </p:par>
                            </p:childTnLst>
                          </p:cTn>
                        </p:par>
                        <p:par>
                          <p:cTn id="85" fill="hold">
                            <p:stCondLst>
                              <p:cond delay="7575"/>
                            </p:stCondLst>
                            <p:childTnLst>
                              <p:par>
                                <p:cTn id="86" presetID="22" presetClass="entr" presetSubtype="8" fill="hold" grpId="0" nodeType="afterEffect">
                                  <p:stCondLst>
                                    <p:cond delay="0"/>
                                  </p:stCondLst>
                                  <p:childTnLst>
                                    <p:set>
                                      <p:cBhvr>
                                        <p:cTn id="87" dur="1" fill="hold">
                                          <p:stCondLst>
                                            <p:cond delay="0"/>
                                          </p:stCondLst>
                                        </p:cTn>
                                        <p:tgtEl>
                                          <p:spTgt spid="97">
                                            <p:txEl>
                                              <p:pRg st="0" end="0"/>
                                            </p:txEl>
                                          </p:spTgt>
                                        </p:tgtEl>
                                        <p:attrNameLst>
                                          <p:attrName>style.visibility</p:attrName>
                                        </p:attrNameLst>
                                      </p:cBhvr>
                                      <p:to>
                                        <p:strVal val="visible"/>
                                      </p:to>
                                    </p:set>
                                    <p:animEffect transition="in" filter="wipe(left)">
                                      <p:cBhvr>
                                        <p:cTn id="88" dur="500"/>
                                        <p:tgtEl>
                                          <p:spTgt spid="97">
                                            <p:txEl>
                                              <p:pRg st="0" end="0"/>
                                            </p:txEl>
                                          </p:spTgt>
                                        </p:tgtEl>
                                      </p:cBhvr>
                                    </p:animEffect>
                                  </p:childTnLst>
                                </p:cTn>
                              </p:par>
                            </p:childTnLst>
                          </p:cTn>
                        </p:par>
                        <p:par>
                          <p:cTn id="89" fill="hold">
                            <p:stCondLst>
                              <p:cond delay="8075"/>
                            </p:stCondLst>
                            <p:childTnLst>
                              <p:par>
                                <p:cTn id="90" presetID="22" presetClass="entr" presetSubtype="2" fill="hold" nodeType="afterEffect">
                                  <p:stCondLst>
                                    <p:cond delay="0"/>
                                  </p:stCondLst>
                                  <p:childTnLst>
                                    <p:set>
                                      <p:cBhvr>
                                        <p:cTn id="91" dur="1" fill="hold">
                                          <p:stCondLst>
                                            <p:cond delay="0"/>
                                          </p:stCondLst>
                                        </p:cTn>
                                        <p:tgtEl>
                                          <p:spTgt spid="68"/>
                                        </p:tgtEl>
                                        <p:attrNameLst>
                                          <p:attrName>style.visibility</p:attrName>
                                        </p:attrNameLst>
                                      </p:cBhvr>
                                      <p:to>
                                        <p:strVal val="visible"/>
                                      </p:to>
                                    </p:set>
                                    <p:animEffect transition="in" filter="wipe(right)">
                                      <p:cBhvr>
                                        <p:cTn id="92" dur="500"/>
                                        <p:tgtEl>
                                          <p:spTgt spid="68"/>
                                        </p:tgtEl>
                                      </p:cBhvr>
                                    </p:animEffect>
                                  </p:childTnLst>
                                </p:cTn>
                              </p:par>
                              <p:par>
                                <p:cTn id="93" presetID="22" presetClass="entr" presetSubtype="2" fill="hold" grpId="0" nodeType="withEffect">
                                  <p:stCondLst>
                                    <p:cond delay="0"/>
                                  </p:stCondLst>
                                  <p:childTnLst>
                                    <p:set>
                                      <p:cBhvr>
                                        <p:cTn id="94" dur="1" fill="hold">
                                          <p:stCondLst>
                                            <p:cond delay="0"/>
                                          </p:stCondLst>
                                        </p:cTn>
                                        <p:tgtEl>
                                          <p:spTgt spid="92">
                                            <p:txEl>
                                              <p:pRg st="0" end="0"/>
                                            </p:txEl>
                                          </p:spTgt>
                                        </p:tgtEl>
                                        <p:attrNameLst>
                                          <p:attrName>style.visibility</p:attrName>
                                        </p:attrNameLst>
                                      </p:cBhvr>
                                      <p:to>
                                        <p:strVal val="visible"/>
                                      </p:to>
                                    </p:set>
                                    <p:animEffect transition="in" filter="wipe(right)">
                                      <p:cBhvr>
                                        <p:cTn id="95" dur="500"/>
                                        <p:tgtEl>
                                          <p:spTgt spid="92">
                                            <p:txEl>
                                              <p:pRg st="0" end="0"/>
                                            </p:txEl>
                                          </p:spTgt>
                                        </p:tgtEl>
                                      </p:cBhvr>
                                    </p:animEffect>
                                  </p:childTnLst>
                                </p:cTn>
                              </p:par>
                            </p:childTnLst>
                          </p:cTn>
                        </p:par>
                        <p:par>
                          <p:cTn id="96" fill="hold">
                            <p:stCondLst>
                              <p:cond delay="8575"/>
                            </p:stCondLst>
                            <p:childTnLst>
                              <p:par>
                                <p:cTn id="97" presetID="2" presetClass="entr" presetSubtype="2" decel="100000" fill="hold" grpId="0" nodeType="afterEffect">
                                  <p:stCondLst>
                                    <p:cond delay="0"/>
                                  </p:stCondLst>
                                  <p:childTnLst>
                                    <p:set>
                                      <p:cBhvr>
                                        <p:cTn id="98" dur="1" fill="hold">
                                          <p:stCondLst>
                                            <p:cond delay="0"/>
                                          </p:stCondLst>
                                        </p:cTn>
                                        <p:tgtEl>
                                          <p:spTgt spid="96"/>
                                        </p:tgtEl>
                                        <p:attrNameLst>
                                          <p:attrName>style.visibility</p:attrName>
                                        </p:attrNameLst>
                                      </p:cBhvr>
                                      <p:to>
                                        <p:strVal val="visible"/>
                                      </p:to>
                                    </p:set>
                                    <p:anim calcmode="lin" valueType="num">
                                      <p:cBhvr additive="base">
                                        <p:cTn id="99" dur="500" fill="hold"/>
                                        <p:tgtEl>
                                          <p:spTgt spid="96"/>
                                        </p:tgtEl>
                                        <p:attrNameLst>
                                          <p:attrName>ppt_x</p:attrName>
                                        </p:attrNameLst>
                                      </p:cBhvr>
                                      <p:tavLst>
                                        <p:tav tm="0">
                                          <p:val>
                                            <p:strVal val="1+#ppt_w/2"/>
                                          </p:val>
                                        </p:tav>
                                        <p:tav tm="100000">
                                          <p:val>
                                            <p:strVal val="#ppt_x"/>
                                          </p:val>
                                        </p:tav>
                                      </p:tavLst>
                                    </p:anim>
                                    <p:anim calcmode="lin" valueType="num">
                                      <p:cBhvr additive="base">
                                        <p:cTn id="100" dur="500" fill="hold"/>
                                        <p:tgtEl>
                                          <p:spTgt spid="96"/>
                                        </p:tgtEl>
                                        <p:attrNameLst>
                                          <p:attrName>ppt_y</p:attrName>
                                        </p:attrNameLst>
                                      </p:cBhvr>
                                      <p:tavLst>
                                        <p:tav tm="0">
                                          <p:val>
                                            <p:strVal val="#ppt_y"/>
                                          </p:val>
                                        </p:tav>
                                        <p:tav tm="100000">
                                          <p:val>
                                            <p:strVal val="#ppt_y"/>
                                          </p:val>
                                        </p:tav>
                                      </p:tavLst>
                                    </p:anim>
                                  </p:childTnLst>
                                </p:cTn>
                              </p:par>
                            </p:childTnLst>
                          </p:cTn>
                        </p:par>
                        <p:par>
                          <p:cTn id="101" fill="hold">
                            <p:stCondLst>
                              <p:cond delay="9075"/>
                            </p:stCondLst>
                            <p:childTnLst>
                              <p:par>
                                <p:cTn id="102" presetID="22" presetClass="entr" presetSubtype="8" fill="hold" grpId="0" nodeType="afterEffect">
                                  <p:stCondLst>
                                    <p:cond delay="0"/>
                                  </p:stCondLst>
                                  <p:childTnLst>
                                    <p:set>
                                      <p:cBhvr>
                                        <p:cTn id="103" dur="1" fill="hold">
                                          <p:stCondLst>
                                            <p:cond delay="0"/>
                                          </p:stCondLst>
                                        </p:cTn>
                                        <p:tgtEl>
                                          <p:spTgt spid="95">
                                            <p:txEl>
                                              <p:pRg st="0" end="0"/>
                                            </p:txEl>
                                          </p:spTgt>
                                        </p:tgtEl>
                                        <p:attrNameLst>
                                          <p:attrName>style.visibility</p:attrName>
                                        </p:attrNameLst>
                                      </p:cBhvr>
                                      <p:to>
                                        <p:strVal val="visible"/>
                                      </p:to>
                                    </p:set>
                                    <p:animEffect transition="in" filter="wipe(left)">
                                      <p:cBhvr>
                                        <p:cTn id="104" dur="500"/>
                                        <p:tgtEl>
                                          <p:spTgt spid="95">
                                            <p:txEl>
                                              <p:pRg st="0" end="0"/>
                                            </p:txEl>
                                          </p:spTgt>
                                        </p:tgtEl>
                                      </p:cBhvr>
                                    </p:animEffect>
                                  </p:childTnLst>
                                </p:cTn>
                              </p:par>
                            </p:childTnLst>
                          </p:cTn>
                        </p:par>
                        <p:par>
                          <p:cTn id="105" fill="hold">
                            <p:stCondLst>
                              <p:cond delay="9575"/>
                            </p:stCondLst>
                            <p:childTnLst>
                              <p:par>
                                <p:cTn id="106" presetID="22" presetClass="entr" presetSubtype="2" fill="hold" nodeType="afterEffect">
                                  <p:stCondLst>
                                    <p:cond delay="0"/>
                                  </p:stCondLst>
                                  <p:childTnLst>
                                    <p:set>
                                      <p:cBhvr>
                                        <p:cTn id="107" dur="1" fill="hold">
                                          <p:stCondLst>
                                            <p:cond delay="0"/>
                                          </p:stCondLst>
                                        </p:cTn>
                                        <p:tgtEl>
                                          <p:spTgt spid="76"/>
                                        </p:tgtEl>
                                        <p:attrNameLst>
                                          <p:attrName>style.visibility</p:attrName>
                                        </p:attrNameLst>
                                      </p:cBhvr>
                                      <p:to>
                                        <p:strVal val="visible"/>
                                      </p:to>
                                    </p:set>
                                    <p:animEffect transition="in" filter="wipe(right)">
                                      <p:cBhvr>
                                        <p:cTn id="108" dur="500"/>
                                        <p:tgtEl>
                                          <p:spTgt spid="76"/>
                                        </p:tgtEl>
                                      </p:cBhvr>
                                    </p:animEffect>
                                  </p:childTnLst>
                                </p:cTn>
                              </p:par>
                              <p:par>
                                <p:cTn id="109" presetID="22" presetClass="entr" presetSubtype="2" fill="hold" grpId="0" nodeType="withEffect">
                                  <p:stCondLst>
                                    <p:cond delay="0"/>
                                  </p:stCondLst>
                                  <p:childTnLst>
                                    <p:set>
                                      <p:cBhvr>
                                        <p:cTn id="110" dur="1" fill="hold">
                                          <p:stCondLst>
                                            <p:cond delay="0"/>
                                          </p:stCondLst>
                                        </p:cTn>
                                        <p:tgtEl>
                                          <p:spTgt spid="93">
                                            <p:txEl>
                                              <p:pRg st="0" end="0"/>
                                            </p:txEl>
                                          </p:spTgt>
                                        </p:tgtEl>
                                        <p:attrNameLst>
                                          <p:attrName>style.visibility</p:attrName>
                                        </p:attrNameLst>
                                      </p:cBhvr>
                                      <p:to>
                                        <p:strVal val="visible"/>
                                      </p:to>
                                    </p:set>
                                    <p:animEffect transition="in" filter="wipe(right)">
                                      <p:cBhvr>
                                        <p:cTn id="111" dur="500"/>
                                        <p:tgtEl>
                                          <p:spTgt spid="93">
                                            <p:txEl>
                                              <p:pRg st="0" end="0"/>
                                            </p:txEl>
                                          </p:spTgt>
                                        </p:tgtEl>
                                      </p:cBhvr>
                                    </p:animEffect>
                                  </p:childTnLst>
                                </p:cTn>
                              </p:par>
                            </p:childTnLst>
                          </p:cTn>
                        </p:par>
                        <p:par>
                          <p:cTn id="112" fill="hold">
                            <p:stCondLst>
                              <p:cond delay="10075"/>
                            </p:stCondLst>
                            <p:childTnLst>
                              <p:par>
                                <p:cTn id="113" presetID="2" presetClass="entr" presetSubtype="2" decel="100000" fill="hold" grpId="0" nodeType="afterEffect">
                                  <p:stCondLst>
                                    <p:cond delay="0"/>
                                  </p:stCondLst>
                                  <p:childTnLst>
                                    <p:set>
                                      <p:cBhvr>
                                        <p:cTn id="114" dur="1" fill="hold">
                                          <p:stCondLst>
                                            <p:cond delay="0"/>
                                          </p:stCondLst>
                                        </p:cTn>
                                        <p:tgtEl>
                                          <p:spTgt spid="104"/>
                                        </p:tgtEl>
                                        <p:attrNameLst>
                                          <p:attrName>style.visibility</p:attrName>
                                        </p:attrNameLst>
                                      </p:cBhvr>
                                      <p:to>
                                        <p:strVal val="visible"/>
                                      </p:to>
                                    </p:set>
                                    <p:anim calcmode="lin" valueType="num">
                                      <p:cBhvr additive="base">
                                        <p:cTn id="115" dur="500" fill="hold"/>
                                        <p:tgtEl>
                                          <p:spTgt spid="104"/>
                                        </p:tgtEl>
                                        <p:attrNameLst>
                                          <p:attrName>ppt_x</p:attrName>
                                        </p:attrNameLst>
                                      </p:cBhvr>
                                      <p:tavLst>
                                        <p:tav tm="0">
                                          <p:val>
                                            <p:strVal val="1+#ppt_w/2"/>
                                          </p:val>
                                        </p:tav>
                                        <p:tav tm="100000">
                                          <p:val>
                                            <p:strVal val="#ppt_x"/>
                                          </p:val>
                                        </p:tav>
                                      </p:tavLst>
                                    </p:anim>
                                    <p:anim calcmode="lin" valueType="num">
                                      <p:cBhvr additive="base">
                                        <p:cTn id="116" dur="500" fill="hold"/>
                                        <p:tgtEl>
                                          <p:spTgt spid="104"/>
                                        </p:tgtEl>
                                        <p:attrNameLst>
                                          <p:attrName>ppt_y</p:attrName>
                                        </p:attrNameLst>
                                      </p:cBhvr>
                                      <p:tavLst>
                                        <p:tav tm="0">
                                          <p:val>
                                            <p:strVal val="#ppt_y"/>
                                          </p:val>
                                        </p:tav>
                                        <p:tav tm="100000">
                                          <p:val>
                                            <p:strVal val="#ppt_y"/>
                                          </p:val>
                                        </p:tav>
                                      </p:tavLst>
                                    </p:anim>
                                  </p:childTnLst>
                                </p:cTn>
                              </p:par>
                            </p:childTnLst>
                          </p:cTn>
                        </p:par>
                        <p:par>
                          <p:cTn id="117" fill="hold">
                            <p:stCondLst>
                              <p:cond delay="10575"/>
                            </p:stCondLst>
                            <p:childTnLst>
                              <p:par>
                                <p:cTn id="118" presetID="22" presetClass="entr" presetSubtype="8" fill="hold" grpId="0" nodeType="afterEffect">
                                  <p:stCondLst>
                                    <p:cond delay="0"/>
                                  </p:stCondLst>
                                  <p:childTnLst>
                                    <p:set>
                                      <p:cBhvr>
                                        <p:cTn id="119" dur="1" fill="hold">
                                          <p:stCondLst>
                                            <p:cond delay="0"/>
                                          </p:stCondLst>
                                        </p:cTn>
                                        <p:tgtEl>
                                          <p:spTgt spid="105">
                                            <p:txEl>
                                              <p:pRg st="0" end="0"/>
                                            </p:txEl>
                                          </p:spTgt>
                                        </p:tgtEl>
                                        <p:attrNameLst>
                                          <p:attrName>style.visibility</p:attrName>
                                        </p:attrNameLst>
                                      </p:cBhvr>
                                      <p:to>
                                        <p:strVal val="visible"/>
                                      </p:to>
                                    </p:set>
                                    <p:animEffect transition="in" filter="wipe(left)">
                                      <p:cBhvr>
                                        <p:cTn id="120" dur="500"/>
                                        <p:tgtEl>
                                          <p:spTgt spid="10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tmplLst>
          <p:tmpl>
            <p:tnLst>
              <p:par>
                <p:cTn presetID="2" presetClass="entr" presetSubtype="9" decel="100000" fill="hold" nodeType="withEffect">
                  <p:stCondLst>
                    <p:cond delay="250"/>
                  </p:stCondLst>
                  <p:iterate type="wd">
                    <p:tmPct val="10000"/>
                  </p:iterate>
                  <p:childTnLst>
                    <p:set>
                      <p:cBhvr>
                        <p:cTn dur="1" fill="hold">
                          <p:stCondLst>
                            <p:cond delay="0"/>
                          </p:stCondLst>
                        </p:cTn>
                        <p:tgtEl>
                          <p:spTgt spid="4"/>
                        </p:tgtEl>
                        <p:attrNameLst>
                          <p:attrName>style.visibility</p:attrName>
                        </p:attrNameLst>
                      </p:cBhvr>
                      <p:to>
                        <p:strVal val="visible"/>
                      </p:to>
                    </p:set>
                    <p:anim calcmode="lin" valueType="num">
                      <p:cBhvr additive="base">
                        <p:cTn dur="750" fill="hold"/>
                        <p:tgtEl>
                          <p:spTgt spid="4"/>
                        </p:tgtEl>
                        <p:attrNameLst>
                          <p:attrName>ppt_x</p:attrName>
                        </p:attrNameLst>
                      </p:cBhvr>
                      <p:tavLst>
                        <p:tav tm="0">
                          <p:val>
                            <p:strVal val="0-#ppt_w/2"/>
                          </p:val>
                        </p:tav>
                        <p:tav tm="100000">
                          <p:val>
                            <p:strVal val="#ppt_x"/>
                          </p:val>
                        </p:tav>
                      </p:tavLst>
                    </p:anim>
                    <p:anim calcmode="lin" valueType="num">
                      <p:cBhvr additive="base">
                        <p:cTn dur="750" fill="hold"/>
                        <p:tgtEl>
                          <p:spTgt spid="4"/>
                        </p:tgtEl>
                        <p:attrNameLst>
                          <p:attrName>ppt_y</p:attrName>
                        </p:attrNameLst>
                      </p:cBhvr>
                      <p:tavLst>
                        <p:tav tm="0">
                          <p:val>
                            <p:strVal val="0-#ppt_h/2"/>
                          </p:val>
                        </p:tav>
                        <p:tav tm="100000">
                          <p:val>
                            <p:strVal val="#ppt_y"/>
                          </p:val>
                        </p:tav>
                      </p:tavLst>
                    </p:anim>
                  </p:childTnLst>
                </p:cTn>
              </p:par>
            </p:tnLst>
          </p:tmpl>
        </p:tmplLst>
      </p:bldP>
      <p:bldP spid="87" grpId="0"/>
      <p:bldP spid="88" grpId="0" build="p">
        <p:tmplLst>
          <p:tmpl lvl="1">
            <p:tnLst>
              <p:par>
                <p:cTn presetID="22" presetClass="entr" presetSubtype="2" fill="hold" nodeType="withEffect">
                  <p:stCondLst>
                    <p:cond delay="0"/>
                  </p:stCondLst>
                  <p:childTnLst>
                    <p:set>
                      <p:cBhvr>
                        <p:cTn dur="1" fill="hold">
                          <p:stCondLst>
                            <p:cond delay="0"/>
                          </p:stCondLst>
                        </p:cTn>
                        <p:tgtEl>
                          <p:spTgt spid="88"/>
                        </p:tgtEl>
                        <p:attrNameLst>
                          <p:attrName>style.visibility</p:attrName>
                        </p:attrNameLst>
                      </p:cBhvr>
                      <p:to>
                        <p:strVal val="visible"/>
                      </p:to>
                    </p:set>
                    <p:animEffect transition="in" filter="wipe(right)">
                      <p:cBhvr>
                        <p:cTn dur="500"/>
                        <p:tgtEl>
                          <p:spTgt spid="88"/>
                        </p:tgtEl>
                      </p:cBhvr>
                    </p:animEffect>
                  </p:childTnLst>
                </p:cTn>
              </p:par>
            </p:tnLst>
          </p:tmpl>
        </p:tmplLst>
      </p:bldP>
      <p:bldP spid="89" grpId="0" build="p">
        <p:tmplLst>
          <p:tmpl lvl="1">
            <p:tnLst>
              <p:par>
                <p:cTn presetID="22" presetClass="entr" presetSubtype="2" fill="hold" nodeType="withEffect">
                  <p:stCondLst>
                    <p:cond delay="0"/>
                  </p:stCondLst>
                  <p:childTnLst>
                    <p:set>
                      <p:cBhvr>
                        <p:cTn dur="1" fill="hold">
                          <p:stCondLst>
                            <p:cond delay="0"/>
                          </p:stCondLst>
                        </p:cTn>
                        <p:tgtEl>
                          <p:spTgt spid="89"/>
                        </p:tgtEl>
                        <p:attrNameLst>
                          <p:attrName>style.visibility</p:attrName>
                        </p:attrNameLst>
                      </p:cBhvr>
                      <p:to>
                        <p:strVal val="visible"/>
                      </p:to>
                    </p:set>
                    <p:animEffect transition="in" filter="wipe(right)">
                      <p:cBhvr>
                        <p:cTn dur="500"/>
                        <p:tgtEl>
                          <p:spTgt spid="89"/>
                        </p:tgtEl>
                      </p:cBhvr>
                    </p:animEffect>
                  </p:childTnLst>
                </p:cTn>
              </p:par>
            </p:tnLst>
          </p:tmpl>
        </p:tmplLst>
      </p:bldP>
      <p:bldP spid="90" grpId="0" build="p">
        <p:tmplLst>
          <p:tmpl lvl="1">
            <p:tnLst>
              <p:par>
                <p:cTn presetID="22" presetClass="entr" presetSubtype="2"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wipe(right)">
                      <p:cBhvr>
                        <p:cTn dur="500"/>
                        <p:tgtEl>
                          <p:spTgt spid="90"/>
                        </p:tgtEl>
                      </p:cBhvr>
                    </p:animEffect>
                  </p:childTnLst>
                </p:cTn>
              </p:par>
            </p:tnLst>
          </p:tmpl>
        </p:tmplLst>
      </p:bldP>
      <p:bldP spid="91" grpId="0" build="p">
        <p:tmplLst>
          <p:tmpl lvl="1">
            <p:tnLst>
              <p:par>
                <p:cTn presetID="22" presetClass="entr" presetSubtype="2" fill="hold" nodeType="withEffect">
                  <p:stCondLst>
                    <p:cond delay="0"/>
                  </p:stCondLst>
                  <p:childTnLst>
                    <p:set>
                      <p:cBhvr>
                        <p:cTn dur="1" fill="hold">
                          <p:stCondLst>
                            <p:cond delay="0"/>
                          </p:stCondLst>
                        </p:cTn>
                        <p:tgtEl>
                          <p:spTgt spid="91"/>
                        </p:tgtEl>
                        <p:attrNameLst>
                          <p:attrName>style.visibility</p:attrName>
                        </p:attrNameLst>
                      </p:cBhvr>
                      <p:to>
                        <p:strVal val="visible"/>
                      </p:to>
                    </p:set>
                    <p:animEffect transition="in" filter="wipe(right)">
                      <p:cBhvr>
                        <p:cTn dur="500"/>
                        <p:tgtEl>
                          <p:spTgt spid="91"/>
                        </p:tgtEl>
                      </p:cBhvr>
                    </p:animEffect>
                  </p:childTnLst>
                </p:cTn>
              </p:par>
            </p:tnLst>
          </p:tmpl>
        </p:tmplLst>
      </p:bldP>
      <p:bldP spid="92" grpId="0" build="p">
        <p:tmplLst>
          <p:tmpl lvl="1">
            <p:tnLst>
              <p:par>
                <p:cTn presetID="22" presetClass="entr" presetSubtype="2" fill="hold" nodeType="withEffect">
                  <p:stCondLst>
                    <p:cond delay="0"/>
                  </p:stCondLst>
                  <p:childTnLst>
                    <p:set>
                      <p:cBhvr>
                        <p:cTn dur="1" fill="hold">
                          <p:stCondLst>
                            <p:cond delay="0"/>
                          </p:stCondLst>
                        </p:cTn>
                        <p:tgtEl>
                          <p:spTgt spid="92"/>
                        </p:tgtEl>
                        <p:attrNameLst>
                          <p:attrName>style.visibility</p:attrName>
                        </p:attrNameLst>
                      </p:cBhvr>
                      <p:to>
                        <p:strVal val="visible"/>
                      </p:to>
                    </p:set>
                    <p:animEffect transition="in" filter="wipe(right)">
                      <p:cBhvr>
                        <p:cTn dur="500"/>
                        <p:tgtEl>
                          <p:spTgt spid="92"/>
                        </p:tgtEl>
                      </p:cBhvr>
                    </p:animEffect>
                  </p:childTnLst>
                </p:cTn>
              </p:par>
            </p:tnLst>
          </p:tmpl>
        </p:tmplLst>
      </p:bldP>
      <p:bldP spid="93" grpId="0" build="p">
        <p:tmplLst>
          <p:tmpl lvl="1">
            <p:tnLst>
              <p:par>
                <p:cTn presetID="22" presetClass="entr" presetSubtype="2"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wipe(right)">
                      <p:cBhvr>
                        <p:cTn dur="500"/>
                        <p:tgtEl>
                          <p:spTgt spid="93"/>
                        </p:tgtEl>
                      </p:cBhvr>
                    </p:animEffect>
                  </p:childTnLst>
                </p:cTn>
              </p:par>
            </p:tnLst>
          </p:tmpl>
        </p:tmplLst>
      </p:bldP>
      <p:bldP spid="94" grpId="0">
        <p:tmplLst>
          <p:tmpl>
            <p:tnLst>
              <p:par>
                <p:cTn presetID="2" presetClass="entr" presetSubtype="2" decel="100000" fill="hold" nodeType="afterEffect">
                  <p:stCondLst>
                    <p:cond delay="0"/>
                  </p:stCondLst>
                  <p:childTnLst>
                    <p:set>
                      <p:cBhvr>
                        <p:cTn dur="1" fill="hold">
                          <p:stCondLst>
                            <p:cond delay="0"/>
                          </p:stCondLst>
                        </p:cTn>
                        <p:tgtEl>
                          <p:spTgt spid="94"/>
                        </p:tgtEl>
                        <p:attrNameLst>
                          <p:attrName>style.visibility</p:attrName>
                        </p:attrNameLst>
                      </p:cBhvr>
                      <p:to>
                        <p:strVal val="visible"/>
                      </p:to>
                    </p:set>
                    <p:anim calcmode="lin" valueType="num">
                      <p:cBhvr additive="base">
                        <p:cTn dur="500" fill="hold"/>
                        <p:tgtEl>
                          <p:spTgt spid="94"/>
                        </p:tgtEl>
                        <p:attrNameLst>
                          <p:attrName>ppt_x</p:attrName>
                        </p:attrNameLst>
                      </p:cBhvr>
                      <p:tavLst>
                        <p:tav tm="0">
                          <p:val>
                            <p:strVal val="1+#ppt_w/2"/>
                          </p:val>
                        </p:tav>
                        <p:tav tm="100000">
                          <p:val>
                            <p:strVal val="#ppt_x"/>
                          </p:val>
                        </p:tav>
                      </p:tavLst>
                    </p:anim>
                    <p:anim calcmode="lin" valueType="num">
                      <p:cBhvr additive="base">
                        <p:cTn dur="500" fill="hold"/>
                        <p:tgtEl>
                          <p:spTgt spid="94"/>
                        </p:tgtEl>
                        <p:attrNameLst>
                          <p:attrName>ppt_y</p:attrName>
                        </p:attrNameLst>
                      </p:cBhvr>
                      <p:tavLst>
                        <p:tav tm="0">
                          <p:val>
                            <p:strVal val="#ppt_y"/>
                          </p:val>
                        </p:tav>
                        <p:tav tm="100000">
                          <p:val>
                            <p:strVal val="#ppt_y"/>
                          </p:val>
                        </p:tav>
                      </p:tavLst>
                    </p:anim>
                  </p:childTnLst>
                </p:cTn>
              </p:par>
            </p:tnLst>
          </p:tmpl>
        </p:tmplLst>
      </p:bldP>
      <p:bldP spid="95" grpId="0" build="p">
        <p:tmplLst>
          <p:tmpl lvl="1">
            <p:tnLst>
              <p:par>
                <p:cTn presetID="22" presetClass="entr" presetSubtype="8" fill="hold" nodeType="afterEffect">
                  <p:stCondLst>
                    <p:cond delay="0"/>
                  </p:stCondLst>
                  <p:childTnLst>
                    <p:set>
                      <p:cBhvr>
                        <p:cTn dur="1" fill="hold">
                          <p:stCondLst>
                            <p:cond delay="0"/>
                          </p:stCondLst>
                        </p:cTn>
                        <p:tgtEl>
                          <p:spTgt spid="95"/>
                        </p:tgtEl>
                        <p:attrNameLst>
                          <p:attrName>style.visibility</p:attrName>
                        </p:attrNameLst>
                      </p:cBhvr>
                      <p:to>
                        <p:strVal val="visible"/>
                      </p:to>
                    </p:set>
                    <p:animEffect transition="in" filter="wipe(left)">
                      <p:cBhvr>
                        <p:cTn dur="500"/>
                        <p:tgtEl>
                          <p:spTgt spid="95"/>
                        </p:tgtEl>
                      </p:cBhvr>
                    </p:animEffect>
                  </p:childTnLst>
                </p:cTn>
              </p:par>
            </p:tnLst>
          </p:tmpl>
        </p:tmplLst>
      </p:bldP>
      <p:bldP spid="96" grpId="0">
        <p:tmplLst>
          <p:tmpl>
            <p:tnLst>
              <p:par>
                <p:cTn presetID="2" presetClass="entr" presetSubtype="2" decel="100000" fill="hold" nodeType="afterEffect">
                  <p:stCondLst>
                    <p:cond delay="0"/>
                  </p:stCondLst>
                  <p:childTnLst>
                    <p:set>
                      <p:cBhvr>
                        <p:cTn dur="1" fill="hold">
                          <p:stCondLst>
                            <p:cond delay="0"/>
                          </p:stCondLst>
                        </p:cTn>
                        <p:tgtEl>
                          <p:spTgt spid="96"/>
                        </p:tgtEl>
                        <p:attrNameLst>
                          <p:attrName>style.visibility</p:attrName>
                        </p:attrNameLst>
                      </p:cBhvr>
                      <p:to>
                        <p:strVal val="visible"/>
                      </p:to>
                    </p:set>
                    <p:anim calcmode="lin" valueType="num">
                      <p:cBhvr additive="base">
                        <p:cTn dur="500" fill="hold"/>
                        <p:tgtEl>
                          <p:spTgt spid="96"/>
                        </p:tgtEl>
                        <p:attrNameLst>
                          <p:attrName>ppt_x</p:attrName>
                        </p:attrNameLst>
                      </p:cBhvr>
                      <p:tavLst>
                        <p:tav tm="0">
                          <p:val>
                            <p:strVal val="1+#ppt_w/2"/>
                          </p:val>
                        </p:tav>
                        <p:tav tm="100000">
                          <p:val>
                            <p:strVal val="#ppt_x"/>
                          </p:val>
                        </p:tav>
                      </p:tavLst>
                    </p:anim>
                    <p:anim calcmode="lin" valueType="num">
                      <p:cBhvr additive="base">
                        <p:cTn dur="500" fill="hold"/>
                        <p:tgtEl>
                          <p:spTgt spid="96"/>
                        </p:tgtEl>
                        <p:attrNameLst>
                          <p:attrName>ppt_y</p:attrName>
                        </p:attrNameLst>
                      </p:cBhvr>
                      <p:tavLst>
                        <p:tav tm="0">
                          <p:val>
                            <p:strVal val="#ppt_y"/>
                          </p:val>
                        </p:tav>
                        <p:tav tm="100000">
                          <p:val>
                            <p:strVal val="#ppt_y"/>
                          </p:val>
                        </p:tav>
                      </p:tavLst>
                    </p:anim>
                  </p:childTnLst>
                </p:cTn>
              </p:par>
            </p:tnLst>
          </p:tmpl>
        </p:tmplLst>
      </p:bldP>
      <p:bldP spid="97" grpId="0" build="p">
        <p:tmplLst>
          <p:tmpl lvl="1">
            <p:tnLst>
              <p:par>
                <p:cTn presetID="22" presetClass="entr" presetSubtype="8" fill="hold" nodeType="afterEffect">
                  <p:stCondLst>
                    <p:cond delay="0"/>
                  </p:stCondLst>
                  <p:childTnLst>
                    <p:set>
                      <p:cBhvr>
                        <p:cTn dur="1" fill="hold">
                          <p:stCondLst>
                            <p:cond delay="0"/>
                          </p:stCondLst>
                        </p:cTn>
                        <p:tgtEl>
                          <p:spTgt spid="97"/>
                        </p:tgtEl>
                        <p:attrNameLst>
                          <p:attrName>style.visibility</p:attrName>
                        </p:attrNameLst>
                      </p:cBhvr>
                      <p:to>
                        <p:strVal val="visible"/>
                      </p:to>
                    </p:set>
                    <p:animEffect transition="in" filter="wipe(left)">
                      <p:cBhvr>
                        <p:cTn dur="500"/>
                        <p:tgtEl>
                          <p:spTgt spid="97"/>
                        </p:tgtEl>
                      </p:cBhvr>
                    </p:animEffect>
                  </p:childTnLst>
                </p:cTn>
              </p:par>
            </p:tnLst>
          </p:tmpl>
        </p:tmplLst>
      </p:bldP>
      <p:bldP spid="98" grpId="0">
        <p:tmplLst>
          <p:tmpl>
            <p:tnLst>
              <p:par>
                <p:cTn presetID="2" presetClass="entr" presetSubtype="2" decel="100000" fill="hold" nodeType="afterEffect">
                  <p:stCondLst>
                    <p:cond delay="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500" fill="hold"/>
                        <p:tgtEl>
                          <p:spTgt spid="98"/>
                        </p:tgtEl>
                        <p:attrNameLst>
                          <p:attrName>ppt_x</p:attrName>
                        </p:attrNameLst>
                      </p:cBhvr>
                      <p:tavLst>
                        <p:tav tm="0">
                          <p:val>
                            <p:strVal val="1+#ppt_w/2"/>
                          </p:val>
                        </p:tav>
                        <p:tav tm="100000">
                          <p:val>
                            <p:strVal val="#ppt_x"/>
                          </p:val>
                        </p:tav>
                      </p:tavLst>
                    </p:anim>
                    <p:anim calcmode="lin" valueType="num">
                      <p:cBhvr additive="base">
                        <p:cTn dur="500" fill="hold"/>
                        <p:tgtEl>
                          <p:spTgt spid="98"/>
                        </p:tgtEl>
                        <p:attrNameLst>
                          <p:attrName>ppt_y</p:attrName>
                        </p:attrNameLst>
                      </p:cBhvr>
                      <p:tavLst>
                        <p:tav tm="0">
                          <p:val>
                            <p:strVal val="#ppt_y"/>
                          </p:val>
                        </p:tav>
                        <p:tav tm="100000">
                          <p:val>
                            <p:strVal val="#ppt_y"/>
                          </p:val>
                        </p:tav>
                      </p:tavLst>
                    </p:anim>
                  </p:childTnLst>
                </p:cTn>
              </p:par>
            </p:tnLst>
          </p:tmpl>
        </p:tmplLst>
      </p:bldP>
      <p:bldP spid="99" grpId="0" build="p">
        <p:tmplLst>
          <p:tmpl lvl="1">
            <p:tnLst>
              <p:par>
                <p:cTn presetID="22" presetClass="entr" presetSubtype="8" fill="hold" nodeType="afterEffect">
                  <p:stCondLst>
                    <p:cond delay="0"/>
                  </p:stCondLst>
                  <p:childTnLst>
                    <p:set>
                      <p:cBhvr>
                        <p:cTn dur="1" fill="hold">
                          <p:stCondLst>
                            <p:cond delay="0"/>
                          </p:stCondLst>
                        </p:cTn>
                        <p:tgtEl>
                          <p:spTgt spid="99"/>
                        </p:tgtEl>
                        <p:attrNameLst>
                          <p:attrName>style.visibility</p:attrName>
                        </p:attrNameLst>
                      </p:cBhvr>
                      <p:to>
                        <p:strVal val="visible"/>
                      </p:to>
                    </p:set>
                    <p:animEffect transition="in" filter="wipe(left)">
                      <p:cBhvr>
                        <p:cTn dur="500"/>
                        <p:tgtEl>
                          <p:spTgt spid="99"/>
                        </p:tgtEl>
                      </p:cBhvr>
                    </p:animEffect>
                  </p:childTnLst>
                </p:cTn>
              </p:par>
            </p:tnLst>
          </p:tmpl>
        </p:tmplLst>
      </p:bldP>
      <p:bldP spid="100" grpId="0">
        <p:tmplLst>
          <p:tmpl>
            <p:tnLst>
              <p:par>
                <p:cTn presetID="2" presetClass="entr" presetSubtype="2" decel="100000" fill="hold" nodeType="afterEffect">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fill="hold"/>
                        <p:tgtEl>
                          <p:spTgt spid="100"/>
                        </p:tgtEl>
                        <p:attrNameLst>
                          <p:attrName>ppt_x</p:attrName>
                        </p:attrNameLst>
                      </p:cBhvr>
                      <p:tavLst>
                        <p:tav tm="0">
                          <p:val>
                            <p:strVal val="1+#ppt_w/2"/>
                          </p:val>
                        </p:tav>
                        <p:tav tm="100000">
                          <p:val>
                            <p:strVal val="#ppt_x"/>
                          </p:val>
                        </p:tav>
                      </p:tavLst>
                    </p:anim>
                    <p:anim calcmode="lin" valueType="num">
                      <p:cBhvr additive="base">
                        <p:cTn dur="500" fill="hold"/>
                        <p:tgtEl>
                          <p:spTgt spid="100"/>
                        </p:tgtEl>
                        <p:attrNameLst>
                          <p:attrName>ppt_y</p:attrName>
                        </p:attrNameLst>
                      </p:cBhvr>
                      <p:tavLst>
                        <p:tav tm="0">
                          <p:val>
                            <p:strVal val="#ppt_y"/>
                          </p:val>
                        </p:tav>
                        <p:tav tm="100000">
                          <p:val>
                            <p:strVal val="#ppt_y"/>
                          </p:val>
                        </p:tav>
                      </p:tavLst>
                    </p:anim>
                  </p:childTnLst>
                </p:cTn>
              </p:par>
            </p:tnLst>
          </p:tmpl>
        </p:tmplLst>
      </p:bldP>
      <p:bldP spid="101" grpId="0" build="p">
        <p:tmplLst>
          <p:tmpl lvl="1">
            <p:tnLst>
              <p:par>
                <p:cTn presetID="22" presetClass="entr" presetSubtype="8" fill="hold" nodeType="afterEffect">
                  <p:stCondLst>
                    <p:cond delay="0"/>
                  </p:stCondLst>
                  <p:childTnLst>
                    <p:set>
                      <p:cBhvr>
                        <p:cTn dur="1" fill="hold">
                          <p:stCondLst>
                            <p:cond delay="0"/>
                          </p:stCondLst>
                        </p:cTn>
                        <p:tgtEl>
                          <p:spTgt spid="101"/>
                        </p:tgtEl>
                        <p:attrNameLst>
                          <p:attrName>style.visibility</p:attrName>
                        </p:attrNameLst>
                      </p:cBhvr>
                      <p:to>
                        <p:strVal val="visible"/>
                      </p:to>
                    </p:set>
                    <p:animEffect transition="in" filter="wipe(left)">
                      <p:cBhvr>
                        <p:cTn dur="500"/>
                        <p:tgtEl>
                          <p:spTgt spid="101"/>
                        </p:tgtEl>
                      </p:cBhvr>
                    </p:animEffect>
                  </p:childTnLst>
                </p:cTn>
              </p:par>
            </p:tnLst>
          </p:tmpl>
        </p:tmplLst>
      </p:bldP>
      <p:bldP spid="102" grpId="0">
        <p:tmplLst>
          <p:tmpl>
            <p:tnLst>
              <p:par>
                <p:cTn presetID="2" presetClass="entr" presetSubtype="2" decel="100000" fill="hold" nodeType="afterEffect">
                  <p:stCondLst>
                    <p:cond delay="0"/>
                  </p:stCondLst>
                  <p:childTnLst>
                    <p:set>
                      <p:cBhvr>
                        <p:cTn dur="1" fill="hold">
                          <p:stCondLst>
                            <p:cond delay="0"/>
                          </p:stCondLst>
                        </p:cTn>
                        <p:tgtEl>
                          <p:spTgt spid="102"/>
                        </p:tgtEl>
                        <p:attrNameLst>
                          <p:attrName>style.visibility</p:attrName>
                        </p:attrNameLst>
                      </p:cBhvr>
                      <p:to>
                        <p:strVal val="visible"/>
                      </p:to>
                    </p:set>
                    <p:anim calcmode="lin" valueType="num">
                      <p:cBhvr additive="base">
                        <p:cTn dur="500" fill="hold"/>
                        <p:tgtEl>
                          <p:spTgt spid="102"/>
                        </p:tgtEl>
                        <p:attrNameLst>
                          <p:attrName>ppt_x</p:attrName>
                        </p:attrNameLst>
                      </p:cBhvr>
                      <p:tavLst>
                        <p:tav tm="0">
                          <p:val>
                            <p:strVal val="1+#ppt_w/2"/>
                          </p:val>
                        </p:tav>
                        <p:tav tm="100000">
                          <p:val>
                            <p:strVal val="#ppt_x"/>
                          </p:val>
                        </p:tav>
                      </p:tavLst>
                    </p:anim>
                    <p:anim calcmode="lin" valueType="num">
                      <p:cBhvr additive="base">
                        <p:cTn dur="500" fill="hold"/>
                        <p:tgtEl>
                          <p:spTgt spid="102"/>
                        </p:tgtEl>
                        <p:attrNameLst>
                          <p:attrName>ppt_y</p:attrName>
                        </p:attrNameLst>
                      </p:cBhvr>
                      <p:tavLst>
                        <p:tav tm="0">
                          <p:val>
                            <p:strVal val="#ppt_y"/>
                          </p:val>
                        </p:tav>
                        <p:tav tm="100000">
                          <p:val>
                            <p:strVal val="#ppt_y"/>
                          </p:val>
                        </p:tav>
                      </p:tavLst>
                    </p:anim>
                  </p:childTnLst>
                </p:cTn>
              </p:par>
            </p:tnLst>
          </p:tmpl>
        </p:tmplLst>
      </p:bldP>
      <p:bldP spid="103" grpId="0" build="p">
        <p:tmplLst>
          <p:tmpl lvl="1">
            <p:tnLst>
              <p:par>
                <p:cTn presetID="22" presetClass="entr" presetSubtype="8" fill="hold" nodeType="afterEffect">
                  <p:stCondLst>
                    <p:cond delay="0"/>
                  </p:stCondLst>
                  <p:childTnLst>
                    <p:set>
                      <p:cBhvr>
                        <p:cTn dur="1" fill="hold">
                          <p:stCondLst>
                            <p:cond delay="0"/>
                          </p:stCondLst>
                        </p:cTn>
                        <p:tgtEl>
                          <p:spTgt spid="103"/>
                        </p:tgtEl>
                        <p:attrNameLst>
                          <p:attrName>style.visibility</p:attrName>
                        </p:attrNameLst>
                      </p:cBhvr>
                      <p:to>
                        <p:strVal val="visible"/>
                      </p:to>
                    </p:set>
                    <p:animEffect transition="in" filter="wipe(left)">
                      <p:cBhvr>
                        <p:cTn dur="500"/>
                        <p:tgtEl>
                          <p:spTgt spid="103"/>
                        </p:tgtEl>
                      </p:cBhvr>
                    </p:animEffect>
                  </p:childTnLst>
                </p:cTn>
              </p:par>
            </p:tnLst>
          </p:tmpl>
        </p:tmplLst>
      </p:bldP>
      <p:bldP spid="104" grpId="0">
        <p:tmplLst>
          <p:tmpl>
            <p:tnLst>
              <p:par>
                <p:cTn presetID="2" presetClass="entr" presetSubtype="2" decel="100000" fill="hold" nodeType="afterEffect">
                  <p:stCondLst>
                    <p:cond delay="0"/>
                  </p:stCondLst>
                  <p:childTnLst>
                    <p:set>
                      <p:cBhvr>
                        <p:cTn dur="1" fill="hold">
                          <p:stCondLst>
                            <p:cond delay="0"/>
                          </p:stCondLst>
                        </p:cTn>
                        <p:tgtEl>
                          <p:spTgt spid="104"/>
                        </p:tgtEl>
                        <p:attrNameLst>
                          <p:attrName>style.visibility</p:attrName>
                        </p:attrNameLst>
                      </p:cBhvr>
                      <p:to>
                        <p:strVal val="visible"/>
                      </p:to>
                    </p:set>
                    <p:anim calcmode="lin" valueType="num">
                      <p:cBhvr additive="base">
                        <p:cTn dur="500" fill="hold"/>
                        <p:tgtEl>
                          <p:spTgt spid="104"/>
                        </p:tgtEl>
                        <p:attrNameLst>
                          <p:attrName>ppt_x</p:attrName>
                        </p:attrNameLst>
                      </p:cBhvr>
                      <p:tavLst>
                        <p:tav tm="0">
                          <p:val>
                            <p:strVal val="1+#ppt_w/2"/>
                          </p:val>
                        </p:tav>
                        <p:tav tm="100000">
                          <p:val>
                            <p:strVal val="#ppt_x"/>
                          </p:val>
                        </p:tav>
                      </p:tavLst>
                    </p:anim>
                    <p:anim calcmode="lin" valueType="num">
                      <p:cBhvr additive="base">
                        <p:cTn dur="500" fill="hold"/>
                        <p:tgtEl>
                          <p:spTgt spid="104"/>
                        </p:tgtEl>
                        <p:attrNameLst>
                          <p:attrName>ppt_y</p:attrName>
                        </p:attrNameLst>
                      </p:cBhvr>
                      <p:tavLst>
                        <p:tav tm="0">
                          <p:val>
                            <p:strVal val="#ppt_y"/>
                          </p:val>
                        </p:tav>
                        <p:tav tm="100000">
                          <p:val>
                            <p:strVal val="#ppt_y"/>
                          </p:val>
                        </p:tav>
                      </p:tavLst>
                    </p:anim>
                  </p:childTnLst>
                </p:cTn>
              </p:par>
            </p:tnLst>
          </p:tmpl>
        </p:tmplLst>
      </p:bldP>
      <p:bldP spid="105" grpId="0" build="p">
        <p:tmplLst>
          <p:tmpl lvl="1">
            <p:tnLst>
              <p:par>
                <p:cTn presetID="22" presetClass="entr" presetSubtype="8" fill="hold" nodeType="afterEffect">
                  <p:stCondLst>
                    <p:cond delay="0"/>
                  </p:stCondLst>
                  <p:childTnLst>
                    <p:set>
                      <p:cBhvr>
                        <p:cTn dur="1" fill="hold">
                          <p:stCondLst>
                            <p:cond delay="0"/>
                          </p:stCondLst>
                        </p:cTn>
                        <p:tgtEl>
                          <p:spTgt spid="105"/>
                        </p:tgtEl>
                        <p:attrNameLst>
                          <p:attrName>style.visibility</p:attrName>
                        </p:attrNameLst>
                      </p:cBhvr>
                      <p:to>
                        <p:strVal val="visible"/>
                      </p:to>
                    </p:set>
                    <p:animEffect transition="in" filter="wipe(left)">
                      <p:cBhvr>
                        <p:cTn dur="500"/>
                        <p:tgtEl>
                          <p:spTgt spid="105"/>
                        </p:tgtEl>
                      </p:cBhvr>
                    </p:animEffect>
                  </p:childTnLst>
                </p:cTn>
              </p:par>
            </p:tnLst>
          </p:tmpl>
        </p:tmplLst>
      </p:bldP>
    </p:bld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Keyword 3">
    <p:spTree>
      <p:nvGrpSpPr>
        <p:cNvPr id="1" name=""/>
        <p:cNvGrpSpPr/>
        <p:nvPr/>
      </p:nvGrpSpPr>
      <p:grpSpPr>
        <a:xfrm>
          <a:off x="0" y="0"/>
          <a:ext cx="0" cy="0"/>
          <a:chOff x="0" y="0"/>
          <a:chExt cx="0" cy="0"/>
        </a:xfrm>
      </p:grpSpPr>
      <p:sp>
        <p:nvSpPr>
          <p:cNvPr id="10" name="テキスト プレースホルダー 5"/>
          <p:cNvSpPr>
            <a:spLocks noGrp="1"/>
          </p:cNvSpPr>
          <p:nvPr>
            <p:ph type="body" sz="quarter" idx="16" hasCustomPrompt="1"/>
          </p:nvPr>
        </p:nvSpPr>
        <p:spPr>
          <a:xfrm>
            <a:off x="976181" y="3210976"/>
            <a:ext cx="10263906" cy="2339336"/>
          </a:xfrm>
          <a:prstGeom prst="rect">
            <a:avLst/>
          </a:prstGeom>
        </p:spPr>
        <p:txBody>
          <a:bodyPr anchor="ctr">
            <a:noAutofit/>
          </a:bodyPr>
          <a:lstStyle>
            <a:lvl1pPr algn="ctr">
              <a:lnSpc>
                <a:spcPct val="100000"/>
              </a:lnSpc>
              <a:spcBef>
                <a:spcPts val="0"/>
              </a:spcBef>
              <a:defRPr sz="12000" i="0" baseline="0">
                <a:blipFill dpi="0" rotWithShape="1">
                  <a:blip r:embed="rId2"/>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12" name="テキスト プレースホルダー 5"/>
          <p:cNvSpPr>
            <a:spLocks noGrp="1"/>
          </p:cNvSpPr>
          <p:nvPr>
            <p:ph type="body" sz="quarter" idx="21" hasCustomPrompt="1"/>
          </p:nvPr>
        </p:nvSpPr>
        <p:spPr>
          <a:xfrm>
            <a:off x="7305656" y="5170488"/>
            <a:ext cx="3708000" cy="86400"/>
          </a:xfrm>
          <a:prstGeom prst="rect">
            <a:avLst/>
          </a:prstGeom>
          <a:blipFill>
            <a:blip r:embed="rId2"/>
            <a:tile tx="0" ty="0" sx="100000" sy="100000" flip="none" algn="tl"/>
          </a:blipFill>
          <a:effectLst>
            <a:innerShdw blurRad="114300">
              <a:prstClr val="black"/>
            </a:innerShdw>
          </a:effectLst>
        </p:spPr>
        <p:txBody>
          <a:bodyPr anchor="t">
            <a:normAutofit/>
          </a:bodyPr>
          <a:lstStyle>
            <a:lvl1pPr algn="l">
              <a:defRPr sz="2400" baseline="0">
                <a:solidFill>
                  <a:schemeClr val="tx2"/>
                </a:solidFill>
              </a:defRPr>
            </a:lvl1pPr>
          </a:lstStyle>
          <a:p>
            <a:pPr lvl="0"/>
            <a:r>
              <a:rPr kumimoji="1" lang="en-US" altLang="ja-JP" dirty="0"/>
              <a:t> </a:t>
            </a:r>
            <a:endParaRPr kumimoji="1" lang="ja-JP" altLang="en-US" dirty="0"/>
          </a:p>
        </p:txBody>
      </p:sp>
      <p:sp>
        <p:nvSpPr>
          <p:cNvPr id="13" name="テキスト プレースホルダー 5"/>
          <p:cNvSpPr>
            <a:spLocks noGrp="1"/>
          </p:cNvSpPr>
          <p:nvPr>
            <p:ph type="body" sz="quarter" idx="22" hasCustomPrompt="1"/>
          </p:nvPr>
        </p:nvSpPr>
        <p:spPr>
          <a:xfrm>
            <a:off x="7216724" y="5509706"/>
            <a:ext cx="9695838" cy="1538207"/>
          </a:xfrm>
          <a:prstGeom prst="rect">
            <a:avLst/>
          </a:prstGeo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grpSp>
        <p:nvGrpSpPr>
          <p:cNvPr id="14" name="グループ化 13"/>
          <p:cNvGrpSpPr/>
          <p:nvPr userDrawn="1"/>
        </p:nvGrpSpPr>
        <p:grpSpPr>
          <a:xfrm>
            <a:off x="16778435" y="339170"/>
            <a:ext cx="1150664" cy="1150664"/>
            <a:chOff x="7418859" y="2569953"/>
            <a:chExt cx="934639" cy="934639"/>
          </a:xfrm>
        </p:grpSpPr>
        <p:sp>
          <p:nvSpPr>
            <p:cNvPr id="15" name="涙形 14"/>
            <p:cNvSpPr/>
            <p:nvPr/>
          </p:nvSpPr>
          <p:spPr>
            <a:xfrm>
              <a:off x="7418859" y="2569953"/>
              <a:ext cx="934639" cy="934639"/>
            </a:xfrm>
            <a:prstGeom prst="teardrop">
              <a:avLst/>
            </a:prstGeom>
            <a:blipFill>
              <a:blip r:embed="rId2"/>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涙形 15"/>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7"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Tree>
    <p:extLst>
      <p:ext uri="{BB962C8B-B14F-4D97-AF65-F5344CB8AC3E}">
        <p14:creationId xmlns:p14="http://schemas.microsoft.com/office/powerpoint/2010/main" val="3278208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 presetClass="entr" presetSubtype="9" decel="100000" fill="hold" grpId="0" nodeType="afterEffect">
                                  <p:stCondLst>
                                    <p:cond delay="0"/>
                                  </p:stCondLst>
                                  <p:iterate type="wd">
                                    <p:tmPct val="10000"/>
                                  </p:iterate>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1000" fill="hold"/>
                                        <p:tgtEl>
                                          <p:spTgt spid="10"/>
                                        </p:tgtEl>
                                        <p:attrNameLst>
                                          <p:attrName>ppt_x</p:attrName>
                                        </p:attrNameLst>
                                      </p:cBhvr>
                                      <p:tavLst>
                                        <p:tav tm="0">
                                          <p:val>
                                            <p:strVal val="0-#ppt_w/2"/>
                                          </p:val>
                                        </p:tav>
                                        <p:tav tm="100000">
                                          <p:val>
                                            <p:strVal val="#ppt_x"/>
                                          </p:val>
                                        </p:tav>
                                      </p:tavLst>
                                    </p:anim>
                                    <p:anim calcmode="lin" valueType="num">
                                      <p:cBhvr additive="base">
                                        <p:cTn id="17" dur="1000" fill="hold"/>
                                        <p:tgtEl>
                                          <p:spTgt spid="10"/>
                                        </p:tgtEl>
                                        <p:attrNameLst>
                                          <p:attrName>ppt_y</p:attrName>
                                        </p:attrNameLst>
                                      </p:cBhvr>
                                      <p:tavLst>
                                        <p:tav tm="0">
                                          <p:val>
                                            <p:strVal val="0-#ppt_h/2"/>
                                          </p:val>
                                        </p:tav>
                                        <p:tav tm="100000">
                                          <p:val>
                                            <p:strVal val="#ppt_y"/>
                                          </p:val>
                                        </p:tav>
                                      </p:tavLst>
                                    </p:anim>
                                  </p:childTnLst>
                                </p:cTn>
                              </p:par>
                              <p:par>
                                <p:cTn id="18" presetID="2" presetClass="entr" presetSubtype="2" decel="100000" fill="hold" grpId="0" nodeType="withEffect">
                                  <p:stCondLst>
                                    <p:cond delay="25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1000" fill="hold"/>
                                        <p:tgtEl>
                                          <p:spTgt spid="12"/>
                                        </p:tgtEl>
                                        <p:attrNameLst>
                                          <p:attrName>ppt_x</p:attrName>
                                        </p:attrNameLst>
                                      </p:cBhvr>
                                      <p:tavLst>
                                        <p:tav tm="0">
                                          <p:val>
                                            <p:strVal val="1+#ppt_w/2"/>
                                          </p:val>
                                        </p:tav>
                                        <p:tav tm="100000">
                                          <p:val>
                                            <p:strVal val="#ppt_x"/>
                                          </p:val>
                                        </p:tav>
                                      </p:tavLst>
                                    </p:anim>
                                    <p:anim calcmode="lin" valueType="num">
                                      <p:cBhvr additive="base">
                                        <p:cTn id="21" dur="1000" fill="hold"/>
                                        <p:tgtEl>
                                          <p:spTgt spid="12"/>
                                        </p:tgtEl>
                                        <p:attrNameLst>
                                          <p:attrName>ppt_y</p:attrName>
                                        </p:attrNameLst>
                                      </p:cBhvr>
                                      <p:tavLst>
                                        <p:tav tm="0">
                                          <p:val>
                                            <p:strVal val="#ppt_y"/>
                                          </p:val>
                                        </p:tav>
                                        <p:tav tm="100000">
                                          <p:val>
                                            <p:strVal val="#ppt_y"/>
                                          </p:val>
                                        </p:tav>
                                      </p:tavLst>
                                    </p:anim>
                                  </p:childTnLst>
                                </p:cTn>
                              </p:par>
                              <p:par>
                                <p:cTn id="22" presetID="22" presetClass="entr" presetSubtype="8" fill="hold" grpId="0" nodeType="withEffect">
                                  <p:stCondLst>
                                    <p:cond delay="1250"/>
                                  </p:stCondLst>
                                  <p:childTnLst>
                                    <p:set>
                                      <p:cBhvr>
                                        <p:cTn id="23" dur="1" fill="hold">
                                          <p:stCondLst>
                                            <p:cond delay="0"/>
                                          </p:stCondLst>
                                        </p:cTn>
                                        <p:tgtEl>
                                          <p:spTgt spid="13">
                                            <p:txEl>
                                              <p:pRg st="0" end="0"/>
                                            </p:txEl>
                                          </p:spTgt>
                                        </p:tgtEl>
                                        <p:attrNameLst>
                                          <p:attrName>style.visibility</p:attrName>
                                        </p:attrNameLst>
                                      </p:cBhvr>
                                      <p:to>
                                        <p:strVal val="visible"/>
                                      </p:to>
                                    </p:set>
                                    <p:animEffect transition="in" filter="wipe(left)">
                                      <p:cBhvr>
                                        <p:cTn id="24"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tmplLst>
          <p:tmpl>
            <p:tnLst>
              <p:par>
                <p:cTn presetID="2" presetClass="entr" presetSubtype="9" decel="100000" fill="hold" nodeType="afterEffect">
                  <p:stCondLst>
                    <p:cond delay="0"/>
                  </p:stCondLst>
                  <p:iterate type="wd">
                    <p:tmPct val="10000"/>
                  </p:iterate>
                  <p:childTnLst>
                    <p:set>
                      <p:cBhvr>
                        <p:cTn dur="1" fill="hold">
                          <p:stCondLst>
                            <p:cond delay="0"/>
                          </p:stCondLst>
                        </p:cTn>
                        <p:tgtEl>
                          <p:spTgt spid="10"/>
                        </p:tgtEl>
                        <p:attrNameLst>
                          <p:attrName>style.visibility</p:attrName>
                        </p:attrNameLst>
                      </p:cBhvr>
                      <p:to>
                        <p:strVal val="visible"/>
                      </p:to>
                    </p:set>
                    <p:anim calcmode="lin" valueType="num">
                      <p:cBhvr additive="base">
                        <p:cTn dur="1000" fill="hold"/>
                        <p:tgtEl>
                          <p:spTgt spid="10"/>
                        </p:tgtEl>
                        <p:attrNameLst>
                          <p:attrName>ppt_x</p:attrName>
                        </p:attrNameLst>
                      </p:cBhvr>
                      <p:tavLst>
                        <p:tav tm="0">
                          <p:val>
                            <p:strVal val="0-#ppt_w/2"/>
                          </p:val>
                        </p:tav>
                        <p:tav tm="100000">
                          <p:val>
                            <p:strVal val="#ppt_x"/>
                          </p:val>
                        </p:tav>
                      </p:tavLst>
                    </p:anim>
                    <p:anim calcmode="lin" valueType="num">
                      <p:cBhvr additive="base">
                        <p:cTn dur="1000" fill="hold"/>
                        <p:tgtEl>
                          <p:spTgt spid="10"/>
                        </p:tgtEl>
                        <p:attrNameLst>
                          <p:attrName>ppt_y</p:attrName>
                        </p:attrNameLst>
                      </p:cBhvr>
                      <p:tavLst>
                        <p:tav tm="0">
                          <p:val>
                            <p:strVal val="0-#ppt_h/2"/>
                          </p:val>
                        </p:tav>
                        <p:tav tm="100000">
                          <p:val>
                            <p:strVal val="#ppt_y"/>
                          </p:val>
                        </p:tav>
                      </p:tavLst>
                    </p:anim>
                  </p:childTnLst>
                </p:cTn>
              </p:par>
            </p:tnLst>
          </p:tmpl>
        </p:tmplLst>
      </p:bldP>
      <p:bldP spid="12" grpId="0" animBg="1">
        <p:tmplLst>
          <p:tmpl>
            <p:tnLst>
              <p:par>
                <p:cTn presetID="2" presetClass="entr" presetSubtype="2" decel="100000" fill="hold" nodeType="withEffect">
                  <p:stCondLst>
                    <p:cond delay="25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1000" fill="hold"/>
                        <p:tgtEl>
                          <p:spTgt spid="12"/>
                        </p:tgtEl>
                        <p:attrNameLst>
                          <p:attrName>ppt_x</p:attrName>
                        </p:attrNameLst>
                      </p:cBhvr>
                      <p:tavLst>
                        <p:tav tm="0">
                          <p:val>
                            <p:strVal val="1+#ppt_w/2"/>
                          </p:val>
                        </p:tav>
                        <p:tav tm="100000">
                          <p:val>
                            <p:strVal val="#ppt_x"/>
                          </p:val>
                        </p:tav>
                      </p:tavLst>
                    </p:anim>
                    <p:anim calcmode="lin" valueType="num">
                      <p:cBhvr additive="base">
                        <p:cTn dur="1000" fill="hold"/>
                        <p:tgtEl>
                          <p:spTgt spid="12"/>
                        </p:tgtEl>
                        <p:attrNameLst>
                          <p:attrName>ppt_y</p:attrName>
                        </p:attrNameLst>
                      </p:cBhvr>
                      <p:tavLst>
                        <p:tav tm="0">
                          <p:val>
                            <p:strVal val="#ppt_y"/>
                          </p:val>
                        </p:tav>
                        <p:tav tm="100000">
                          <p:val>
                            <p:strVal val="#ppt_y"/>
                          </p:val>
                        </p:tav>
                      </p:tavLst>
                    </p:anim>
                  </p:childTnLst>
                </p:cTn>
              </p:par>
            </p:tnLst>
          </p:tmpl>
        </p:tmplLst>
      </p:bldP>
      <p:bldP spid="13" grpId="0" build="p">
        <p:tmplLst>
          <p:tmpl lvl="1">
            <p:tnLst>
              <p:par>
                <p:cTn presetID="22" presetClass="entr" presetSubtype="8" fill="hold" nodeType="withEffect">
                  <p:stCondLst>
                    <p:cond delay="1250"/>
                  </p:stCondLst>
                  <p:childTnLst>
                    <p:set>
                      <p:cBhvr>
                        <p:cTn dur="1" fill="hold">
                          <p:stCondLst>
                            <p:cond delay="0"/>
                          </p:stCondLst>
                        </p:cTn>
                        <p:tgtEl>
                          <p:spTgt spid="13"/>
                        </p:tgtEl>
                        <p:attrNameLst>
                          <p:attrName>style.visibility</p:attrName>
                        </p:attrNameLst>
                      </p:cBhvr>
                      <p:to>
                        <p:strVal val="visible"/>
                      </p:to>
                    </p:set>
                    <p:animEffect transition="in" filter="wipe(left)">
                      <p:cBhvr>
                        <p:cTn dur="500"/>
                        <p:tgtEl>
                          <p:spTgt spid="13"/>
                        </p:tgtEl>
                      </p:cBhvr>
                    </p:animEffect>
                  </p:childTnLst>
                </p:cTn>
              </p:par>
            </p:tnLst>
          </p:tmpl>
        </p:tmplLst>
      </p:bldP>
      <p:bldP spid="17" grpId="0"/>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5 Icons, Captions and Description">
    <p:spTree>
      <p:nvGrpSpPr>
        <p:cNvPr id="1" name=""/>
        <p:cNvGrpSpPr/>
        <p:nvPr/>
      </p:nvGrpSpPr>
      <p:grpSpPr>
        <a:xfrm>
          <a:off x="0" y="0"/>
          <a:ext cx="0" cy="0"/>
          <a:chOff x="0" y="0"/>
          <a:chExt cx="0" cy="0"/>
        </a:xfrm>
      </p:grpSpPr>
      <p:grpSp>
        <p:nvGrpSpPr>
          <p:cNvPr id="5" name="グループ化 4"/>
          <p:cNvGrpSpPr/>
          <p:nvPr userDrawn="1"/>
        </p:nvGrpSpPr>
        <p:grpSpPr>
          <a:xfrm rot="16200000">
            <a:off x="-11554" y="4053483"/>
            <a:ext cx="5416552" cy="2434156"/>
            <a:chOff x="7280704" y="865019"/>
            <a:chExt cx="2002458" cy="899889"/>
          </a:xfrm>
        </p:grpSpPr>
        <p:sp>
          <p:nvSpPr>
            <p:cNvPr id="6"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p:cNvCxnSpPr/>
            <p:nvPr/>
          </p:nvCxnSpPr>
          <p:spPr>
            <a:xfrm rot="5400000">
              <a:off x="8530690" y="180035"/>
              <a:ext cx="0" cy="1504943"/>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rot="5400000" flipH="1">
              <a:off x="8549285" y="955825"/>
              <a:ext cx="1" cy="146775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rot="5400000">
              <a:off x="7399765" y="936510"/>
              <a:ext cx="377256" cy="37965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rot="5400000" flipH="1">
              <a:off x="7399486" y="1294582"/>
              <a:ext cx="383798" cy="41684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正方形/長方形 11"/>
            <p:cNvSpPr/>
            <p:nvPr userDrawn="1"/>
          </p:nvSpPr>
          <p:spPr>
            <a:xfrm>
              <a:off x="7955044" y="865019"/>
              <a:ext cx="1328118"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p:cNvGrpSpPr/>
          <p:nvPr userDrawn="1"/>
        </p:nvGrpSpPr>
        <p:grpSpPr>
          <a:xfrm rot="16200000">
            <a:off x="3212878" y="4053483"/>
            <a:ext cx="5416552" cy="2434156"/>
            <a:chOff x="7280704" y="865019"/>
            <a:chExt cx="2002458" cy="899889"/>
          </a:xfrm>
        </p:grpSpPr>
        <p:sp>
          <p:nvSpPr>
            <p:cNvPr id="24"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コネクタ 24"/>
            <p:cNvCxnSpPr/>
            <p:nvPr/>
          </p:nvCxnSpPr>
          <p:spPr>
            <a:xfrm rot="5400000">
              <a:off x="8530690" y="180035"/>
              <a:ext cx="0" cy="1504943"/>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rot="5400000" flipH="1">
              <a:off x="8549285" y="955825"/>
              <a:ext cx="1" cy="146775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rot="5400000">
              <a:off x="7399765" y="936510"/>
              <a:ext cx="377256" cy="37965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rot="5400000" flipH="1">
              <a:off x="7399486" y="1294582"/>
              <a:ext cx="383798" cy="41684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29" name="正方形/長方形 28"/>
            <p:cNvSpPr/>
            <p:nvPr userDrawn="1"/>
          </p:nvSpPr>
          <p:spPr>
            <a:xfrm>
              <a:off x="7955044" y="865019"/>
              <a:ext cx="1328118"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0" name="グループ化 29"/>
          <p:cNvGrpSpPr/>
          <p:nvPr userDrawn="1"/>
        </p:nvGrpSpPr>
        <p:grpSpPr>
          <a:xfrm rot="16200000">
            <a:off x="6437310" y="4053482"/>
            <a:ext cx="5416552" cy="2434156"/>
            <a:chOff x="7280704" y="865019"/>
            <a:chExt cx="2002458" cy="899889"/>
          </a:xfrm>
        </p:grpSpPr>
        <p:sp>
          <p:nvSpPr>
            <p:cNvPr id="31"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p:cNvCxnSpPr/>
            <p:nvPr/>
          </p:nvCxnSpPr>
          <p:spPr>
            <a:xfrm rot="5400000">
              <a:off x="8530690" y="180035"/>
              <a:ext cx="0" cy="1504943"/>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rot="5400000" flipH="1">
              <a:off x="8549285" y="955825"/>
              <a:ext cx="1" cy="146775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rot="5400000">
              <a:off x="7399765" y="936510"/>
              <a:ext cx="377256" cy="37965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5400000" flipH="1">
              <a:off x="7399486" y="1294582"/>
              <a:ext cx="383798" cy="41684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6" name="正方形/長方形 35"/>
            <p:cNvSpPr/>
            <p:nvPr userDrawn="1"/>
          </p:nvSpPr>
          <p:spPr>
            <a:xfrm>
              <a:off x="7955044" y="865019"/>
              <a:ext cx="1328118"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p:cNvGrpSpPr/>
          <p:nvPr userDrawn="1"/>
        </p:nvGrpSpPr>
        <p:grpSpPr>
          <a:xfrm rot="16200000">
            <a:off x="9661743" y="4053483"/>
            <a:ext cx="5416552" cy="2434156"/>
            <a:chOff x="7280704" y="865019"/>
            <a:chExt cx="2002458" cy="899889"/>
          </a:xfrm>
        </p:grpSpPr>
        <p:sp>
          <p:nvSpPr>
            <p:cNvPr id="38"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9" name="直線コネクタ 38"/>
            <p:cNvCxnSpPr/>
            <p:nvPr/>
          </p:nvCxnSpPr>
          <p:spPr>
            <a:xfrm rot="5400000">
              <a:off x="8530690" y="180035"/>
              <a:ext cx="0" cy="1504943"/>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p:nvPr/>
          </p:nvCxnSpPr>
          <p:spPr>
            <a:xfrm rot="5400000" flipH="1">
              <a:off x="8549285" y="955825"/>
              <a:ext cx="1" cy="146775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1" name="直線コネクタ 40"/>
            <p:cNvCxnSpPr/>
            <p:nvPr/>
          </p:nvCxnSpPr>
          <p:spPr>
            <a:xfrm rot="5400000">
              <a:off x="7399765" y="936510"/>
              <a:ext cx="377256" cy="37965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rot="5400000" flipH="1">
              <a:off x="7399486" y="1294582"/>
              <a:ext cx="383798" cy="41684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43" name="正方形/長方形 42"/>
            <p:cNvSpPr/>
            <p:nvPr userDrawn="1"/>
          </p:nvSpPr>
          <p:spPr>
            <a:xfrm>
              <a:off x="7955044" y="865019"/>
              <a:ext cx="1328118"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4" name="グループ化 43"/>
          <p:cNvGrpSpPr/>
          <p:nvPr userDrawn="1"/>
        </p:nvGrpSpPr>
        <p:grpSpPr>
          <a:xfrm rot="16200000">
            <a:off x="12886176" y="4053483"/>
            <a:ext cx="5416552" cy="2434156"/>
            <a:chOff x="7280704" y="865019"/>
            <a:chExt cx="2002458" cy="899889"/>
          </a:xfrm>
        </p:grpSpPr>
        <p:sp>
          <p:nvSpPr>
            <p:cNvPr id="45"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直線コネクタ 45"/>
            <p:cNvCxnSpPr/>
            <p:nvPr/>
          </p:nvCxnSpPr>
          <p:spPr>
            <a:xfrm rot="5400000">
              <a:off x="8530690" y="180035"/>
              <a:ext cx="0" cy="1504943"/>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rot="5400000" flipH="1">
              <a:off x="8549285" y="955825"/>
              <a:ext cx="1" cy="146775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p:nvCxnSpPr>
          <p:spPr>
            <a:xfrm rot="5400000">
              <a:off x="7399765" y="936510"/>
              <a:ext cx="377256" cy="37965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9" name="直線コネクタ 48"/>
            <p:cNvCxnSpPr/>
            <p:nvPr/>
          </p:nvCxnSpPr>
          <p:spPr>
            <a:xfrm rot="5400000" flipH="1">
              <a:off x="7399486" y="1294582"/>
              <a:ext cx="383798" cy="41684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50" name="正方形/長方形 49"/>
            <p:cNvSpPr/>
            <p:nvPr userDrawn="1"/>
          </p:nvSpPr>
          <p:spPr>
            <a:xfrm>
              <a:off x="7955044" y="865019"/>
              <a:ext cx="1328118"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2" name="正方形/長方形 21"/>
          <p:cNvSpPr/>
          <p:nvPr userDrawn="1"/>
        </p:nvSpPr>
        <p:spPr>
          <a:xfrm>
            <a:off x="-42205" y="-42204"/>
            <a:ext cx="18374067" cy="5598941"/>
          </a:xfrm>
          <a:custGeom>
            <a:avLst/>
            <a:gdLst>
              <a:gd name="connsiteX0" fmla="*/ 0 w 18360000"/>
              <a:gd name="connsiteY0" fmla="*/ 0 h 4431323"/>
              <a:gd name="connsiteX1" fmla="*/ 18360000 w 18360000"/>
              <a:gd name="connsiteY1" fmla="*/ 0 h 4431323"/>
              <a:gd name="connsiteX2" fmla="*/ 18360000 w 18360000"/>
              <a:gd name="connsiteY2" fmla="*/ 4431323 h 4431323"/>
              <a:gd name="connsiteX3" fmla="*/ 0 w 18360000"/>
              <a:gd name="connsiteY3" fmla="*/ 4431323 h 4431323"/>
              <a:gd name="connsiteX4" fmla="*/ 0 w 18360000"/>
              <a:gd name="connsiteY4" fmla="*/ 0 h 4431323"/>
              <a:gd name="connsiteX0" fmla="*/ 14067 w 18374067"/>
              <a:gd name="connsiteY0" fmla="*/ 0 h 5598941"/>
              <a:gd name="connsiteX1" fmla="*/ 18374067 w 18374067"/>
              <a:gd name="connsiteY1" fmla="*/ 0 h 5598941"/>
              <a:gd name="connsiteX2" fmla="*/ 18374067 w 18374067"/>
              <a:gd name="connsiteY2" fmla="*/ 4431323 h 5598941"/>
              <a:gd name="connsiteX3" fmla="*/ 0 w 18374067"/>
              <a:gd name="connsiteY3" fmla="*/ 5598941 h 5598941"/>
              <a:gd name="connsiteX4" fmla="*/ 14067 w 18374067"/>
              <a:gd name="connsiteY4" fmla="*/ 0 h 5598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74067" h="5598941">
                <a:moveTo>
                  <a:pt x="14067" y="0"/>
                </a:moveTo>
                <a:lnTo>
                  <a:pt x="18374067" y="0"/>
                </a:lnTo>
                <a:lnTo>
                  <a:pt x="18374067" y="4431323"/>
                </a:lnTo>
                <a:lnTo>
                  <a:pt x="0" y="5598941"/>
                </a:lnTo>
                <a:lnTo>
                  <a:pt x="14067" y="0"/>
                </a:lnTo>
                <a:close/>
              </a:path>
            </a:pathLst>
          </a:custGeom>
          <a:blipFill dpi="0" rotWithShape="0">
            <a:blip r:embed="rId4"/>
            <a:srcRect/>
            <a:tile tx="0" ty="0" sx="100000" sy="100000" flip="none" algn="tl"/>
          </a:blipFill>
          <a:ln>
            <a:noFill/>
          </a:ln>
          <a:effectLst>
            <a:outerShdw blurRad="88900" dist="762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cxnSp>
        <p:nvCxnSpPr>
          <p:cNvPr id="52" name="直線コネクタ 51"/>
          <p:cNvCxnSpPr/>
          <p:nvPr userDrawn="1"/>
        </p:nvCxnSpPr>
        <p:spPr>
          <a:xfrm flipV="1">
            <a:off x="0" y="4258461"/>
            <a:ext cx="18291175" cy="1143533"/>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5" name="テキスト プレースホルダー 5"/>
          <p:cNvSpPr>
            <a:spLocks noGrp="1"/>
          </p:cNvSpPr>
          <p:nvPr>
            <p:ph type="body" sz="quarter" idx="16" hasCustomPrompt="1"/>
          </p:nvPr>
        </p:nvSpPr>
        <p:spPr>
          <a:xfrm>
            <a:off x="759653" y="575589"/>
            <a:ext cx="7351405" cy="3973394"/>
          </a:xfrm>
          <a:prstGeom prst="rect">
            <a:avLst/>
          </a:prstGeom>
        </p:spPr>
        <p:txBody>
          <a:bodyPr anchor="ctr">
            <a:noAutofit/>
          </a:bodyPr>
          <a:lstStyle>
            <a:lvl1pPr algn="r">
              <a:lnSpc>
                <a:spcPts val="8000"/>
              </a:lnSpc>
              <a:spcBef>
                <a:spcPts val="0"/>
              </a:spcBef>
              <a:defRPr sz="9600" i="0" baseline="0">
                <a:blipFill dpi="0" rotWithShape="1">
                  <a:blip r:embed="rId2"/>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a:t>
            </a:r>
            <a:br>
              <a:rPr kumimoji="1" lang="en-US" altLang="ja-JP" dirty="0"/>
            </a:br>
            <a:r>
              <a:rPr kumimoji="1" lang="en-US" altLang="ja-JP" dirty="0"/>
              <a:t>HERE</a:t>
            </a:r>
            <a:endParaRPr kumimoji="1" lang="ja-JP" altLang="en-US" dirty="0"/>
          </a:p>
        </p:txBody>
      </p:sp>
      <p:sp>
        <p:nvSpPr>
          <p:cNvPr id="56" name="図プレースホルダー 28"/>
          <p:cNvSpPr>
            <a:spLocks noGrp="1"/>
          </p:cNvSpPr>
          <p:nvPr>
            <p:ph type="pic" sz="quarter" idx="22" hasCustomPrompt="1"/>
          </p:nvPr>
        </p:nvSpPr>
        <p:spPr>
          <a:xfrm>
            <a:off x="2273658" y="5661376"/>
            <a:ext cx="851715" cy="851715"/>
          </a:xfrm>
          <a:prstGeom prst="rect">
            <a:avLst/>
          </a:prstGeom>
          <a:effectLst>
            <a:innerShdw blurRad="63500" dist="254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57" name="図プレースホルダー 28"/>
          <p:cNvSpPr>
            <a:spLocks noGrp="1"/>
          </p:cNvSpPr>
          <p:nvPr>
            <p:ph type="pic" sz="quarter" idx="23" hasCustomPrompt="1"/>
          </p:nvPr>
        </p:nvSpPr>
        <p:spPr>
          <a:xfrm>
            <a:off x="5498090" y="5661376"/>
            <a:ext cx="851715" cy="851715"/>
          </a:xfrm>
          <a:prstGeom prst="rect">
            <a:avLst/>
          </a:prstGeom>
          <a:effectLst>
            <a:innerShdw blurRad="63500" dist="254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58" name="図プレースホルダー 28"/>
          <p:cNvSpPr>
            <a:spLocks noGrp="1"/>
          </p:cNvSpPr>
          <p:nvPr>
            <p:ph type="pic" sz="quarter" idx="24" hasCustomPrompt="1"/>
          </p:nvPr>
        </p:nvSpPr>
        <p:spPr>
          <a:xfrm>
            <a:off x="8722522" y="5661376"/>
            <a:ext cx="851715" cy="851715"/>
          </a:xfrm>
          <a:prstGeom prst="rect">
            <a:avLst/>
          </a:prstGeom>
          <a:effectLst>
            <a:innerShdw blurRad="63500" dist="254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59" name="図プレースホルダー 28"/>
          <p:cNvSpPr>
            <a:spLocks noGrp="1"/>
          </p:cNvSpPr>
          <p:nvPr>
            <p:ph type="pic" sz="quarter" idx="25" hasCustomPrompt="1"/>
          </p:nvPr>
        </p:nvSpPr>
        <p:spPr>
          <a:xfrm>
            <a:off x="11946955" y="5661376"/>
            <a:ext cx="851715" cy="851715"/>
          </a:xfrm>
          <a:prstGeom prst="rect">
            <a:avLst/>
          </a:prstGeom>
          <a:effectLst>
            <a:innerShdw blurRad="63500" dist="254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60" name="図プレースホルダー 28"/>
          <p:cNvSpPr>
            <a:spLocks noGrp="1"/>
          </p:cNvSpPr>
          <p:nvPr>
            <p:ph type="pic" sz="quarter" idx="26" hasCustomPrompt="1"/>
          </p:nvPr>
        </p:nvSpPr>
        <p:spPr>
          <a:xfrm>
            <a:off x="15171388" y="5661376"/>
            <a:ext cx="851715" cy="851715"/>
          </a:xfrm>
          <a:prstGeom prst="rect">
            <a:avLst/>
          </a:prstGeom>
          <a:effectLst>
            <a:innerShdw blurRad="63500" dist="254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61" name="テキスト プレースホルダー 5"/>
          <p:cNvSpPr>
            <a:spLocks noGrp="1"/>
          </p:cNvSpPr>
          <p:nvPr>
            <p:ph type="body" sz="quarter" idx="13" hasCustomPrompt="1"/>
          </p:nvPr>
        </p:nvSpPr>
        <p:spPr>
          <a:xfrm>
            <a:off x="1080620" y="8033513"/>
            <a:ext cx="3211321" cy="831533"/>
          </a:xfrm>
          <a:prstGeom prst="rect">
            <a:avLst/>
          </a:prstGeom>
        </p:spPr>
        <p:txBody>
          <a:bodyPr anchor="t">
            <a:noAutofit/>
          </a:bodyPr>
          <a:lstStyle>
            <a:lvl1pPr algn="ctr">
              <a:lnSpc>
                <a:spcPct val="100000"/>
              </a:lnSpc>
              <a:spcBef>
                <a:spcPts val="0"/>
              </a:spcBef>
              <a:defRPr sz="3600" i="0" baseline="0">
                <a:solidFill>
                  <a:schemeClr val="accent2">
                    <a:lumMod val="75000"/>
                  </a:schemeClr>
                </a:solidFill>
                <a:effectLst>
                  <a:innerShdw blurRad="114300">
                    <a:prstClr val="black"/>
                  </a:innerShdw>
                </a:effectLst>
                <a:latin typeface="+mj-lt"/>
              </a:defRPr>
            </a:lvl1pPr>
          </a:lstStyle>
          <a:p>
            <a:pPr lvl="0"/>
            <a:r>
              <a:rPr kumimoji="1" lang="en-US" altLang="ja-JP" dirty="0"/>
              <a:t>WORD</a:t>
            </a:r>
            <a:endParaRPr kumimoji="1" lang="ja-JP" altLang="en-US" dirty="0"/>
          </a:p>
        </p:txBody>
      </p:sp>
      <p:sp>
        <p:nvSpPr>
          <p:cNvPr id="62" name="テキスト プレースホルダー 5"/>
          <p:cNvSpPr>
            <a:spLocks noGrp="1"/>
          </p:cNvSpPr>
          <p:nvPr>
            <p:ph type="body" sz="quarter" idx="27" hasCustomPrompt="1"/>
          </p:nvPr>
        </p:nvSpPr>
        <p:spPr>
          <a:xfrm>
            <a:off x="4307663" y="8033513"/>
            <a:ext cx="3211321" cy="831533"/>
          </a:xfrm>
          <a:prstGeom prst="rect">
            <a:avLst/>
          </a:prstGeom>
        </p:spPr>
        <p:txBody>
          <a:bodyPr anchor="t">
            <a:noAutofit/>
          </a:bodyPr>
          <a:lstStyle>
            <a:lvl1pPr algn="ctr">
              <a:lnSpc>
                <a:spcPct val="100000"/>
              </a:lnSpc>
              <a:spcBef>
                <a:spcPts val="0"/>
              </a:spcBef>
              <a:defRPr sz="3600" i="0" baseline="0">
                <a:solidFill>
                  <a:schemeClr val="accent2">
                    <a:lumMod val="75000"/>
                  </a:schemeClr>
                </a:solidFill>
                <a:effectLst>
                  <a:innerShdw blurRad="114300">
                    <a:prstClr val="black"/>
                  </a:innerShdw>
                </a:effectLst>
                <a:latin typeface="+mj-lt"/>
              </a:defRPr>
            </a:lvl1pPr>
          </a:lstStyle>
          <a:p>
            <a:pPr lvl="0"/>
            <a:r>
              <a:rPr kumimoji="1" lang="en-US" altLang="ja-JP" dirty="0"/>
              <a:t>WORD</a:t>
            </a:r>
            <a:endParaRPr kumimoji="1" lang="ja-JP" altLang="en-US" dirty="0"/>
          </a:p>
        </p:txBody>
      </p:sp>
      <p:sp>
        <p:nvSpPr>
          <p:cNvPr id="63" name="テキスト プレースホルダー 5"/>
          <p:cNvSpPr>
            <a:spLocks noGrp="1"/>
          </p:cNvSpPr>
          <p:nvPr>
            <p:ph type="body" sz="quarter" idx="28" hasCustomPrompt="1"/>
          </p:nvPr>
        </p:nvSpPr>
        <p:spPr>
          <a:xfrm>
            <a:off x="7534706" y="8033513"/>
            <a:ext cx="3211321" cy="831533"/>
          </a:xfrm>
          <a:prstGeom prst="rect">
            <a:avLst/>
          </a:prstGeom>
        </p:spPr>
        <p:txBody>
          <a:bodyPr anchor="t">
            <a:noAutofit/>
          </a:bodyPr>
          <a:lstStyle>
            <a:lvl1pPr algn="ctr">
              <a:lnSpc>
                <a:spcPct val="100000"/>
              </a:lnSpc>
              <a:spcBef>
                <a:spcPts val="0"/>
              </a:spcBef>
              <a:defRPr sz="3600" i="0" baseline="0">
                <a:solidFill>
                  <a:schemeClr val="accent2">
                    <a:lumMod val="75000"/>
                  </a:schemeClr>
                </a:solidFill>
                <a:effectLst>
                  <a:innerShdw blurRad="114300">
                    <a:prstClr val="black"/>
                  </a:innerShdw>
                </a:effectLst>
                <a:latin typeface="+mj-lt"/>
              </a:defRPr>
            </a:lvl1pPr>
          </a:lstStyle>
          <a:p>
            <a:pPr lvl="0"/>
            <a:r>
              <a:rPr kumimoji="1" lang="en-US" altLang="ja-JP" dirty="0"/>
              <a:t>WORD</a:t>
            </a:r>
            <a:endParaRPr kumimoji="1" lang="ja-JP" altLang="en-US" dirty="0"/>
          </a:p>
        </p:txBody>
      </p:sp>
      <p:sp>
        <p:nvSpPr>
          <p:cNvPr id="64" name="テキスト プレースホルダー 5"/>
          <p:cNvSpPr>
            <a:spLocks noGrp="1"/>
          </p:cNvSpPr>
          <p:nvPr>
            <p:ph type="body" sz="quarter" idx="29" hasCustomPrompt="1"/>
          </p:nvPr>
        </p:nvSpPr>
        <p:spPr>
          <a:xfrm>
            <a:off x="10761749" y="8033513"/>
            <a:ext cx="3211321" cy="831533"/>
          </a:xfrm>
          <a:prstGeom prst="rect">
            <a:avLst/>
          </a:prstGeom>
        </p:spPr>
        <p:txBody>
          <a:bodyPr anchor="t">
            <a:noAutofit/>
          </a:bodyPr>
          <a:lstStyle>
            <a:lvl1pPr algn="ctr">
              <a:lnSpc>
                <a:spcPct val="100000"/>
              </a:lnSpc>
              <a:spcBef>
                <a:spcPts val="0"/>
              </a:spcBef>
              <a:defRPr sz="3600" i="0" baseline="0">
                <a:solidFill>
                  <a:schemeClr val="accent2">
                    <a:lumMod val="75000"/>
                  </a:schemeClr>
                </a:solidFill>
                <a:effectLst>
                  <a:innerShdw blurRad="114300">
                    <a:prstClr val="black"/>
                  </a:innerShdw>
                </a:effectLst>
                <a:latin typeface="+mj-lt"/>
              </a:defRPr>
            </a:lvl1pPr>
          </a:lstStyle>
          <a:p>
            <a:pPr lvl="0"/>
            <a:r>
              <a:rPr kumimoji="1" lang="en-US" altLang="ja-JP" dirty="0"/>
              <a:t>WORD</a:t>
            </a:r>
            <a:endParaRPr kumimoji="1" lang="ja-JP" altLang="en-US" dirty="0"/>
          </a:p>
        </p:txBody>
      </p:sp>
      <p:sp>
        <p:nvSpPr>
          <p:cNvPr id="65" name="テキスト プレースホルダー 5"/>
          <p:cNvSpPr>
            <a:spLocks noGrp="1"/>
          </p:cNvSpPr>
          <p:nvPr>
            <p:ph type="body" sz="quarter" idx="30" hasCustomPrompt="1"/>
          </p:nvPr>
        </p:nvSpPr>
        <p:spPr>
          <a:xfrm>
            <a:off x="13988792" y="8033513"/>
            <a:ext cx="3211321" cy="831533"/>
          </a:xfrm>
          <a:prstGeom prst="rect">
            <a:avLst/>
          </a:prstGeom>
        </p:spPr>
        <p:txBody>
          <a:bodyPr anchor="t">
            <a:noAutofit/>
          </a:bodyPr>
          <a:lstStyle>
            <a:lvl1pPr algn="ctr">
              <a:lnSpc>
                <a:spcPct val="100000"/>
              </a:lnSpc>
              <a:spcBef>
                <a:spcPts val="0"/>
              </a:spcBef>
              <a:defRPr sz="3600" i="0" baseline="0">
                <a:solidFill>
                  <a:schemeClr val="accent2">
                    <a:lumMod val="75000"/>
                  </a:schemeClr>
                </a:solidFill>
                <a:effectLst>
                  <a:innerShdw blurRad="114300">
                    <a:prstClr val="black"/>
                  </a:innerShdw>
                </a:effectLst>
                <a:latin typeface="+mj-lt"/>
              </a:defRPr>
            </a:lvl1pPr>
          </a:lstStyle>
          <a:p>
            <a:pPr lvl="0"/>
            <a:r>
              <a:rPr kumimoji="1" lang="en-US" altLang="ja-JP" dirty="0"/>
              <a:t>WORD</a:t>
            </a:r>
            <a:endParaRPr kumimoji="1" lang="ja-JP" altLang="en-US" dirty="0"/>
          </a:p>
        </p:txBody>
      </p:sp>
      <p:sp>
        <p:nvSpPr>
          <p:cNvPr id="66" name="正方形/長方形 65"/>
          <p:cNvSpPr/>
          <p:nvPr userDrawn="1"/>
        </p:nvSpPr>
        <p:spPr>
          <a:xfrm>
            <a:off x="0" y="9391972"/>
            <a:ext cx="18291176" cy="895028"/>
          </a:xfrm>
          <a:prstGeom prst="rect">
            <a:avLst/>
          </a:prstGeom>
          <a:blipFill dpi="0" rotWithShape="1">
            <a:blip r:embed="rId2"/>
            <a:srcRect/>
            <a:tile tx="0" ty="0" sx="100000" sy="100000" flip="none" algn="tl"/>
          </a:blip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67" name="フッター プレースホルダー 4"/>
          <p:cNvSpPr>
            <a:spLocks noGrp="1"/>
          </p:cNvSpPr>
          <p:nvPr>
            <p:ph type="ftr" sz="quarter" idx="3"/>
          </p:nvPr>
        </p:nvSpPr>
        <p:spPr>
          <a:xfrm>
            <a:off x="3372844" y="9534526"/>
            <a:ext cx="11545486" cy="547688"/>
          </a:xfrm>
          <a:prstGeom prst="rect">
            <a:avLst/>
          </a:prstGeom>
        </p:spPr>
        <p:txBody>
          <a:bodyPr vert="horz" lIns="163303" tIns="81651" rIns="163303" bIns="81651" rtlCol="0" anchor="ctr"/>
          <a:lstStyle>
            <a:lvl1pPr algn="ctr">
              <a:defRPr sz="2100">
                <a:solidFill>
                  <a:schemeClr val="bg1"/>
                </a:solidFill>
              </a:defRPr>
            </a:lvl1pPr>
          </a:lstStyle>
          <a:p>
            <a:r>
              <a:rPr lang="en-US" altLang="ja-JP"/>
              <a:t>The Power of PowerPoint - thepopp.com</a:t>
            </a:r>
            <a:endParaRPr lang="ja-JP" altLang="en-US" dirty="0"/>
          </a:p>
        </p:txBody>
      </p:sp>
      <p:cxnSp>
        <p:nvCxnSpPr>
          <p:cNvPr id="68" name="直線コネクタ 67"/>
          <p:cNvCxnSpPr/>
          <p:nvPr userDrawn="1"/>
        </p:nvCxnSpPr>
        <p:spPr>
          <a:xfrm>
            <a:off x="72579" y="9498410"/>
            <a:ext cx="18074008"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69" name="テキスト プレースホルダー 5"/>
          <p:cNvSpPr>
            <a:spLocks noGrp="1"/>
          </p:cNvSpPr>
          <p:nvPr>
            <p:ph type="body" sz="quarter" idx="31" hasCustomPrompt="1"/>
          </p:nvPr>
        </p:nvSpPr>
        <p:spPr>
          <a:xfrm>
            <a:off x="8412480" y="1284809"/>
            <a:ext cx="8651632" cy="2185991"/>
          </a:xfrm>
          <a:prstGeom prst="rect">
            <a:avLst/>
          </a:prstGeom>
        </p:spPr>
        <p:txBody>
          <a:bodyPr anchor="ctr">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grpSp>
        <p:nvGrpSpPr>
          <p:cNvPr id="70" name="グループ化 69"/>
          <p:cNvGrpSpPr/>
          <p:nvPr userDrawn="1"/>
        </p:nvGrpSpPr>
        <p:grpSpPr>
          <a:xfrm>
            <a:off x="16778435" y="339170"/>
            <a:ext cx="1150664" cy="1150664"/>
            <a:chOff x="7418859" y="2569953"/>
            <a:chExt cx="934639" cy="934639"/>
          </a:xfrm>
        </p:grpSpPr>
        <p:sp>
          <p:nvSpPr>
            <p:cNvPr id="71" name="涙形 70"/>
            <p:cNvSpPr/>
            <p:nvPr/>
          </p:nvSpPr>
          <p:spPr>
            <a:xfrm>
              <a:off x="7418859" y="2569953"/>
              <a:ext cx="934639" cy="934639"/>
            </a:xfrm>
            <a:prstGeom prst="teardrop">
              <a:avLst/>
            </a:prstGeom>
            <a:blipFill>
              <a:blip r:embed="rId2"/>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涙形 71"/>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3"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Tree>
    <p:extLst>
      <p:ext uri="{BB962C8B-B14F-4D97-AF65-F5344CB8AC3E}">
        <p14:creationId xmlns:p14="http://schemas.microsoft.com/office/powerpoint/2010/main" val="346409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70"/>
                                        </p:tgtEl>
                                        <p:attrNameLst>
                                          <p:attrName>style.visibility</p:attrName>
                                        </p:attrNameLst>
                                      </p:cBhvr>
                                      <p:to>
                                        <p:strVal val="visible"/>
                                      </p:to>
                                    </p:set>
                                    <p:anim calcmode="lin" valueType="num">
                                      <p:cBhvr additive="base">
                                        <p:cTn id="7" dur="500" fill="hold"/>
                                        <p:tgtEl>
                                          <p:spTgt spid="70"/>
                                        </p:tgtEl>
                                        <p:attrNameLst>
                                          <p:attrName>ppt_x</p:attrName>
                                        </p:attrNameLst>
                                      </p:cBhvr>
                                      <p:tavLst>
                                        <p:tav tm="0">
                                          <p:val>
                                            <p:strVal val="#ppt_x"/>
                                          </p:val>
                                        </p:tav>
                                        <p:tav tm="100000">
                                          <p:val>
                                            <p:strVal val="#ppt_x"/>
                                          </p:val>
                                        </p:tav>
                                      </p:tavLst>
                                    </p:anim>
                                    <p:anim calcmode="lin" valueType="num">
                                      <p:cBhvr additive="base">
                                        <p:cTn id="8" dur="500" fill="hold"/>
                                        <p:tgtEl>
                                          <p:spTgt spid="70"/>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73"/>
                                        </p:tgtEl>
                                        <p:attrNameLst>
                                          <p:attrName>style.visibility</p:attrName>
                                        </p:attrNameLst>
                                      </p:cBhvr>
                                      <p:to>
                                        <p:strVal val="visible"/>
                                      </p:to>
                                    </p:set>
                                    <p:anim calcmode="lin" valueType="num">
                                      <p:cBhvr additive="base">
                                        <p:cTn id="11" dur="500" fill="hold"/>
                                        <p:tgtEl>
                                          <p:spTgt spid="73"/>
                                        </p:tgtEl>
                                        <p:attrNameLst>
                                          <p:attrName>ppt_x</p:attrName>
                                        </p:attrNameLst>
                                      </p:cBhvr>
                                      <p:tavLst>
                                        <p:tav tm="0">
                                          <p:val>
                                            <p:strVal val="#ppt_x"/>
                                          </p:val>
                                        </p:tav>
                                        <p:tav tm="100000">
                                          <p:val>
                                            <p:strVal val="#ppt_x"/>
                                          </p:val>
                                        </p:tav>
                                      </p:tavLst>
                                    </p:anim>
                                    <p:anim calcmode="lin" valueType="num">
                                      <p:cBhvr additive="base">
                                        <p:cTn id="12" dur="500" fill="hold"/>
                                        <p:tgtEl>
                                          <p:spTgt spid="73"/>
                                        </p:tgtEl>
                                        <p:attrNameLst>
                                          <p:attrName>ppt_y</p:attrName>
                                        </p:attrNameLst>
                                      </p:cBhvr>
                                      <p:tavLst>
                                        <p:tav tm="0">
                                          <p:val>
                                            <p:strVal val="0-#ppt_h/2"/>
                                          </p:val>
                                        </p:tav>
                                        <p:tav tm="100000">
                                          <p:val>
                                            <p:strVal val="#ppt_y"/>
                                          </p:val>
                                        </p:tav>
                                      </p:tavLst>
                                    </p:anim>
                                  </p:childTnLst>
                                </p:cTn>
                              </p:par>
                              <p:par>
                                <p:cTn id="13" presetID="16" presetClass="entr" presetSubtype="37" fill="hold" grpId="0" nodeType="with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barn(outVertical)">
                                      <p:cBhvr>
                                        <p:cTn id="15" dur="500"/>
                                        <p:tgtEl>
                                          <p:spTgt spid="66"/>
                                        </p:tgtEl>
                                      </p:cBhvr>
                                    </p:animEffect>
                                  </p:childTnLst>
                                </p:cTn>
                              </p:par>
                              <p:par>
                                <p:cTn id="16" presetID="16" presetClass="entr" presetSubtype="37" fill="hold" grpId="0" nodeType="withEffect">
                                  <p:stCondLst>
                                    <p:cond delay="0"/>
                                  </p:stCondLst>
                                  <p:childTnLst>
                                    <p:set>
                                      <p:cBhvr>
                                        <p:cTn id="17" dur="1" fill="hold">
                                          <p:stCondLst>
                                            <p:cond delay="0"/>
                                          </p:stCondLst>
                                        </p:cTn>
                                        <p:tgtEl>
                                          <p:spTgt spid="67"/>
                                        </p:tgtEl>
                                        <p:attrNameLst>
                                          <p:attrName>style.visibility</p:attrName>
                                        </p:attrNameLst>
                                      </p:cBhvr>
                                      <p:to>
                                        <p:strVal val="visible"/>
                                      </p:to>
                                    </p:set>
                                    <p:animEffect transition="in" filter="barn(outVertical)">
                                      <p:cBhvr>
                                        <p:cTn id="18" dur="500"/>
                                        <p:tgtEl>
                                          <p:spTgt spid="67"/>
                                        </p:tgtEl>
                                      </p:cBhvr>
                                    </p:animEffect>
                                  </p:childTnLst>
                                </p:cTn>
                              </p:par>
                              <p:par>
                                <p:cTn id="19" presetID="16" presetClass="entr" presetSubtype="37" fill="hold" nodeType="withEffect">
                                  <p:stCondLst>
                                    <p:cond delay="0"/>
                                  </p:stCondLst>
                                  <p:childTnLst>
                                    <p:set>
                                      <p:cBhvr>
                                        <p:cTn id="20" dur="1" fill="hold">
                                          <p:stCondLst>
                                            <p:cond delay="0"/>
                                          </p:stCondLst>
                                        </p:cTn>
                                        <p:tgtEl>
                                          <p:spTgt spid="68"/>
                                        </p:tgtEl>
                                        <p:attrNameLst>
                                          <p:attrName>style.visibility</p:attrName>
                                        </p:attrNameLst>
                                      </p:cBhvr>
                                      <p:to>
                                        <p:strVal val="visible"/>
                                      </p:to>
                                    </p:set>
                                    <p:animEffect transition="in" filter="barn(outVertical)">
                                      <p:cBhvr>
                                        <p:cTn id="21" dur="500"/>
                                        <p:tgtEl>
                                          <p:spTgt spid="68"/>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left)">
                                      <p:cBhvr>
                                        <p:cTn id="25" dur="500"/>
                                        <p:tgtEl>
                                          <p:spTgt spid="22"/>
                                        </p:tgtEl>
                                      </p:cBhvr>
                                    </p:animEffect>
                                  </p:childTnLst>
                                </p:cTn>
                              </p:par>
                            </p:childTnLst>
                          </p:cTn>
                        </p:par>
                        <p:par>
                          <p:cTn id="26" fill="hold">
                            <p:stCondLst>
                              <p:cond delay="1000"/>
                            </p:stCondLst>
                            <p:childTnLst>
                              <p:par>
                                <p:cTn id="27" presetID="22" presetClass="entr" presetSubtype="2" fill="hold" nodeType="after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wipe(right)">
                                      <p:cBhvr>
                                        <p:cTn id="29" dur="500"/>
                                        <p:tgtEl>
                                          <p:spTgt spid="52"/>
                                        </p:tgtEl>
                                      </p:cBhvr>
                                    </p:animEffect>
                                  </p:childTnLst>
                                </p:cTn>
                              </p:par>
                            </p:childTnLst>
                          </p:cTn>
                        </p:par>
                        <p:par>
                          <p:cTn id="30" fill="hold">
                            <p:stCondLst>
                              <p:cond delay="1500"/>
                            </p:stCondLst>
                            <p:childTnLst>
                              <p:par>
                                <p:cTn id="31" presetID="2" presetClass="entr" presetSubtype="9" decel="100000" fill="hold" grpId="0" nodeType="afterEffect">
                                  <p:stCondLst>
                                    <p:cond delay="0"/>
                                  </p:stCondLst>
                                  <p:iterate type="wd">
                                    <p:tmPct val="10000"/>
                                  </p:iterate>
                                  <p:childTnLst>
                                    <p:set>
                                      <p:cBhvr>
                                        <p:cTn id="32" dur="1" fill="hold">
                                          <p:stCondLst>
                                            <p:cond delay="0"/>
                                          </p:stCondLst>
                                        </p:cTn>
                                        <p:tgtEl>
                                          <p:spTgt spid="55"/>
                                        </p:tgtEl>
                                        <p:attrNameLst>
                                          <p:attrName>style.visibility</p:attrName>
                                        </p:attrNameLst>
                                      </p:cBhvr>
                                      <p:to>
                                        <p:strVal val="visible"/>
                                      </p:to>
                                    </p:set>
                                    <p:anim calcmode="lin" valueType="num">
                                      <p:cBhvr additive="base">
                                        <p:cTn id="33" dur="1000" fill="hold"/>
                                        <p:tgtEl>
                                          <p:spTgt spid="55"/>
                                        </p:tgtEl>
                                        <p:attrNameLst>
                                          <p:attrName>ppt_x</p:attrName>
                                        </p:attrNameLst>
                                      </p:cBhvr>
                                      <p:tavLst>
                                        <p:tav tm="0">
                                          <p:val>
                                            <p:strVal val="0-#ppt_w/2"/>
                                          </p:val>
                                        </p:tav>
                                        <p:tav tm="100000">
                                          <p:val>
                                            <p:strVal val="#ppt_x"/>
                                          </p:val>
                                        </p:tav>
                                      </p:tavLst>
                                    </p:anim>
                                    <p:anim calcmode="lin" valueType="num">
                                      <p:cBhvr additive="base">
                                        <p:cTn id="34" dur="1000" fill="hold"/>
                                        <p:tgtEl>
                                          <p:spTgt spid="55"/>
                                        </p:tgtEl>
                                        <p:attrNameLst>
                                          <p:attrName>ppt_y</p:attrName>
                                        </p:attrNameLst>
                                      </p:cBhvr>
                                      <p:tavLst>
                                        <p:tav tm="0">
                                          <p:val>
                                            <p:strVal val="0-#ppt_h/2"/>
                                          </p:val>
                                        </p:tav>
                                        <p:tav tm="100000">
                                          <p:val>
                                            <p:strVal val="#ppt_y"/>
                                          </p:val>
                                        </p:tav>
                                      </p:tavLst>
                                    </p:anim>
                                  </p:childTnLst>
                                </p:cTn>
                              </p:par>
                              <p:par>
                                <p:cTn id="35" presetID="2" presetClass="entr" presetSubtype="2" decel="100000" fill="hold" grpId="0" nodeType="withEffect">
                                  <p:stCondLst>
                                    <p:cond delay="250"/>
                                  </p:stCondLst>
                                  <p:childTnLst>
                                    <p:set>
                                      <p:cBhvr>
                                        <p:cTn id="36" dur="1" fill="hold">
                                          <p:stCondLst>
                                            <p:cond delay="0"/>
                                          </p:stCondLst>
                                        </p:cTn>
                                        <p:tgtEl>
                                          <p:spTgt spid="69">
                                            <p:txEl>
                                              <p:pRg st="0" end="0"/>
                                            </p:txEl>
                                          </p:spTgt>
                                        </p:tgtEl>
                                        <p:attrNameLst>
                                          <p:attrName>style.visibility</p:attrName>
                                        </p:attrNameLst>
                                      </p:cBhvr>
                                      <p:to>
                                        <p:strVal val="visible"/>
                                      </p:to>
                                    </p:set>
                                    <p:anim calcmode="lin" valueType="num">
                                      <p:cBhvr additive="base">
                                        <p:cTn id="37" dur="750" fill="hold"/>
                                        <p:tgtEl>
                                          <p:spTgt spid="69">
                                            <p:txEl>
                                              <p:pRg st="0" end="0"/>
                                            </p:txEl>
                                          </p:spTgt>
                                        </p:tgtEl>
                                        <p:attrNameLst>
                                          <p:attrName>ppt_x</p:attrName>
                                        </p:attrNameLst>
                                      </p:cBhvr>
                                      <p:tavLst>
                                        <p:tav tm="0">
                                          <p:val>
                                            <p:strVal val="1+#ppt_w/2"/>
                                          </p:val>
                                        </p:tav>
                                        <p:tav tm="100000">
                                          <p:val>
                                            <p:strVal val="#ppt_x"/>
                                          </p:val>
                                        </p:tav>
                                      </p:tavLst>
                                    </p:anim>
                                    <p:anim calcmode="lin" valueType="num">
                                      <p:cBhvr additive="base">
                                        <p:cTn id="38" dur="750" fill="hold"/>
                                        <p:tgtEl>
                                          <p:spTgt spid="69">
                                            <p:txEl>
                                              <p:pRg st="0" end="0"/>
                                            </p:txEl>
                                          </p:spTgt>
                                        </p:tgtEl>
                                        <p:attrNameLst>
                                          <p:attrName>ppt_y</p:attrName>
                                        </p:attrNameLst>
                                      </p:cBhvr>
                                      <p:tavLst>
                                        <p:tav tm="0">
                                          <p:val>
                                            <p:strVal val="#ppt_y"/>
                                          </p:val>
                                        </p:tav>
                                        <p:tav tm="100000">
                                          <p:val>
                                            <p:strVal val="#ppt_y"/>
                                          </p:val>
                                        </p:tav>
                                      </p:tavLst>
                                    </p:anim>
                                  </p:childTnLst>
                                </p:cTn>
                              </p:par>
                              <p:par>
                                <p:cTn id="39" presetID="2" presetClass="entr" presetSubtype="1" decel="100000" fill="hold" nodeType="withEffect">
                                  <p:stCondLst>
                                    <p:cond delay="25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1000" fill="hold"/>
                                        <p:tgtEl>
                                          <p:spTgt spid="5"/>
                                        </p:tgtEl>
                                        <p:attrNameLst>
                                          <p:attrName>ppt_x</p:attrName>
                                        </p:attrNameLst>
                                      </p:cBhvr>
                                      <p:tavLst>
                                        <p:tav tm="0">
                                          <p:val>
                                            <p:strVal val="#ppt_x"/>
                                          </p:val>
                                        </p:tav>
                                        <p:tav tm="100000">
                                          <p:val>
                                            <p:strVal val="#ppt_x"/>
                                          </p:val>
                                        </p:tav>
                                      </p:tavLst>
                                    </p:anim>
                                    <p:anim calcmode="lin" valueType="num">
                                      <p:cBhvr additive="base">
                                        <p:cTn id="42" dur="1000" fill="hold"/>
                                        <p:tgtEl>
                                          <p:spTgt spid="5"/>
                                        </p:tgtEl>
                                        <p:attrNameLst>
                                          <p:attrName>ppt_y</p:attrName>
                                        </p:attrNameLst>
                                      </p:cBhvr>
                                      <p:tavLst>
                                        <p:tav tm="0">
                                          <p:val>
                                            <p:strVal val="0-#ppt_h/2"/>
                                          </p:val>
                                        </p:tav>
                                        <p:tav tm="100000">
                                          <p:val>
                                            <p:strVal val="#ppt_y"/>
                                          </p:val>
                                        </p:tav>
                                      </p:tavLst>
                                    </p:anim>
                                  </p:childTnLst>
                                </p:cTn>
                              </p:par>
                              <p:par>
                                <p:cTn id="43" presetID="2" presetClass="entr" presetSubtype="1" decel="100000" fill="hold" nodeType="withEffect">
                                  <p:stCondLst>
                                    <p:cond delay="350"/>
                                  </p:stCondLst>
                                  <p:childTnLst>
                                    <p:set>
                                      <p:cBhvr>
                                        <p:cTn id="44" dur="1" fill="hold">
                                          <p:stCondLst>
                                            <p:cond delay="0"/>
                                          </p:stCondLst>
                                        </p:cTn>
                                        <p:tgtEl>
                                          <p:spTgt spid="23"/>
                                        </p:tgtEl>
                                        <p:attrNameLst>
                                          <p:attrName>style.visibility</p:attrName>
                                        </p:attrNameLst>
                                      </p:cBhvr>
                                      <p:to>
                                        <p:strVal val="visible"/>
                                      </p:to>
                                    </p:set>
                                    <p:anim calcmode="lin" valueType="num">
                                      <p:cBhvr additive="base">
                                        <p:cTn id="45" dur="1000" fill="hold"/>
                                        <p:tgtEl>
                                          <p:spTgt spid="23"/>
                                        </p:tgtEl>
                                        <p:attrNameLst>
                                          <p:attrName>ppt_x</p:attrName>
                                        </p:attrNameLst>
                                      </p:cBhvr>
                                      <p:tavLst>
                                        <p:tav tm="0">
                                          <p:val>
                                            <p:strVal val="#ppt_x"/>
                                          </p:val>
                                        </p:tav>
                                        <p:tav tm="100000">
                                          <p:val>
                                            <p:strVal val="#ppt_x"/>
                                          </p:val>
                                        </p:tav>
                                      </p:tavLst>
                                    </p:anim>
                                    <p:anim calcmode="lin" valueType="num">
                                      <p:cBhvr additive="base">
                                        <p:cTn id="46" dur="1000" fill="hold"/>
                                        <p:tgtEl>
                                          <p:spTgt spid="23"/>
                                        </p:tgtEl>
                                        <p:attrNameLst>
                                          <p:attrName>ppt_y</p:attrName>
                                        </p:attrNameLst>
                                      </p:cBhvr>
                                      <p:tavLst>
                                        <p:tav tm="0">
                                          <p:val>
                                            <p:strVal val="0-#ppt_h/2"/>
                                          </p:val>
                                        </p:tav>
                                        <p:tav tm="100000">
                                          <p:val>
                                            <p:strVal val="#ppt_y"/>
                                          </p:val>
                                        </p:tav>
                                      </p:tavLst>
                                    </p:anim>
                                  </p:childTnLst>
                                </p:cTn>
                              </p:par>
                              <p:par>
                                <p:cTn id="47" presetID="2" presetClass="entr" presetSubtype="1" decel="100000" fill="hold" nodeType="withEffect">
                                  <p:stCondLst>
                                    <p:cond delay="450"/>
                                  </p:stCondLst>
                                  <p:childTnLst>
                                    <p:set>
                                      <p:cBhvr>
                                        <p:cTn id="48" dur="1" fill="hold">
                                          <p:stCondLst>
                                            <p:cond delay="0"/>
                                          </p:stCondLst>
                                        </p:cTn>
                                        <p:tgtEl>
                                          <p:spTgt spid="30"/>
                                        </p:tgtEl>
                                        <p:attrNameLst>
                                          <p:attrName>style.visibility</p:attrName>
                                        </p:attrNameLst>
                                      </p:cBhvr>
                                      <p:to>
                                        <p:strVal val="visible"/>
                                      </p:to>
                                    </p:set>
                                    <p:anim calcmode="lin" valueType="num">
                                      <p:cBhvr additive="base">
                                        <p:cTn id="49" dur="1000" fill="hold"/>
                                        <p:tgtEl>
                                          <p:spTgt spid="30"/>
                                        </p:tgtEl>
                                        <p:attrNameLst>
                                          <p:attrName>ppt_x</p:attrName>
                                        </p:attrNameLst>
                                      </p:cBhvr>
                                      <p:tavLst>
                                        <p:tav tm="0">
                                          <p:val>
                                            <p:strVal val="#ppt_x"/>
                                          </p:val>
                                        </p:tav>
                                        <p:tav tm="100000">
                                          <p:val>
                                            <p:strVal val="#ppt_x"/>
                                          </p:val>
                                        </p:tav>
                                      </p:tavLst>
                                    </p:anim>
                                    <p:anim calcmode="lin" valueType="num">
                                      <p:cBhvr additive="base">
                                        <p:cTn id="50" dur="1000" fill="hold"/>
                                        <p:tgtEl>
                                          <p:spTgt spid="30"/>
                                        </p:tgtEl>
                                        <p:attrNameLst>
                                          <p:attrName>ppt_y</p:attrName>
                                        </p:attrNameLst>
                                      </p:cBhvr>
                                      <p:tavLst>
                                        <p:tav tm="0">
                                          <p:val>
                                            <p:strVal val="0-#ppt_h/2"/>
                                          </p:val>
                                        </p:tav>
                                        <p:tav tm="100000">
                                          <p:val>
                                            <p:strVal val="#ppt_y"/>
                                          </p:val>
                                        </p:tav>
                                      </p:tavLst>
                                    </p:anim>
                                  </p:childTnLst>
                                </p:cTn>
                              </p:par>
                              <p:par>
                                <p:cTn id="51" presetID="2" presetClass="entr" presetSubtype="1" decel="100000" fill="hold" nodeType="withEffect">
                                  <p:stCondLst>
                                    <p:cond delay="550"/>
                                  </p:stCondLst>
                                  <p:childTnLst>
                                    <p:set>
                                      <p:cBhvr>
                                        <p:cTn id="52" dur="1" fill="hold">
                                          <p:stCondLst>
                                            <p:cond delay="0"/>
                                          </p:stCondLst>
                                        </p:cTn>
                                        <p:tgtEl>
                                          <p:spTgt spid="37"/>
                                        </p:tgtEl>
                                        <p:attrNameLst>
                                          <p:attrName>style.visibility</p:attrName>
                                        </p:attrNameLst>
                                      </p:cBhvr>
                                      <p:to>
                                        <p:strVal val="visible"/>
                                      </p:to>
                                    </p:set>
                                    <p:anim calcmode="lin" valueType="num">
                                      <p:cBhvr additive="base">
                                        <p:cTn id="53" dur="1000" fill="hold"/>
                                        <p:tgtEl>
                                          <p:spTgt spid="37"/>
                                        </p:tgtEl>
                                        <p:attrNameLst>
                                          <p:attrName>ppt_x</p:attrName>
                                        </p:attrNameLst>
                                      </p:cBhvr>
                                      <p:tavLst>
                                        <p:tav tm="0">
                                          <p:val>
                                            <p:strVal val="#ppt_x"/>
                                          </p:val>
                                        </p:tav>
                                        <p:tav tm="100000">
                                          <p:val>
                                            <p:strVal val="#ppt_x"/>
                                          </p:val>
                                        </p:tav>
                                      </p:tavLst>
                                    </p:anim>
                                    <p:anim calcmode="lin" valueType="num">
                                      <p:cBhvr additive="base">
                                        <p:cTn id="54" dur="1000" fill="hold"/>
                                        <p:tgtEl>
                                          <p:spTgt spid="37"/>
                                        </p:tgtEl>
                                        <p:attrNameLst>
                                          <p:attrName>ppt_y</p:attrName>
                                        </p:attrNameLst>
                                      </p:cBhvr>
                                      <p:tavLst>
                                        <p:tav tm="0">
                                          <p:val>
                                            <p:strVal val="0-#ppt_h/2"/>
                                          </p:val>
                                        </p:tav>
                                        <p:tav tm="100000">
                                          <p:val>
                                            <p:strVal val="#ppt_y"/>
                                          </p:val>
                                        </p:tav>
                                      </p:tavLst>
                                    </p:anim>
                                  </p:childTnLst>
                                </p:cTn>
                              </p:par>
                              <p:par>
                                <p:cTn id="55" presetID="2" presetClass="entr" presetSubtype="1" decel="100000" fill="hold" nodeType="withEffect">
                                  <p:stCondLst>
                                    <p:cond delay="650"/>
                                  </p:stCondLst>
                                  <p:childTnLst>
                                    <p:set>
                                      <p:cBhvr>
                                        <p:cTn id="56" dur="1" fill="hold">
                                          <p:stCondLst>
                                            <p:cond delay="0"/>
                                          </p:stCondLst>
                                        </p:cTn>
                                        <p:tgtEl>
                                          <p:spTgt spid="44"/>
                                        </p:tgtEl>
                                        <p:attrNameLst>
                                          <p:attrName>style.visibility</p:attrName>
                                        </p:attrNameLst>
                                      </p:cBhvr>
                                      <p:to>
                                        <p:strVal val="visible"/>
                                      </p:to>
                                    </p:set>
                                    <p:anim calcmode="lin" valueType="num">
                                      <p:cBhvr additive="base">
                                        <p:cTn id="57" dur="1000" fill="hold"/>
                                        <p:tgtEl>
                                          <p:spTgt spid="44"/>
                                        </p:tgtEl>
                                        <p:attrNameLst>
                                          <p:attrName>ppt_x</p:attrName>
                                        </p:attrNameLst>
                                      </p:cBhvr>
                                      <p:tavLst>
                                        <p:tav tm="0">
                                          <p:val>
                                            <p:strVal val="#ppt_x"/>
                                          </p:val>
                                        </p:tav>
                                        <p:tav tm="100000">
                                          <p:val>
                                            <p:strVal val="#ppt_x"/>
                                          </p:val>
                                        </p:tav>
                                      </p:tavLst>
                                    </p:anim>
                                    <p:anim calcmode="lin" valueType="num">
                                      <p:cBhvr additive="base">
                                        <p:cTn id="58" dur="1000" fill="hold"/>
                                        <p:tgtEl>
                                          <p:spTgt spid="44"/>
                                        </p:tgtEl>
                                        <p:attrNameLst>
                                          <p:attrName>ppt_y</p:attrName>
                                        </p:attrNameLst>
                                      </p:cBhvr>
                                      <p:tavLst>
                                        <p:tav tm="0">
                                          <p:val>
                                            <p:strVal val="0-#ppt_h/2"/>
                                          </p:val>
                                        </p:tav>
                                        <p:tav tm="100000">
                                          <p:val>
                                            <p:strVal val="#ppt_y"/>
                                          </p:val>
                                        </p:tav>
                                      </p:tavLst>
                                    </p:anim>
                                  </p:childTnLst>
                                </p:cTn>
                              </p:par>
                            </p:childTnLst>
                          </p:cTn>
                        </p:par>
                        <p:par>
                          <p:cTn id="59" fill="hold">
                            <p:stCondLst>
                              <p:cond delay="3150"/>
                            </p:stCondLst>
                            <p:childTnLst>
                              <p:par>
                                <p:cTn id="60" presetID="49" presetClass="entr" presetSubtype="0" decel="100000" fill="hold" grpId="0" nodeType="afterEffect">
                                  <p:stCondLst>
                                    <p:cond delay="0"/>
                                  </p:stCondLst>
                                  <p:childTnLst>
                                    <p:set>
                                      <p:cBhvr>
                                        <p:cTn id="61" dur="1" fill="hold">
                                          <p:stCondLst>
                                            <p:cond delay="0"/>
                                          </p:stCondLst>
                                        </p:cTn>
                                        <p:tgtEl>
                                          <p:spTgt spid="56"/>
                                        </p:tgtEl>
                                        <p:attrNameLst>
                                          <p:attrName>style.visibility</p:attrName>
                                        </p:attrNameLst>
                                      </p:cBhvr>
                                      <p:to>
                                        <p:strVal val="visible"/>
                                      </p:to>
                                    </p:set>
                                    <p:anim calcmode="lin" valueType="num">
                                      <p:cBhvr>
                                        <p:cTn id="62" dur="500" fill="hold"/>
                                        <p:tgtEl>
                                          <p:spTgt spid="56"/>
                                        </p:tgtEl>
                                        <p:attrNameLst>
                                          <p:attrName>ppt_w</p:attrName>
                                        </p:attrNameLst>
                                      </p:cBhvr>
                                      <p:tavLst>
                                        <p:tav tm="0">
                                          <p:val>
                                            <p:fltVal val="0"/>
                                          </p:val>
                                        </p:tav>
                                        <p:tav tm="100000">
                                          <p:val>
                                            <p:strVal val="#ppt_w"/>
                                          </p:val>
                                        </p:tav>
                                      </p:tavLst>
                                    </p:anim>
                                    <p:anim calcmode="lin" valueType="num">
                                      <p:cBhvr>
                                        <p:cTn id="63" dur="500" fill="hold"/>
                                        <p:tgtEl>
                                          <p:spTgt spid="56"/>
                                        </p:tgtEl>
                                        <p:attrNameLst>
                                          <p:attrName>ppt_h</p:attrName>
                                        </p:attrNameLst>
                                      </p:cBhvr>
                                      <p:tavLst>
                                        <p:tav tm="0">
                                          <p:val>
                                            <p:fltVal val="0"/>
                                          </p:val>
                                        </p:tav>
                                        <p:tav tm="100000">
                                          <p:val>
                                            <p:strVal val="#ppt_h"/>
                                          </p:val>
                                        </p:tav>
                                      </p:tavLst>
                                    </p:anim>
                                    <p:anim calcmode="lin" valueType="num">
                                      <p:cBhvr>
                                        <p:cTn id="64" dur="500" fill="hold"/>
                                        <p:tgtEl>
                                          <p:spTgt spid="56"/>
                                        </p:tgtEl>
                                        <p:attrNameLst>
                                          <p:attrName>style.rotation</p:attrName>
                                        </p:attrNameLst>
                                      </p:cBhvr>
                                      <p:tavLst>
                                        <p:tav tm="0">
                                          <p:val>
                                            <p:fltVal val="360"/>
                                          </p:val>
                                        </p:tav>
                                        <p:tav tm="100000">
                                          <p:val>
                                            <p:fltVal val="0"/>
                                          </p:val>
                                        </p:tav>
                                      </p:tavLst>
                                    </p:anim>
                                    <p:animEffect transition="in" filter="fade">
                                      <p:cBhvr>
                                        <p:cTn id="65" dur="500"/>
                                        <p:tgtEl>
                                          <p:spTgt spid="5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1">
                                            <p:txEl>
                                              <p:pRg st="0" end="0"/>
                                            </p:txEl>
                                          </p:spTgt>
                                        </p:tgtEl>
                                        <p:attrNameLst>
                                          <p:attrName>style.visibility</p:attrName>
                                        </p:attrNameLst>
                                      </p:cBhvr>
                                      <p:to>
                                        <p:strVal val="visible"/>
                                      </p:to>
                                    </p:set>
                                    <p:animEffect transition="in" filter="fade">
                                      <p:cBhvr>
                                        <p:cTn id="68" dur="500"/>
                                        <p:tgtEl>
                                          <p:spTgt spid="61">
                                            <p:txEl>
                                              <p:pRg st="0" end="0"/>
                                            </p:txEl>
                                          </p:spTgt>
                                        </p:tgtEl>
                                      </p:cBhvr>
                                    </p:animEffect>
                                  </p:childTnLst>
                                </p:cTn>
                              </p:par>
                            </p:childTnLst>
                          </p:cTn>
                        </p:par>
                        <p:par>
                          <p:cTn id="69" fill="hold">
                            <p:stCondLst>
                              <p:cond delay="3650"/>
                            </p:stCondLst>
                            <p:childTnLst>
                              <p:par>
                                <p:cTn id="70" presetID="49" presetClass="entr" presetSubtype="0" decel="100000" fill="hold" grpId="0" nodeType="afterEffect">
                                  <p:stCondLst>
                                    <p:cond delay="0"/>
                                  </p:stCondLst>
                                  <p:childTnLst>
                                    <p:set>
                                      <p:cBhvr>
                                        <p:cTn id="71" dur="1" fill="hold">
                                          <p:stCondLst>
                                            <p:cond delay="0"/>
                                          </p:stCondLst>
                                        </p:cTn>
                                        <p:tgtEl>
                                          <p:spTgt spid="57"/>
                                        </p:tgtEl>
                                        <p:attrNameLst>
                                          <p:attrName>style.visibility</p:attrName>
                                        </p:attrNameLst>
                                      </p:cBhvr>
                                      <p:to>
                                        <p:strVal val="visible"/>
                                      </p:to>
                                    </p:set>
                                    <p:anim calcmode="lin" valueType="num">
                                      <p:cBhvr>
                                        <p:cTn id="72" dur="500" fill="hold"/>
                                        <p:tgtEl>
                                          <p:spTgt spid="57"/>
                                        </p:tgtEl>
                                        <p:attrNameLst>
                                          <p:attrName>ppt_w</p:attrName>
                                        </p:attrNameLst>
                                      </p:cBhvr>
                                      <p:tavLst>
                                        <p:tav tm="0">
                                          <p:val>
                                            <p:fltVal val="0"/>
                                          </p:val>
                                        </p:tav>
                                        <p:tav tm="100000">
                                          <p:val>
                                            <p:strVal val="#ppt_w"/>
                                          </p:val>
                                        </p:tav>
                                      </p:tavLst>
                                    </p:anim>
                                    <p:anim calcmode="lin" valueType="num">
                                      <p:cBhvr>
                                        <p:cTn id="73" dur="500" fill="hold"/>
                                        <p:tgtEl>
                                          <p:spTgt spid="57"/>
                                        </p:tgtEl>
                                        <p:attrNameLst>
                                          <p:attrName>ppt_h</p:attrName>
                                        </p:attrNameLst>
                                      </p:cBhvr>
                                      <p:tavLst>
                                        <p:tav tm="0">
                                          <p:val>
                                            <p:fltVal val="0"/>
                                          </p:val>
                                        </p:tav>
                                        <p:tav tm="100000">
                                          <p:val>
                                            <p:strVal val="#ppt_h"/>
                                          </p:val>
                                        </p:tav>
                                      </p:tavLst>
                                    </p:anim>
                                    <p:anim calcmode="lin" valueType="num">
                                      <p:cBhvr>
                                        <p:cTn id="74" dur="500" fill="hold"/>
                                        <p:tgtEl>
                                          <p:spTgt spid="57"/>
                                        </p:tgtEl>
                                        <p:attrNameLst>
                                          <p:attrName>style.rotation</p:attrName>
                                        </p:attrNameLst>
                                      </p:cBhvr>
                                      <p:tavLst>
                                        <p:tav tm="0">
                                          <p:val>
                                            <p:fltVal val="360"/>
                                          </p:val>
                                        </p:tav>
                                        <p:tav tm="100000">
                                          <p:val>
                                            <p:fltVal val="0"/>
                                          </p:val>
                                        </p:tav>
                                      </p:tavLst>
                                    </p:anim>
                                    <p:animEffect transition="in" filter="fade">
                                      <p:cBhvr>
                                        <p:cTn id="75" dur="500"/>
                                        <p:tgtEl>
                                          <p:spTgt spid="5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62">
                                            <p:txEl>
                                              <p:pRg st="0" end="0"/>
                                            </p:txEl>
                                          </p:spTgt>
                                        </p:tgtEl>
                                        <p:attrNameLst>
                                          <p:attrName>style.visibility</p:attrName>
                                        </p:attrNameLst>
                                      </p:cBhvr>
                                      <p:to>
                                        <p:strVal val="visible"/>
                                      </p:to>
                                    </p:set>
                                    <p:animEffect transition="in" filter="fade">
                                      <p:cBhvr>
                                        <p:cTn id="78" dur="500"/>
                                        <p:tgtEl>
                                          <p:spTgt spid="62">
                                            <p:txEl>
                                              <p:pRg st="0" end="0"/>
                                            </p:txEl>
                                          </p:spTgt>
                                        </p:tgtEl>
                                      </p:cBhvr>
                                    </p:animEffect>
                                  </p:childTnLst>
                                </p:cTn>
                              </p:par>
                            </p:childTnLst>
                          </p:cTn>
                        </p:par>
                        <p:par>
                          <p:cTn id="79" fill="hold">
                            <p:stCondLst>
                              <p:cond delay="4150"/>
                            </p:stCondLst>
                            <p:childTnLst>
                              <p:par>
                                <p:cTn id="80" presetID="49" presetClass="entr" presetSubtype="0" decel="100000" fill="hold" grpId="0" nodeType="afterEffect">
                                  <p:stCondLst>
                                    <p:cond delay="0"/>
                                  </p:stCondLst>
                                  <p:childTnLst>
                                    <p:set>
                                      <p:cBhvr>
                                        <p:cTn id="81" dur="1" fill="hold">
                                          <p:stCondLst>
                                            <p:cond delay="0"/>
                                          </p:stCondLst>
                                        </p:cTn>
                                        <p:tgtEl>
                                          <p:spTgt spid="58"/>
                                        </p:tgtEl>
                                        <p:attrNameLst>
                                          <p:attrName>style.visibility</p:attrName>
                                        </p:attrNameLst>
                                      </p:cBhvr>
                                      <p:to>
                                        <p:strVal val="visible"/>
                                      </p:to>
                                    </p:set>
                                    <p:anim calcmode="lin" valueType="num">
                                      <p:cBhvr>
                                        <p:cTn id="82" dur="500" fill="hold"/>
                                        <p:tgtEl>
                                          <p:spTgt spid="58"/>
                                        </p:tgtEl>
                                        <p:attrNameLst>
                                          <p:attrName>ppt_w</p:attrName>
                                        </p:attrNameLst>
                                      </p:cBhvr>
                                      <p:tavLst>
                                        <p:tav tm="0">
                                          <p:val>
                                            <p:fltVal val="0"/>
                                          </p:val>
                                        </p:tav>
                                        <p:tav tm="100000">
                                          <p:val>
                                            <p:strVal val="#ppt_w"/>
                                          </p:val>
                                        </p:tav>
                                      </p:tavLst>
                                    </p:anim>
                                    <p:anim calcmode="lin" valueType="num">
                                      <p:cBhvr>
                                        <p:cTn id="83" dur="500" fill="hold"/>
                                        <p:tgtEl>
                                          <p:spTgt spid="58"/>
                                        </p:tgtEl>
                                        <p:attrNameLst>
                                          <p:attrName>ppt_h</p:attrName>
                                        </p:attrNameLst>
                                      </p:cBhvr>
                                      <p:tavLst>
                                        <p:tav tm="0">
                                          <p:val>
                                            <p:fltVal val="0"/>
                                          </p:val>
                                        </p:tav>
                                        <p:tav tm="100000">
                                          <p:val>
                                            <p:strVal val="#ppt_h"/>
                                          </p:val>
                                        </p:tav>
                                      </p:tavLst>
                                    </p:anim>
                                    <p:anim calcmode="lin" valueType="num">
                                      <p:cBhvr>
                                        <p:cTn id="84" dur="500" fill="hold"/>
                                        <p:tgtEl>
                                          <p:spTgt spid="58"/>
                                        </p:tgtEl>
                                        <p:attrNameLst>
                                          <p:attrName>style.rotation</p:attrName>
                                        </p:attrNameLst>
                                      </p:cBhvr>
                                      <p:tavLst>
                                        <p:tav tm="0">
                                          <p:val>
                                            <p:fltVal val="360"/>
                                          </p:val>
                                        </p:tav>
                                        <p:tav tm="100000">
                                          <p:val>
                                            <p:fltVal val="0"/>
                                          </p:val>
                                        </p:tav>
                                      </p:tavLst>
                                    </p:anim>
                                    <p:animEffect transition="in" filter="fade">
                                      <p:cBhvr>
                                        <p:cTn id="85" dur="500"/>
                                        <p:tgtEl>
                                          <p:spTgt spid="5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63">
                                            <p:txEl>
                                              <p:pRg st="0" end="0"/>
                                            </p:txEl>
                                          </p:spTgt>
                                        </p:tgtEl>
                                        <p:attrNameLst>
                                          <p:attrName>style.visibility</p:attrName>
                                        </p:attrNameLst>
                                      </p:cBhvr>
                                      <p:to>
                                        <p:strVal val="visible"/>
                                      </p:to>
                                    </p:set>
                                    <p:animEffect transition="in" filter="fade">
                                      <p:cBhvr>
                                        <p:cTn id="88" dur="500"/>
                                        <p:tgtEl>
                                          <p:spTgt spid="63">
                                            <p:txEl>
                                              <p:pRg st="0" end="0"/>
                                            </p:txEl>
                                          </p:spTgt>
                                        </p:tgtEl>
                                      </p:cBhvr>
                                    </p:animEffect>
                                  </p:childTnLst>
                                </p:cTn>
                              </p:par>
                            </p:childTnLst>
                          </p:cTn>
                        </p:par>
                        <p:par>
                          <p:cTn id="89" fill="hold">
                            <p:stCondLst>
                              <p:cond delay="4650"/>
                            </p:stCondLst>
                            <p:childTnLst>
                              <p:par>
                                <p:cTn id="90" presetID="49" presetClass="entr" presetSubtype="0" decel="100000" fill="hold" grpId="0" nodeType="afterEffect">
                                  <p:stCondLst>
                                    <p:cond delay="0"/>
                                  </p:stCondLst>
                                  <p:childTnLst>
                                    <p:set>
                                      <p:cBhvr>
                                        <p:cTn id="91" dur="1" fill="hold">
                                          <p:stCondLst>
                                            <p:cond delay="0"/>
                                          </p:stCondLst>
                                        </p:cTn>
                                        <p:tgtEl>
                                          <p:spTgt spid="59"/>
                                        </p:tgtEl>
                                        <p:attrNameLst>
                                          <p:attrName>style.visibility</p:attrName>
                                        </p:attrNameLst>
                                      </p:cBhvr>
                                      <p:to>
                                        <p:strVal val="visible"/>
                                      </p:to>
                                    </p:set>
                                    <p:anim calcmode="lin" valueType="num">
                                      <p:cBhvr>
                                        <p:cTn id="92" dur="500" fill="hold"/>
                                        <p:tgtEl>
                                          <p:spTgt spid="59"/>
                                        </p:tgtEl>
                                        <p:attrNameLst>
                                          <p:attrName>ppt_w</p:attrName>
                                        </p:attrNameLst>
                                      </p:cBhvr>
                                      <p:tavLst>
                                        <p:tav tm="0">
                                          <p:val>
                                            <p:fltVal val="0"/>
                                          </p:val>
                                        </p:tav>
                                        <p:tav tm="100000">
                                          <p:val>
                                            <p:strVal val="#ppt_w"/>
                                          </p:val>
                                        </p:tav>
                                      </p:tavLst>
                                    </p:anim>
                                    <p:anim calcmode="lin" valueType="num">
                                      <p:cBhvr>
                                        <p:cTn id="93" dur="500" fill="hold"/>
                                        <p:tgtEl>
                                          <p:spTgt spid="59"/>
                                        </p:tgtEl>
                                        <p:attrNameLst>
                                          <p:attrName>ppt_h</p:attrName>
                                        </p:attrNameLst>
                                      </p:cBhvr>
                                      <p:tavLst>
                                        <p:tav tm="0">
                                          <p:val>
                                            <p:fltVal val="0"/>
                                          </p:val>
                                        </p:tav>
                                        <p:tav tm="100000">
                                          <p:val>
                                            <p:strVal val="#ppt_h"/>
                                          </p:val>
                                        </p:tav>
                                      </p:tavLst>
                                    </p:anim>
                                    <p:anim calcmode="lin" valueType="num">
                                      <p:cBhvr>
                                        <p:cTn id="94" dur="500" fill="hold"/>
                                        <p:tgtEl>
                                          <p:spTgt spid="59"/>
                                        </p:tgtEl>
                                        <p:attrNameLst>
                                          <p:attrName>style.rotation</p:attrName>
                                        </p:attrNameLst>
                                      </p:cBhvr>
                                      <p:tavLst>
                                        <p:tav tm="0">
                                          <p:val>
                                            <p:fltVal val="360"/>
                                          </p:val>
                                        </p:tav>
                                        <p:tav tm="100000">
                                          <p:val>
                                            <p:fltVal val="0"/>
                                          </p:val>
                                        </p:tav>
                                      </p:tavLst>
                                    </p:anim>
                                    <p:animEffect transition="in" filter="fade">
                                      <p:cBhvr>
                                        <p:cTn id="95" dur="500"/>
                                        <p:tgtEl>
                                          <p:spTgt spid="59"/>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64">
                                            <p:txEl>
                                              <p:pRg st="0" end="0"/>
                                            </p:txEl>
                                          </p:spTgt>
                                        </p:tgtEl>
                                        <p:attrNameLst>
                                          <p:attrName>style.visibility</p:attrName>
                                        </p:attrNameLst>
                                      </p:cBhvr>
                                      <p:to>
                                        <p:strVal val="visible"/>
                                      </p:to>
                                    </p:set>
                                    <p:animEffect transition="in" filter="fade">
                                      <p:cBhvr>
                                        <p:cTn id="98" dur="500"/>
                                        <p:tgtEl>
                                          <p:spTgt spid="64">
                                            <p:txEl>
                                              <p:pRg st="0" end="0"/>
                                            </p:txEl>
                                          </p:spTgt>
                                        </p:tgtEl>
                                      </p:cBhvr>
                                    </p:animEffect>
                                  </p:childTnLst>
                                </p:cTn>
                              </p:par>
                            </p:childTnLst>
                          </p:cTn>
                        </p:par>
                        <p:par>
                          <p:cTn id="99" fill="hold">
                            <p:stCondLst>
                              <p:cond delay="5150"/>
                            </p:stCondLst>
                            <p:childTnLst>
                              <p:par>
                                <p:cTn id="100" presetID="49" presetClass="entr" presetSubtype="0" decel="100000" fill="hold" grpId="0" nodeType="afterEffect">
                                  <p:stCondLst>
                                    <p:cond delay="0"/>
                                  </p:stCondLst>
                                  <p:childTnLst>
                                    <p:set>
                                      <p:cBhvr>
                                        <p:cTn id="101" dur="1" fill="hold">
                                          <p:stCondLst>
                                            <p:cond delay="0"/>
                                          </p:stCondLst>
                                        </p:cTn>
                                        <p:tgtEl>
                                          <p:spTgt spid="60"/>
                                        </p:tgtEl>
                                        <p:attrNameLst>
                                          <p:attrName>style.visibility</p:attrName>
                                        </p:attrNameLst>
                                      </p:cBhvr>
                                      <p:to>
                                        <p:strVal val="visible"/>
                                      </p:to>
                                    </p:set>
                                    <p:anim calcmode="lin" valueType="num">
                                      <p:cBhvr>
                                        <p:cTn id="102" dur="500" fill="hold"/>
                                        <p:tgtEl>
                                          <p:spTgt spid="60"/>
                                        </p:tgtEl>
                                        <p:attrNameLst>
                                          <p:attrName>ppt_w</p:attrName>
                                        </p:attrNameLst>
                                      </p:cBhvr>
                                      <p:tavLst>
                                        <p:tav tm="0">
                                          <p:val>
                                            <p:fltVal val="0"/>
                                          </p:val>
                                        </p:tav>
                                        <p:tav tm="100000">
                                          <p:val>
                                            <p:strVal val="#ppt_w"/>
                                          </p:val>
                                        </p:tav>
                                      </p:tavLst>
                                    </p:anim>
                                    <p:anim calcmode="lin" valueType="num">
                                      <p:cBhvr>
                                        <p:cTn id="103" dur="500" fill="hold"/>
                                        <p:tgtEl>
                                          <p:spTgt spid="60"/>
                                        </p:tgtEl>
                                        <p:attrNameLst>
                                          <p:attrName>ppt_h</p:attrName>
                                        </p:attrNameLst>
                                      </p:cBhvr>
                                      <p:tavLst>
                                        <p:tav tm="0">
                                          <p:val>
                                            <p:fltVal val="0"/>
                                          </p:val>
                                        </p:tav>
                                        <p:tav tm="100000">
                                          <p:val>
                                            <p:strVal val="#ppt_h"/>
                                          </p:val>
                                        </p:tav>
                                      </p:tavLst>
                                    </p:anim>
                                    <p:anim calcmode="lin" valueType="num">
                                      <p:cBhvr>
                                        <p:cTn id="104" dur="500" fill="hold"/>
                                        <p:tgtEl>
                                          <p:spTgt spid="60"/>
                                        </p:tgtEl>
                                        <p:attrNameLst>
                                          <p:attrName>style.rotation</p:attrName>
                                        </p:attrNameLst>
                                      </p:cBhvr>
                                      <p:tavLst>
                                        <p:tav tm="0">
                                          <p:val>
                                            <p:fltVal val="360"/>
                                          </p:val>
                                        </p:tav>
                                        <p:tav tm="100000">
                                          <p:val>
                                            <p:fltVal val="0"/>
                                          </p:val>
                                        </p:tav>
                                      </p:tavLst>
                                    </p:anim>
                                    <p:animEffect transition="in" filter="fade">
                                      <p:cBhvr>
                                        <p:cTn id="105" dur="500"/>
                                        <p:tgtEl>
                                          <p:spTgt spid="60"/>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65">
                                            <p:txEl>
                                              <p:pRg st="0" end="0"/>
                                            </p:txEl>
                                          </p:spTgt>
                                        </p:tgtEl>
                                        <p:attrNameLst>
                                          <p:attrName>style.visibility</p:attrName>
                                        </p:attrNameLst>
                                      </p:cBhvr>
                                      <p:to>
                                        <p:strVal val="visible"/>
                                      </p:to>
                                    </p:set>
                                    <p:animEffect transition="in" filter="fade">
                                      <p:cBhvr>
                                        <p:cTn id="108" dur="500"/>
                                        <p:tgtEl>
                                          <p:spTgt spid="6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55" grpId="0">
        <p:tmplLst>
          <p:tmpl>
            <p:tnLst>
              <p:par>
                <p:cTn presetID="2" presetClass="entr" presetSubtype="9" decel="100000" fill="hold" nodeType="afterEffect">
                  <p:stCondLst>
                    <p:cond delay="0"/>
                  </p:stCondLst>
                  <p:iterate type="wd">
                    <p:tmPct val="10000"/>
                  </p:iterate>
                  <p:childTnLst>
                    <p:set>
                      <p:cBhvr>
                        <p:cTn dur="1" fill="hold">
                          <p:stCondLst>
                            <p:cond delay="0"/>
                          </p:stCondLst>
                        </p:cTn>
                        <p:tgtEl>
                          <p:spTgt spid="55"/>
                        </p:tgtEl>
                        <p:attrNameLst>
                          <p:attrName>style.visibility</p:attrName>
                        </p:attrNameLst>
                      </p:cBhvr>
                      <p:to>
                        <p:strVal val="visible"/>
                      </p:to>
                    </p:set>
                    <p:anim calcmode="lin" valueType="num">
                      <p:cBhvr additive="base">
                        <p:cTn dur="1000" fill="hold"/>
                        <p:tgtEl>
                          <p:spTgt spid="55"/>
                        </p:tgtEl>
                        <p:attrNameLst>
                          <p:attrName>ppt_x</p:attrName>
                        </p:attrNameLst>
                      </p:cBhvr>
                      <p:tavLst>
                        <p:tav tm="0">
                          <p:val>
                            <p:strVal val="0-#ppt_w/2"/>
                          </p:val>
                        </p:tav>
                        <p:tav tm="100000">
                          <p:val>
                            <p:strVal val="#ppt_x"/>
                          </p:val>
                        </p:tav>
                      </p:tavLst>
                    </p:anim>
                    <p:anim calcmode="lin" valueType="num">
                      <p:cBhvr additive="base">
                        <p:cTn dur="1000" fill="hold"/>
                        <p:tgtEl>
                          <p:spTgt spid="55"/>
                        </p:tgtEl>
                        <p:attrNameLst>
                          <p:attrName>ppt_y</p:attrName>
                        </p:attrNameLst>
                      </p:cBhvr>
                      <p:tavLst>
                        <p:tav tm="0">
                          <p:val>
                            <p:strVal val="0-#ppt_h/2"/>
                          </p:val>
                        </p:tav>
                        <p:tav tm="100000">
                          <p:val>
                            <p:strVal val="#ppt_y"/>
                          </p:val>
                        </p:tav>
                      </p:tavLst>
                    </p:anim>
                  </p:childTnLst>
                </p:cTn>
              </p:par>
            </p:tnLst>
          </p:tmpl>
        </p:tmplLst>
      </p:bldP>
      <p:bldP spid="56" grpId="0"/>
      <p:bldP spid="57" grpId="0"/>
      <p:bldP spid="58" grpId="0"/>
      <p:bldP spid="59" grpId="0"/>
      <p:bldP spid="60" grpId="0"/>
      <p:bldP spid="61" grpId="0" build="p">
        <p:tmplLst>
          <p:tmpl lvl="1">
            <p:tnLst>
              <p:par>
                <p:cTn presetID="10" presetClass="entr" presetSubtype="0" fill="hold" nodeType="withEffect">
                  <p:stCondLst>
                    <p:cond delay="0"/>
                  </p:stCondLst>
                  <p:childTnLst>
                    <p:set>
                      <p:cBhvr>
                        <p:cTn dur="1" fill="hold">
                          <p:stCondLst>
                            <p:cond delay="0"/>
                          </p:stCondLst>
                        </p:cTn>
                        <p:tgtEl>
                          <p:spTgt spid="61"/>
                        </p:tgtEl>
                        <p:attrNameLst>
                          <p:attrName>style.visibility</p:attrName>
                        </p:attrNameLst>
                      </p:cBhvr>
                      <p:to>
                        <p:strVal val="visible"/>
                      </p:to>
                    </p:set>
                    <p:animEffect transition="in" filter="fade">
                      <p:cBhvr>
                        <p:cTn dur="500"/>
                        <p:tgtEl>
                          <p:spTgt spid="61"/>
                        </p:tgtEl>
                      </p:cBhvr>
                    </p:animEffect>
                  </p:childTnLst>
                </p:cTn>
              </p:par>
            </p:tnLst>
          </p:tmpl>
        </p:tmplLst>
      </p:bldP>
      <p:bldP spid="62" grpId="0" build="p">
        <p:tmplLst>
          <p:tmpl lvl="1">
            <p:tnLst>
              <p:par>
                <p:cTn presetID="10" presetClass="entr" presetSubtype="0" fill="hold" nodeType="withEffect">
                  <p:stCondLst>
                    <p:cond delay="0"/>
                  </p:stCondLst>
                  <p:childTnLst>
                    <p:set>
                      <p:cBhvr>
                        <p:cTn dur="1" fill="hold">
                          <p:stCondLst>
                            <p:cond delay="0"/>
                          </p:stCondLst>
                        </p:cTn>
                        <p:tgtEl>
                          <p:spTgt spid="62"/>
                        </p:tgtEl>
                        <p:attrNameLst>
                          <p:attrName>style.visibility</p:attrName>
                        </p:attrNameLst>
                      </p:cBhvr>
                      <p:to>
                        <p:strVal val="visible"/>
                      </p:to>
                    </p:set>
                    <p:animEffect transition="in" filter="fade">
                      <p:cBhvr>
                        <p:cTn dur="500"/>
                        <p:tgtEl>
                          <p:spTgt spid="62"/>
                        </p:tgtEl>
                      </p:cBhvr>
                    </p:animEffect>
                  </p:childTnLst>
                </p:cTn>
              </p:par>
            </p:tnLst>
          </p:tmpl>
        </p:tmplLst>
      </p:bldP>
      <p:bldP spid="63" grpId="0" build="p">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4" grpId="0" build="p">
        <p:tmplLst>
          <p:tmpl lvl="1">
            <p:tnLst>
              <p:par>
                <p:cTn presetID="10" presetClass="entr" presetSubtype="0" fill="hold" nodeType="withEffect">
                  <p:stCondLst>
                    <p:cond delay="0"/>
                  </p:stCondLst>
                  <p:childTnLst>
                    <p:set>
                      <p:cBhvr>
                        <p:cTn dur="1" fill="hold">
                          <p:stCondLst>
                            <p:cond delay="0"/>
                          </p:stCondLst>
                        </p:cTn>
                        <p:tgtEl>
                          <p:spTgt spid="64"/>
                        </p:tgtEl>
                        <p:attrNameLst>
                          <p:attrName>style.visibility</p:attrName>
                        </p:attrNameLst>
                      </p:cBhvr>
                      <p:to>
                        <p:strVal val="visible"/>
                      </p:to>
                    </p:set>
                    <p:animEffect transition="in" filter="fade">
                      <p:cBhvr>
                        <p:cTn dur="500"/>
                        <p:tgtEl>
                          <p:spTgt spid="64"/>
                        </p:tgtEl>
                      </p:cBhvr>
                    </p:animEffect>
                  </p:childTnLst>
                </p:cTn>
              </p:par>
            </p:tnLst>
          </p:tmpl>
        </p:tmplLst>
      </p:bldP>
      <p:bldP spid="65" grpId="0" build="p">
        <p:tmplLst>
          <p:tmpl lvl="1">
            <p:tnLst>
              <p:par>
                <p:cTn presetID="10" presetClass="entr" presetSubtype="0" fill="hold" nodeType="withEffect">
                  <p:stCondLst>
                    <p:cond delay="0"/>
                  </p:stCondLst>
                  <p:childTnLst>
                    <p:set>
                      <p:cBhvr>
                        <p:cTn dur="1" fill="hold">
                          <p:stCondLst>
                            <p:cond delay="0"/>
                          </p:stCondLst>
                        </p:cTn>
                        <p:tgtEl>
                          <p:spTgt spid="65"/>
                        </p:tgtEl>
                        <p:attrNameLst>
                          <p:attrName>style.visibility</p:attrName>
                        </p:attrNameLst>
                      </p:cBhvr>
                      <p:to>
                        <p:strVal val="visible"/>
                      </p:to>
                    </p:set>
                    <p:animEffect transition="in" filter="fade">
                      <p:cBhvr>
                        <p:cTn dur="500"/>
                        <p:tgtEl>
                          <p:spTgt spid="65"/>
                        </p:tgtEl>
                      </p:cBhvr>
                    </p:animEffect>
                  </p:childTnLst>
                </p:cTn>
              </p:par>
            </p:tnLst>
          </p:tmpl>
        </p:tmplLst>
      </p:bldP>
      <p:bldP spid="66" grpId="0" animBg="1"/>
      <p:bldP spid="66" grpId="1" animBg="1"/>
      <p:bldP spid="67" grpId="0"/>
      <p:bldP spid="69" grpId="0" build="p">
        <p:tmplLst>
          <p:tmpl lvl="1">
            <p:tnLst>
              <p:par>
                <p:cTn presetID="2" presetClass="entr" presetSubtype="2" decel="100000" fill="hold" nodeType="withEffect">
                  <p:stCondLst>
                    <p:cond delay="250"/>
                  </p:stCondLst>
                  <p:childTnLst>
                    <p:set>
                      <p:cBhvr>
                        <p:cTn dur="1" fill="hold">
                          <p:stCondLst>
                            <p:cond delay="0"/>
                          </p:stCondLst>
                        </p:cTn>
                        <p:tgtEl>
                          <p:spTgt spid="69"/>
                        </p:tgtEl>
                        <p:attrNameLst>
                          <p:attrName>style.visibility</p:attrName>
                        </p:attrNameLst>
                      </p:cBhvr>
                      <p:to>
                        <p:strVal val="visible"/>
                      </p:to>
                    </p:set>
                    <p:anim calcmode="lin" valueType="num">
                      <p:cBhvr additive="base">
                        <p:cTn dur="750" fill="hold"/>
                        <p:tgtEl>
                          <p:spTgt spid="69"/>
                        </p:tgtEl>
                        <p:attrNameLst>
                          <p:attrName>ppt_x</p:attrName>
                        </p:attrNameLst>
                      </p:cBhvr>
                      <p:tavLst>
                        <p:tav tm="0">
                          <p:val>
                            <p:strVal val="1+#ppt_w/2"/>
                          </p:val>
                        </p:tav>
                        <p:tav tm="100000">
                          <p:val>
                            <p:strVal val="#ppt_x"/>
                          </p:val>
                        </p:tav>
                      </p:tavLst>
                    </p:anim>
                    <p:anim calcmode="lin" valueType="num">
                      <p:cBhvr additive="base">
                        <p:cTn dur="750" fill="hold"/>
                        <p:tgtEl>
                          <p:spTgt spid="69"/>
                        </p:tgtEl>
                        <p:attrNameLst>
                          <p:attrName>ppt_y</p:attrName>
                        </p:attrNameLst>
                      </p:cBhvr>
                      <p:tavLst>
                        <p:tav tm="0">
                          <p:val>
                            <p:strVal val="#ppt_y"/>
                          </p:val>
                        </p:tav>
                        <p:tav tm="100000">
                          <p:val>
                            <p:strVal val="#ppt_y"/>
                          </p:val>
                        </p:tav>
                      </p:tavLst>
                    </p:anim>
                  </p:childTnLst>
                </p:cTn>
              </p:par>
            </p:tnLst>
          </p:tmpl>
        </p:tmplLst>
      </p:bldP>
      <p:bldP spid="73" grpId="0"/>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Heading and Text 1">
    <p:spTree>
      <p:nvGrpSpPr>
        <p:cNvPr id="1" name=""/>
        <p:cNvGrpSpPr/>
        <p:nvPr/>
      </p:nvGrpSpPr>
      <p:grpSpPr>
        <a:xfrm>
          <a:off x="0" y="0"/>
          <a:ext cx="0" cy="0"/>
          <a:chOff x="0" y="0"/>
          <a:chExt cx="0" cy="0"/>
        </a:xfrm>
      </p:grpSpPr>
      <p:sp>
        <p:nvSpPr>
          <p:cNvPr id="3" name="正方形/長方形 2"/>
          <p:cNvSpPr/>
          <p:nvPr userDrawn="1"/>
        </p:nvSpPr>
        <p:spPr>
          <a:xfrm>
            <a:off x="-29029" y="-29028"/>
            <a:ext cx="9174617" cy="10368000"/>
          </a:xfrm>
          <a:prstGeom prst="rect">
            <a:avLst/>
          </a:prstGeom>
          <a:blipFill dpi="0" rotWithShape="0">
            <a:blip r:embed="rId2"/>
            <a:srcRect/>
            <a:tile tx="0" ty="0" sx="100000" sy="100000" flip="none" algn="tl"/>
          </a:blipFill>
          <a:ln>
            <a:noFill/>
          </a:ln>
          <a:effectLst>
            <a:outerShdw blurRad="63500" dist="508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106" name="直線コネクタ 105"/>
          <p:cNvCxnSpPr/>
          <p:nvPr userDrawn="1"/>
        </p:nvCxnSpPr>
        <p:spPr>
          <a:xfrm>
            <a:off x="8975189" y="0"/>
            <a:ext cx="0" cy="1028700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 name="テキスト プレースホルダー 5"/>
          <p:cNvSpPr>
            <a:spLocks noGrp="1"/>
          </p:cNvSpPr>
          <p:nvPr>
            <p:ph type="body" sz="quarter" idx="16" hasCustomPrompt="1"/>
          </p:nvPr>
        </p:nvSpPr>
        <p:spPr>
          <a:xfrm>
            <a:off x="886265" y="2383108"/>
            <a:ext cx="7752393" cy="5689600"/>
          </a:xfrm>
          <a:prstGeom prst="rect">
            <a:avLst/>
          </a:prstGeom>
        </p:spPr>
        <p:txBody>
          <a:bodyPr anchor="ctr">
            <a:noAutofit/>
          </a:bodyPr>
          <a:lstStyle>
            <a:lvl1pPr algn="ctr">
              <a:lnSpc>
                <a:spcPts val="7200"/>
              </a:lnSpc>
              <a:spcBef>
                <a:spcPts val="0"/>
              </a:spcBef>
              <a:defRPr sz="7200" i="0" baseline="0">
                <a:blipFill dpi="0" rotWithShape="1">
                  <a:blip r:embed="rId3"/>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a:t>
            </a:r>
            <a:br>
              <a:rPr kumimoji="1" lang="en-US" altLang="ja-JP" dirty="0"/>
            </a:br>
            <a:r>
              <a:rPr kumimoji="1" lang="en-US" altLang="ja-JP" dirty="0"/>
              <a:t>HERE</a:t>
            </a:r>
            <a:endParaRPr kumimoji="1" lang="ja-JP" altLang="en-US" dirty="0"/>
          </a:p>
        </p:txBody>
      </p:sp>
      <p:grpSp>
        <p:nvGrpSpPr>
          <p:cNvPr id="84" name="グループ化 83"/>
          <p:cNvGrpSpPr/>
          <p:nvPr userDrawn="1"/>
        </p:nvGrpSpPr>
        <p:grpSpPr>
          <a:xfrm>
            <a:off x="16778435" y="339170"/>
            <a:ext cx="1150664" cy="1150664"/>
            <a:chOff x="7418859" y="2569953"/>
            <a:chExt cx="934639" cy="934639"/>
          </a:xfrm>
        </p:grpSpPr>
        <p:sp>
          <p:nvSpPr>
            <p:cNvPr id="85" name="涙形 84"/>
            <p:cNvSpPr/>
            <p:nvPr/>
          </p:nvSpPr>
          <p:spPr>
            <a:xfrm>
              <a:off x="7418859" y="2569953"/>
              <a:ext cx="934639" cy="934639"/>
            </a:xfrm>
            <a:prstGeom prst="teardrop">
              <a:avLst/>
            </a:prstGeom>
            <a:blipFill>
              <a:blip r:embed="rId2"/>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涙形 85"/>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7"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107" name="テキスト プレースホルダー 5"/>
          <p:cNvSpPr>
            <a:spLocks noGrp="1"/>
          </p:cNvSpPr>
          <p:nvPr>
            <p:ph type="body" sz="quarter" idx="22" hasCustomPrompt="1"/>
          </p:nvPr>
        </p:nvSpPr>
        <p:spPr>
          <a:xfrm>
            <a:off x="9369082" y="2027507"/>
            <a:ext cx="7543479" cy="6231987"/>
          </a:xfrm>
          <a:prstGeom prst="rect">
            <a:avLst/>
          </a:prstGeom>
        </p:spPr>
        <p:txBody>
          <a:bodyPr anchor="ctr">
            <a:normAutofit/>
          </a:bodyPr>
          <a:lstStyle>
            <a:lvl1pPr algn="l">
              <a:lnSpc>
                <a:spcPct val="130000"/>
              </a:lnSpc>
              <a:spcBef>
                <a:spcPts val="1200"/>
              </a:spcBef>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2284310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500" fill="hold"/>
                                        <p:tgtEl>
                                          <p:spTgt spid="84"/>
                                        </p:tgtEl>
                                        <p:attrNameLst>
                                          <p:attrName>ppt_x</p:attrName>
                                        </p:attrNameLst>
                                      </p:cBhvr>
                                      <p:tavLst>
                                        <p:tav tm="0">
                                          <p:val>
                                            <p:strVal val="#ppt_x"/>
                                          </p:val>
                                        </p:tav>
                                        <p:tav tm="100000">
                                          <p:val>
                                            <p:strVal val="#ppt_x"/>
                                          </p:val>
                                        </p:tav>
                                      </p:tavLst>
                                    </p:anim>
                                    <p:anim calcmode="lin" valueType="num">
                                      <p:cBhvr additive="base">
                                        <p:cTn id="8" dur="500" fill="hold"/>
                                        <p:tgtEl>
                                          <p:spTgt spid="8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87"/>
                                        </p:tgtEl>
                                        <p:attrNameLst>
                                          <p:attrName>style.visibility</p:attrName>
                                        </p:attrNameLst>
                                      </p:cBhvr>
                                      <p:to>
                                        <p:strVal val="visible"/>
                                      </p:to>
                                    </p:set>
                                    <p:anim calcmode="lin" valueType="num">
                                      <p:cBhvr additive="base">
                                        <p:cTn id="11" dur="500" fill="hold"/>
                                        <p:tgtEl>
                                          <p:spTgt spid="87"/>
                                        </p:tgtEl>
                                        <p:attrNameLst>
                                          <p:attrName>ppt_x</p:attrName>
                                        </p:attrNameLst>
                                      </p:cBhvr>
                                      <p:tavLst>
                                        <p:tav tm="0">
                                          <p:val>
                                            <p:strVal val="#ppt_x"/>
                                          </p:val>
                                        </p:tav>
                                        <p:tav tm="100000">
                                          <p:val>
                                            <p:strVal val="#ppt_x"/>
                                          </p:val>
                                        </p:tav>
                                      </p:tavLst>
                                    </p:anim>
                                    <p:anim calcmode="lin" valueType="num">
                                      <p:cBhvr additive="base">
                                        <p:cTn id="12" dur="500" fill="hold"/>
                                        <p:tgtEl>
                                          <p:spTgt spid="87"/>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106"/>
                                        </p:tgtEl>
                                        <p:attrNameLst>
                                          <p:attrName>style.visibility</p:attrName>
                                        </p:attrNameLst>
                                      </p:cBhvr>
                                      <p:to>
                                        <p:strVal val="visible"/>
                                      </p:to>
                                    </p:set>
                                    <p:animEffect transition="in" filter="wipe(up)">
                                      <p:cBhvr>
                                        <p:cTn id="20" dur="500"/>
                                        <p:tgtEl>
                                          <p:spTgt spid="106"/>
                                        </p:tgtEl>
                                      </p:cBhvr>
                                    </p:animEffect>
                                  </p:childTnLst>
                                </p:cTn>
                              </p:par>
                              <p:par>
                                <p:cTn id="21" presetID="2" presetClass="entr" presetSubtype="9" decel="100000" fill="hold" grpId="0" nodeType="withEffect">
                                  <p:stCondLst>
                                    <p:cond delay="250"/>
                                  </p:stCondLst>
                                  <p:iterate type="wd">
                                    <p:tmPct val="10000"/>
                                  </p:iterate>
                                  <p:childTnLst>
                                    <p:set>
                                      <p:cBhvr>
                                        <p:cTn id="22" dur="1" fill="hold">
                                          <p:stCondLst>
                                            <p:cond delay="0"/>
                                          </p:stCondLst>
                                        </p:cTn>
                                        <p:tgtEl>
                                          <p:spTgt spid="4"/>
                                        </p:tgtEl>
                                        <p:attrNameLst>
                                          <p:attrName>style.visibility</p:attrName>
                                        </p:attrNameLst>
                                      </p:cBhvr>
                                      <p:to>
                                        <p:strVal val="visible"/>
                                      </p:to>
                                    </p:set>
                                    <p:anim calcmode="lin" valueType="num">
                                      <p:cBhvr additive="base">
                                        <p:cTn id="23" dur="750" fill="hold"/>
                                        <p:tgtEl>
                                          <p:spTgt spid="4"/>
                                        </p:tgtEl>
                                        <p:attrNameLst>
                                          <p:attrName>ppt_x</p:attrName>
                                        </p:attrNameLst>
                                      </p:cBhvr>
                                      <p:tavLst>
                                        <p:tav tm="0">
                                          <p:val>
                                            <p:strVal val="0-#ppt_w/2"/>
                                          </p:val>
                                        </p:tav>
                                        <p:tav tm="100000">
                                          <p:val>
                                            <p:strVal val="#ppt_x"/>
                                          </p:val>
                                        </p:tav>
                                      </p:tavLst>
                                    </p:anim>
                                    <p:anim calcmode="lin" valueType="num">
                                      <p:cBhvr additive="base">
                                        <p:cTn id="24" dur="750" fill="hold"/>
                                        <p:tgtEl>
                                          <p:spTgt spid="4"/>
                                        </p:tgtEl>
                                        <p:attrNameLst>
                                          <p:attrName>ppt_y</p:attrName>
                                        </p:attrNameLst>
                                      </p:cBhvr>
                                      <p:tavLst>
                                        <p:tav tm="0">
                                          <p:val>
                                            <p:strVal val="0-#ppt_h/2"/>
                                          </p:val>
                                        </p:tav>
                                        <p:tav tm="100000">
                                          <p:val>
                                            <p:strVal val="#ppt_y"/>
                                          </p:val>
                                        </p:tav>
                                      </p:tavLst>
                                    </p:anim>
                                  </p:childTnLst>
                                </p:cTn>
                              </p:par>
                              <p:par>
                                <p:cTn id="25" presetID="2" presetClass="entr" presetSubtype="4" decel="100000" fill="hold" grpId="0" nodeType="withEffect">
                                  <p:stCondLst>
                                    <p:cond delay="1500"/>
                                  </p:stCondLst>
                                  <p:childTnLst>
                                    <p:set>
                                      <p:cBhvr>
                                        <p:cTn id="26" dur="1" fill="hold">
                                          <p:stCondLst>
                                            <p:cond delay="0"/>
                                          </p:stCondLst>
                                        </p:cTn>
                                        <p:tgtEl>
                                          <p:spTgt spid="107">
                                            <p:txEl>
                                              <p:pRg st="0" end="0"/>
                                            </p:txEl>
                                          </p:spTgt>
                                        </p:tgtEl>
                                        <p:attrNameLst>
                                          <p:attrName>style.visibility</p:attrName>
                                        </p:attrNameLst>
                                      </p:cBhvr>
                                      <p:to>
                                        <p:strVal val="visible"/>
                                      </p:to>
                                    </p:set>
                                    <p:anim calcmode="lin" valueType="num">
                                      <p:cBhvr additive="base">
                                        <p:cTn id="27" dur="750" fill="hold"/>
                                        <p:tgtEl>
                                          <p:spTgt spid="107">
                                            <p:txEl>
                                              <p:pRg st="0" end="0"/>
                                            </p:txEl>
                                          </p:spTgt>
                                        </p:tgtEl>
                                        <p:attrNameLst>
                                          <p:attrName>ppt_x</p:attrName>
                                        </p:attrNameLst>
                                      </p:cBhvr>
                                      <p:tavLst>
                                        <p:tav tm="0">
                                          <p:val>
                                            <p:strVal val="#ppt_x"/>
                                          </p:val>
                                        </p:tav>
                                        <p:tav tm="100000">
                                          <p:val>
                                            <p:strVal val="#ppt_x"/>
                                          </p:val>
                                        </p:tav>
                                      </p:tavLst>
                                    </p:anim>
                                    <p:anim calcmode="lin" valueType="num">
                                      <p:cBhvr additive="base">
                                        <p:cTn id="28" dur="750" fill="hold"/>
                                        <p:tgtEl>
                                          <p:spTgt spid="10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tmplLst>
          <p:tmpl>
            <p:tnLst>
              <p:par>
                <p:cTn presetID="2" presetClass="entr" presetSubtype="9" decel="100000" fill="hold" nodeType="withEffect">
                  <p:stCondLst>
                    <p:cond delay="250"/>
                  </p:stCondLst>
                  <p:iterate type="wd">
                    <p:tmPct val="10000"/>
                  </p:iterate>
                  <p:childTnLst>
                    <p:set>
                      <p:cBhvr>
                        <p:cTn dur="1" fill="hold">
                          <p:stCondLst>
                            <p:cond delay="0"/>
                          </p:stCondLst>
                        </p:cTn>
                        <p:tgtEl>
                          <p:spTgt spid="4"/>
                        </p:tgtEl>
                        <p:attrNameLst>
                          <p:attrName>style.visibility</p:attrName>
                        </p:attrNameLst>
                      </p:cBhvr>
                      <p:to>
                        <p:strVal val="visible"/>
                      </p:to>
                    </p:set>
                    <p:anim calcmode="lin" valueType="num">
                      <p:cBhvr additive="base">
                        <p:cTn dur="750" fill="hold"/>
                        <p:tgtEl>
                          <p:spTgt spid="4"/>
                        </p:tgtEl>
                        <p:attrNameLst>
                          <p:attrName>ppt_x</p:attrName>
                        </p:attrNameLst>
                      </p:cBhvr>
                      <p:tavLst>
                        <p:tav tm="0">
                          <p:val>
                            <p:strVal val="0-#ppt_w/2"/>
                          </p:val>
                        </p:tav>
                        <p:tav tm="100000">
                          <p:val>
                            <p:strVal val="#ppt_x"/>
                          </p:val>
                        </p:tav>
                      </p:tavLst>
                    </p:anim>
                    <p:anim calcmode="lin" valueType="num">
                      <p:cBhvr additive="base">
                        <p:cTn dur="750" fill="hold"/>
                        <p:tgtEl>
                          <p:spTgt spid="4"/>
                        </p:tgtEl>
                        <p:attrNameLst>
                          <p:attrName>ppt_y</p:attrName>
                        </p:attrNameLst>
                      </p:cBhvr>
                      <p:tavLst>
                        <p:tav tm="0">
                          <p:val>
                            <p:strVal val="0-#ppt_h/2"/>
                          </p:val>
                        </p:tav>
                        <p:tav tm="100000">
                          <p:val>
                            <p:strVal val="#ppt_y"/>
                          </p:val>
                        </p:tav>
                      </p:tavLst>
                    </p:anim>
                  </p:childTnLst>
                </p:cTn>
              </p:par>
            </p:tnLst>
          </p:tmpl>
        </p:tmplLst>
      </p:bldP>
      <p:bldP spid="87" grpId="0"/>
      <p:bldP spid="107" grpId="0" build="p">
        <p:tmplLst>
          <p:tmpl lvl="1">
            <p:tnLst>
              <p:par>
                <p:cTn presetID="2" presetClass="entr" presetSubtype="4" decel="100000" fill="hold" nodeType="withEffect">
                  <p:stCondLst>
                    <p:cond delay="150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750" fill="hold"/>
                        <p:tgtEl>
                          <p:spTgt spid="107"/>
                        </p:tgtEl>
                        <p:attrNameLst>
                          <p:attrName>ppt_x</p:attrName>
                        </p:attrNameLst>
                      </p:cBhvr>
                      <p:tavLst>
                        <p:tav tm="0">
                          <p:val>
                            <p:strVal val="#ppt_x"/>
                          </p:val>
                        </p:tav>
                        <p:tav tm="100000">
                          <p:val>
                            <p:strVal val="#ppt_x"/>
                          </p:val>
                        </p:tav>
                      </p:tavLst>
                    </p:anim>
                    <p:anim calcmode="lin" valueType="num">
                      <p:cBhvr additive="base">
                        <p:cTn dur="750" fill="hold"/>
                        <p:tgtEl>
                          <p:spTgt spid="107"/>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Left Big Image">
    <p:spTree>
      <p:nvGrpSpPr>
        <p:cNvPr id="1" name=""/>
        <p:cNvGrpSpPr/>
        <p:nvPr/>
      </p:nvGrpSpPr>
      <p:grpSpPr>
        <a:xfrm>
          <a:off x="0" y="0"/>
          <a:ext cx="0" cy="0"/>
          <a:chOff x="0" y="0"/>
          <a:chExt cx="0" cy="0"/>
        </a:xfrm>
      </p:grpSpPr>
      <p:sp>
        <p:nvSpPr>
          <p:cNvPr id="3" name="正方形/長方形 2"/>
          <p:cNvSpPr/>
          <p:nvPr userDrawn="1"/>
        </p:nvSpPr>
        <p:spPr>
          <a:xfrm>
            <a:off x="-29029" y="-29028"/>
            <a:ext cx="9174617" cy="10368000"/>
          </a:xfrm>
          <a:prstGeom prst="rect">
            <a:avLst/>
          </a:prstGeom>
          <a:blipFill dpi="0" rotWithShape="0">
            <a:blip r:embed="rId2"/>
            <a:srcRect/>
            <a:tile tx="0" ty="0" sx="100000" sy="100000" flip="none" algn="tl"/>
          </a:blipFill>
          <a:ln>
            <a:noFill/>
          </a:ln>
          <a:effectLst>
            <a:outerShdw blurRad="63500" dist="508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106" name="直線コネクタ 105"/>
          <p:cNvCxnSpPr/>
          <p:nvPr userDrawn="1"/>
        </p:nvCxnSpPr>
        <p:spPr>
          <a:xfrm>
            <a:off x="8975189" y="0"/>
            <a:ext cx="0" cy="1028700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84" name="グループ化 83"/>
          <p:cNvGrpSpPr/>
          <p:nvPr userDrawn="1"/>
        </p:nvGrpSpPr>
        <p:grpSpPr>
          <a:xfrm>
            <a:off x="16778435" y="339170"/>
            <a:ext cx="1150664" cy="1150664"/>
            <a:chOff x="7418859" y="2569953"/>
            <a:chExt cx="934639" cy="934639"/>
          </a:xfrm>
        </p:grpSpPr>
        <p:sp>
          <p:nvSpPr>
            <p:cNvPr id="85" name="涙形 84"/>
            <p:cNvSpPr/>
            <p:nvPr/>
          </p:nvSpPr>
          <p:spPr>
            <a:xfrm>
              <a:off x="7418859" y="2569953"/>
              <a:ext cx="934639" cy="934639"/>
            </a:xfrm>
            <a:prstGeom prst="teardrop">
              <a:avLst/>
            </a:prstGeom>
            <a:blipFill>
              <a:blip r:embed="rId2"/>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涙形 85"/>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7"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5" name="図プレースホルダー 4"/>
          <p:cNvSpPr>
            <a:spLocks noGrp="1"/>
          </p:cNvSpPr>
          <p:nvPr>
            <p:ph type="pic" sz="quarter" idx="23" hasCustomPrompt="1"/>
          </p:nvPr>
        </p:nvSpPr>
        <p:spPr>
          <a:xfrm>
            <a:off x="0" y="0"/>
            <a:ext cx="8867775" cy="10287000"/>
          </a:xfrm>
          <a:prstGeom prst="rect">
            <a:avLst/>
          </a:prstGeom>
          <a:effectLst>
            <a:innerShdw blurRad="114300">
              <a:prstClr val="black"/>
            </a:innerShdw>
          </a:effectLst>
        </p:spPr>
        <p:txBody>
          <a:bodyPr/>
          <a:lstStyle>
            <a:lvl1pPr>
              <a:defRPr sz="2000">
                <a:solidFill>
                  <a:schemeClr val="bg1"/>
                </a:solidFill>
              </a:defRPr>
            </a:lvl1pPr>
          </a:lstStyle>
          <a:p>
            <a:r>
              <a:rPr kumimoji="1" lang="en-US" altLang="ja-JP" dirty="0"/>
              <a:t>Add an image</a:t>
            </a:r>
            <a:endParaRPr kumimoji="1" lang="ja-JP" altLang="en-US" dirty="0"/>
          </a:p>
        </p:txBody>
      </p:sp>
      <p:sp>
        <p:nvSpPr>
          <p:cNvPr id="12" name="タイトル 1"/>
          <p:cNvSpPr>
            <a:spLocks noGrp="1"/>
          </p:cNvSpPr>
          <p:nvPr>
            <p:ph type="title" hasCustomPrompt="1"/>
          </p:nvPr>
        </p:nvSpPr>
        <p:spPr>
          <a:xfrm>
            <a:off x="9361717" y="1915886"/>
            <a:ext cx="8166309" cy="3254602"/>
          </a:xfrm>
          <a:prstGeom prst="rect">
            <a:avLst/>
          </a:prstGeom>
        </p:spPr>
        <p:txBody>
          <a:bodyPr anchor="b"/>
          <a:lstStyle>
            <a:lvl1pPr algn="l">
              <a:lnSpc>
                <a:spcPts val="8800"/>
              </a:lnSpc>
              <a:defRPr baseline="0"/>
            </a:lvl1pPr>
          </a:lstStyle>
          <a:p>
            <a:r>
              <a:rPr kumimoji="1" lang="en-US" altLang="ja-JP" dirty="0"/>
              <a:t>SLIDE TITLE</a:t>
            </a:r>
            <a:r>
              <a:rPr kumimoji="1" lang="ja-JP" altLang="en-US" dirty="0"/>
              <a:t> </a:t>
            </a:r>
            <a:r>
              <a:rPr kumimoji="1" lang="en-US" altLang="ja-JP" dirty="0"/>
              <a:t>GOES HERE</a:t>
            </a:r>
            <a:endParaRPr kumimoji="1" lang="ja-JP" altLang="en-US" dirty="0"/>
          </a:p>
        </p:txBody>
      </p:sp>
      <p:sp>
        <p:nvSpPr>
          <p:cNvPr id="13" name="テキスト プレースホルダー 5"/>
          <p:cNvSpPr>
            <a:spLocks noGrp="1"/>
          </p:cNvSpPr>
          <p:nvPr>
            <p:ph type="body" sz="quarter" idx="12" hasCustomPrompt="1"/>
          </p:nvPr>
        </p:nvSpPr>
        <p:spPr>
          <a:xfrm>
            <a:off x="9361718" y="5315867"/>
            <a:ext cx="8166308" cy="3363676"/>
          </a:xfrm>
          <a:prstGeom prst="rect">
            <a:avLst/>
          </a:prstGeom>
        </p:spPr>
        <p:txBody>
          <a:bodyPr anchor="t">
            <a:normAutofit/>
          </a:bodyPr>
          <a:lstStyle>
            <a:lvl1pPr algn="l">
              <a:lnSpc>
                <a:spcPct val="130000"/>
              </a:lnSpc>
              <a:spcBef>
                <a:spcPts val="1200"/>
              </a:spcBef>
              <a:defRPr sz="2000" baseline="0">
                <a:solidFill>
                  <a:schemeClr val="tx2"/>
                </a:solidFill>
              </a:defRPr>
            </a:lvl1pPr>
          </a:lstStyle>
          <a:p>
            <a:pPr lvl="0"/>
            <a:r>
              <a:rPr kumimoji="1" lang="en-US" altLang="ja-JP" dirty="0"/>
              <a:t>Text Here</a:t>
            </a:r>
            <a:endParaRPr kumimoji="1" lang="ja-JP" altLang="en-US" dirty="0"/>
          </a:p>
        </p:txBody>
      </p:sp>
      <p:sp>
        <p:nvSpPr>
          <p:cNvPr id="14" name="正方形/長方形 13"/>
          <p:cNvSpPr/>
          <p:nvPr userDrawn="1"/>
        </p:nvSpPr>
        <p:spPr>
          <a:xfrm>
            <a:off x="9468531" y="5085094"/>
            <a:ext cx="3708412" cy="84853"/>
          </a:xfrm>
          <a:prstGeom prst="rect">
            <a:avLst/>
          </a:prstGeom>
          <a:blipFill dpi="0" rotWithShape="1">
            <a:blip r:embed="rId2"/>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86331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500" fill="hold"/>
                                        <p:tgtEl>
                                          <p:spTgt spid="84"/>
                                        </p:tgtEl>
                                        <p:attrNameLst>
                                          <p:attrName>ppt_x</p:attrName>
                                        </p:attrNameLst>
                                      </p:cBhvr>
                                      <p:tavLst>
                                        <p:tav tm="0">
                                          <p:val>
                                            <p:strVal val="#ppt_x"/>
                                          </p:val>
                                        </p:tav>
                                        <p:tav tm="100000">
                                          <p:val>
                                            <p:strVal val="#ppt_x"/>
                                          </p:val>
                                        </p:tav>
                                      </p:tavLst>
                                    </p:anim>
                                    <p:anim calcmode="lin" valueType="num">
                                      <p:cBhvr additive="base">
                                        <p:cTn id="8" dur="500" fill="hold"/>
                                        <p:tgtEl>
                                          <p:spTgt spid="8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87"/>
                                        </p:tgtEl>
                                        <p:attrNameLst>
                                          <p:attrName>style.visibility</p:attrName>
                                        </p:attrNameLst>
                                      </p:cBhvr>
                                      <p:to>
                                        <p:strVal val="visible"/>
                                      </p:to>
                                    </p:set>
                                    <p:anim calcmode="lin" valueType="num">
                                      <p:cBhvr additive="base">
                                        <p:cTn id="11" dur="500" fill="hold"/>
                                        <p:tgtEl>
                                          <p:spTgt spid="87"/>
                                        </p:tgtEl>
                                        <p:attrNameLst>
                                          <p:attrName>ppt_x</p:attrName>
                                        </p:attrNameLst>
                                      </p:cBhvr>
                                      <p:tavLst>
                                        <p:tav tm="0">
                                          <p:val>
                                            <p:strVal val="#ppt_x"/>
                                          </p:val>
                                        </p:tav>
                                        <p:tav tm="100000">
                                          <p:val>
                                            <p:strVal val="#ppt_x"/>
                                          </p:val>
                                        </p:tav>
                                      </p:tavLst>
                                    </p:anim>
                                    <p:anim calcmode="lin" valueType="num">
                                      <p:cBhvr additive="base">
                                        <p:cTn id="12" dur="500" fill="hold"/>
                                        <p:tgtEl>
                                          <p:spTgt spid="87"/>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par>
                          <p:cTn id="17" fill="hold">
                            <p:stCondLst>
                              <p:cond delay="1000"/>
                            </p:stCondLst>
                            <p:childTnLst>
                              <p:par>
                                <p:cTn id="18" presetID="22" presetClass="entr" presetSubtype="4"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childTnLst>
                                </p:cTn>
                              </p:par>
                              <p:par>
                                <p:cTn id="21" presetID="22" presetClass="entr" presetSubtype="1" fill="hold" nodeType="withEffect">
                                  <p:stCondLst>
                                    <p:cond delay="0"/>
                                  </p:stCondLst>
                                  <p:childTnLst>
                                    <p:set>
                                      <p:cBhvr>
                                        <p:cTn id="22" dur="1" fill="hold">
                                          <p:stCondLst>
                                            <p:cond delay="0"/>
                                          </p:stCondLst>
                                        </p:cTn>
                                        <p:tgtEl>
                                          <p:spTgt spid="106"/>
                                        </p:tgtEl>
                                        <p:attrNameLst>
                                          <p:attrName>style.visibility</p:attrName>
                                        </p:attrNameLst>
                                      </p:cBhvr>
                                      <p:to>
                                        <p:strVal val="visible"/>
                                      </p:to>
                                    </p:set>
                                    <p:animEffect transition="in" filter="wipe(up)">
                                      <p:cBhvr>
                                        <p:cTn id="23" dur="500"/>
                                        <p:tgtEl>
                                          <p:spTgt spid="106"/>
                                        </p:tgtEl>
                                      </p:cBhvr>
                                    </p:animEffect>
                                  </p:childTnLst>
                                </p:cTn>
                              </p:par>
                            </p:childTnLst>
                          </p:cTn>
                        </p:par>
                        <p:par>
                          <p:cTn id="24" fill="hold">
                            <p:stCondLst>
                              <p:cond delay="1500"/>
                            </p:stCondLst>
                            <p:childTnLst>
                              <p:par>
                                <p:cTn id="25" presetID="2" presetClass="entr" presetSubtype="3" decel="100000" fill="hold" grpId="0" nodeType="afterEffect">
                                  <p:stCondLst>
                                    <p:cond delay="0"/>
                                  </p:stCondLst>
                                  <p:iterate type="wd">
                                    <p:tmPct val="10000"/>
                                  </p:iterate>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1000" fill="hold"/>
                                        <p:tgtEl>
                                          <p:spTgt spid="12"/>
                                        </p:tgtEl>
                                        <p:attrNameLst>
                                          <p:attrName>ppt_x</p:attrName>
                                        </p:attrNameLst>
                                      </p:cBhvr>
                                      <p:tavLst>
                                        <p:tav tm="0">
                                          <p:val>
                                            <p:strVal val="1+#ppt_w/2"/>
                                          </p:val>
                                        </p:tav>
                                        <p:tav tm="100000">
                                          <p:val>
                                            <p:strVal val="#ppt_x"/>
                                          </p:val>
                                        </p:tav>
                                      </p:tavLst>
                                    </p:anim>
                                    <p:anim calcmode="lin" valueType="num">
                                      <p:cBhvr additive="base">
                                        <p:cTn id="28" dur="1000" fill="hold"/>
                                        <p:tgtEl>
                                          <p:spTgt spid="12"/>
                                        </p:tgtEl>
                                        <p:attrNameLst>
                                          <p:attrName>ppt_y</p:attrName>
                                        </p:attrNameLst>
                                      </p:cBhvr>
                                      <p:tavLst>
                                        <p:tav tm="0">
                                          <p:val>
                                            <p:strVal val="0-#ppt_h/2"/>
                                          </p:val>
                                        </p:tav>
                                        <p:tav tm="100000">
                                          <p:val>
                                            <p:strVal val="#ppt_y"/>
                                          </p:val>
                                        </p:tav>
                                      </p:tavLst>
                                    </p:anim>
                                  </p:childTnLst>
                                </p:cTn>
                              </p:par>
                              <p:par>
                                <p:cTn id="29" presetID="2" presetClass="entr" presetSubtype="2" decel="100000" fill="hold" grpId="0" nodeType="withEffect">
                                  <p:stCondLst>
                                    <p:cond delay="25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1+#ppt_w/2"/>
                                          </p:val>
                                        </p:tav>
                                        <p:tav tm="100000">
                                          <p:val>
                                            <p:strVal val="#ppt_x"/>
                                          </p:val>
                                        </p:tav>
                                      </p:tavLst>
                                    </p:anim>
                                    <p:anim calcmode="lin" valueType="num">
                                      <p:cBhvr additive="base">
                                        <p:cTn id="32" dur="500" fill="hold"/>
                                        <p:tgtEl>
                                          <p:spTgt spid="14"/>
                                        </p:tgtEl>
                                        <p:attrNameLst>
                                          <p:attrName>ppt_y</p:attrName>
                                        </p:attrNameLst>
                                      </p:cBhvr>
                                      <p:tavLst>
                                        <p:tav tm="0">
                                          <p:val>
                                            <p:strVal val="#ppt_y"/>
                                          </p:val>
                                        </p:tav>
                                        <p:tav tm="100000">
                                          <p:val>
                                            <p:strVal val="#ppt_y"/>
                                          </p:val>
                                        </p:tav>
                                      </p:tavLst>
                                    </p:anim>
                                  </p:childTnLst>
                                </p:cTn>
                              </p:par>
                              <p:par>
                                <p:cTn id="33" presetID="2" presetClass="entr" presetSubtype="4" decel="100000" fill="hold" grpId="0" nodeType="withEffect">
                                  <p:stCondLst>
                                    <p:cond delay="25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750" fill="hold"/>
                                        <p:tgtEl>
                                          <p:spTgt spid="13"/>
                                        </p:tgtEl>
                                        <p:attrNameLst>
                                          <p:attrName>ppt_x</p:attrName>
                                        </p:attrNameLst>
                                      </p:cBhvr>
                                      <p:tavLst>
                                        <p:tav tm="0">
                                          <p:val>
                                            <p:strVal val="#ppt_x"/>
                                          </p:val>
                                        </p:tav>
                                        <p:tav tm="100000">
                                          <p:val>
                                            <p:strVal val="#ppt_x"/>
                                          </p:val>
                                        </p:tav>
                                      </p:tavLst>
                                    </p:anim>
                                    <p:anim calcmode="lin" valueType="num">
                                      <p:cBhvr additive="base">
                                        <p:cTn id="36" dur="75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7" grpId="0"/>
      <p:bldP spid="5" grpId="0"/>
      <p:bldP spid="12" grpId="0"/>
      <p:bldP spid="13" grpId="0">
        <p:tmplLst>
          <p:tmpl>
            <p:tnLst>
              <p:par>
                <p:cTn presetID="2" presetClass="entr" presetSubtype="4" decel="100000" fill="hold" nodeType="withEffect">
                  <p:stCondLst>
                    <p:cond delay="25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750" fill="hold"/>
                        <p:tgtEl>
                          <p:spTgt spid="13"/>
                        </p:tgtEl>
                        <p:attrNameLst>
                          <p:attrName>ppt_x</p:attrName>
                        </p:attrNameLst>
                      </p:cBhvr>
                      <p:tavLst>
                        <p:tav tm="0">
                          <p:val>
                            <p:strVal val="#ppt_x"/>
                          </p:val>
                        </p:tav>
                        <p:tav tm="100000">
                          <p:val>
                            <p:strVal val="#ppt_x"/>
                          </p:val>
                        </p:tav>
                      </p:tavLst>
                    </p:anim>
                    <p:anim calcmode="lin" valueType="num">
                      <p:cBhvr additive="base">
                        <p:cTn dur="750" fill="hold"/>
                        <p:tgtEl>
                          <p:spTgt spid="13"/>
                        </p:tgtEl>
                        <p:attrNameLst>
                          <p:attrName>ppt_y</p:attrName>
                        </p:attrNameLst>
                      </p:cBhvr>
                      <p:tavLst>
                        <p:tav tm="0">
                          <p:val>
                            <p:strVal val="1+#ppt_h/2"/>
                          </p:val>
                        </p:tav>
                        <p:tav tm="100000">
                          <p:val>
                            <p:strVal val="#ppt_y"/>
                          </p:val>
                        </p:tav>
                      </p:tavLst>
                    </p:anim>
                  </p:childTnLst>
                </p:cTn>
              </p:par>
            </p:tnLst>
          </p:tmpl>
        </p:tmplLst>
      </p:bldP>
      <p:bldP spid="14" grpId="0" animBg="1"/>
    </p:bld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Heading and Text 2">
    <p:spTree>
      <p:nvGrpSpPr>
        <p:cNvPr id="1" name=""/>
        <p:cNvGrpSpPr/>
        <p:nvPr/>
      </p:nvGrpSpPr>
      <p:grpSpPr>
        <a:xfrm>
          <a:off x="0" y="0"/>
          <a:ext cx="0" cy="0"/>
          <a:chOff x="0" y="0"/>
          <a:chExt cx="0" cy="0"/>
        </a:xfrm>
      </p:grpSpPr>
      <p:cxnSp>
        <p:nvCxnSpPr>
          <p:cNvPr id="106" name="直線コネクタ 105"/>
          <p:cNvCxnSpPr/>
          <p:nvPr userDrawn="1"/>
        </p:nvCxnSpPr>
        <p:spPr>
          <a:xfrm>
            <a:off x="8975189" y="0"/>
            <a:ext cx="0" cy="1028700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84" name="グループ化 83"/>
          <p:cNvGrpSpPr/>
          <p:nvPr userDrawn="1"/>
        </p:nvGrpSpPr>
        <p:grpSpPr>
          <a:xfrm>
            <a:off x="16778435" y="339170"/>
            <a:ext cx="1150664" cy="1150664"/>
            <a:chOff x="7418859" y="2569953"/>
            <a:chExt cx="934639" cy="934639"/>
          </a:xfrm>
        </p:grpSpPr>
        <p:sp>
          <p:nvSpPr>
            <p:cNvPr id="85" name="涙形 84"/>
            <p:cNvSpPr/>
            <p:nvPr/>
          </p:nvSpPr>
          <p:spPr>
            <a:xfrm>
              <a:off x="7418859" y="2569953"/>
              <a:ext cx="934639" cy="934639"/>
            </a:xfrm>
            <a:prstGeom prst="teardrop">
              <a:avLst/>
            </a:prstGeom>
            <a:blipFill>
              <a:blip r:embed="rId2"/>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涙形 85"/>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7"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107" name="テキスト プレースホルダー 5"/>
          <p:cNvSpPr>
            <a:spLocks noGrp="1"/>
          </p:cNvSpPr>
          <p:nvPr>
            <p:ph type="body" sz="quarter" idx="22" hasCustomPrompt="1"/>
          </p:nvPr>
        </p:nvSpPr>
        <p:spPr>
          <a:xfrm>
            <a:off x="9955428" y="3354113"/>
            <a:ext cx="7543479" cy="6231987"/>
          </a:xfrm>
          <a:prstGeom prst="rect">
            <a:avLst/>
          </a:prstGeom>
        </p:spPr>
        <p:txBody>
          <a:bodyPr anchor="ctr">
            <a:normAutofit/>
          </a:bodyPr>
          <a:lstStyle>
            <a:lvl1pPr algn="l">
              <a:lnSpc>
                <a:spcPct val="130000"/>
              </a:lnSpc>
              <a:spcBef>
                <a:spcPts val="1200"/>
              </a:spcBef>
              <a:defRPr sz="2000" baseline="0">
                <a:solidFill>
                  <a:schemeClr val="tx2"/>
                </a:solidFill>
              </a:defRPr>
            </a:lvl1pPr>
          </a:lstStyle>
          <a:p>
            <a:pPr lvl="0"/>
            <a:r>
              <a:rPr kumimoji="1" lang="en-US" altLang="ja-JP" dirty="0"/>
              <a:t>Text Here</a:t>
            </a:r>
            <a:endParaRPr kumimoji="1" lang="ja-JP" altLang="en-US" dirty="0"/>
          </a:p>
        </p:txBody>
      </p:sp>
      <p:sp>
        <p:nvSpPr>
          <p:cNvPr id="13" name="直角三角形 15"/>
          <p:cNvSpPr/>
          <p:nvPr userDrawn="1"/>
        </p:nvSpPr>
        <p:spPr>
          <a:xfrm rot="10800000" flipH="1">
            <a:off x="-14514" y="-37458"/>
            <a:ext cx="10815525" cy="10368000"/>
          </a:xfrm>
          <a:custGeom>
            <a:avLst/>
            <a:gdLst/>
            <a:ahLst/>
            <a:cxnLst/>
            <a:rect l="l" t="t" r="r" b="b"/>
            <a:pathLst>
              <a:path w="10815525" h="10287000">
                <a:moveTo>
                  <a:pt x="7475651" y="0"/>
                </a:moveTo>
                <a:lnTo>
                  <a:pt x="0" y="0"/>
                </a:lnTo>
                <a:lnTo>
                  <a:pt x="0" y="10287000"/>
                </a:lnTo>
                <a:lnTo>
                  <a:pt x="7475651" y="10287000"/>
                </a:lnTo>
                <a:lnTo>
                  <a:pt x="10815525" y="10287000"/>
                </a:lnTo>
                <a:close/>
              </a:path>
            </a:pathLst>
          </a:custGeom>
          <a:blipFill dpi="0" rotWithShape="0">
            <a:blip r:embed="rId2"/>
            <a:srcRect/>
            <a:tile tx="0" ty="0" sx="100000" sy="100000" flip="none" algn="tl"/>
          </a:blipFill>
          <a:ln>
            <a:noFill/>
          </a:ln>
          <a:effectLst>
            <a:outerShdw blurRad="50800" dist="38100" dir="10800000" algn="r"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p:cNvCxnSpPr/>
          <p:nvPr userDrawn="1"/>
        </p:nvCxnSpPr>
        <p:spPr>
          <a:xfrm flipH="1">
            <a:off x="7298790" y="0"/>
            <a:ext cx="3311153" cy="1028700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 name="テキスト プレースホルダー 5"/>
          <p:cNvSpPr>
            <a:spLocks noGrp="1"/>
          </p:cNvSpPr>
          <p:nvPr>
            <p:ph type="body" sz="quarter" idx="16" hasCustomPrompt="1"/>
          </p:nvPr>
        </p:nvSpPr>
        <p:spPr>
          <a:xfrm>
            <a:off x="783771" y="638715"/>
            <a:ext cx="7402286" cy="5689600"/>
          </a:xfrm>
          <a:prstGeom prst="rect">
            <a:avLst/>
          </a:prstGeom>
        </p:spPr>
        <p:txBody>
          <a:bodyPr anchor="ctr">
            <a:noAutofit/>
          </a:bodyPr>
          <a:lstStyle>
            <a:lvl1pPr algn="ctr">
              <a:lnSpc>
                <a:spcPts val="7200"/>
              </a:lnSpc>
              <a:spcBef>
                <a:spcPts val="0"/>
              </a:spcBef>
              <a:defRPr sz="7200" i="0" baseline="0">
                <a:blipFill dpi="0" rotWithShape="1">
                  <a:blip r:embed="rId3"/>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HEADING GOES HERE</a:t>
            </a:r>
            <a:endParaRPr kumimoji="1" lang="ja-JP" altLang="en-US" dirty="0"/>
          </a:p>
        </p:txBody>
      </p:sp>
    </p:spTree>
    <p:extLst>
      <p:ext uri="{BB962C8B-B14F-4D97-AF65-F5344CB8AC3E}">
        <p14:creationId xmlns:p14="http://schemas.microsoft.com/office/powerpoint/2010/main" val="344876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500" fill="hold"/>
                                        <p:tgtEl>
                                          <p:spTgt spid="84"/>
                                        </p:tgtEl>
                                        <p:attrNameLst>
                                          <p:attrName>ppt_x</p:attrName>
                                        </p:attrNameLst>
                                      </p:cBhvr>
                                      <p:tavLst>
                                        <p:tav tm="0">
                                          <p:val>
                                            <p:strVal val="#ppt_x"/>
                                          </p:val>
                                        </p:tav>
                                        <p:tav tm="100000">
                                          <p:val>
                                            <p:strVal val="#ppt_x"/>
                                          </p:val>
                                        </p:tav>
                                      </p:tavLst>
                                    </p:anim>
                                    <p:anim calcmode="lin" valueType="num">
                                      <p:cBhvr additive="base">
                                        <p:cTn id="8" dur="500" fill="hold"/>
                                        <p:tgtEl>
                                          <p:spTgt spid="8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87"/>
                                        </p:tgtEl>
                                        <p:attrNameLst>
                                          <p:attrName>style.visibility</p:attrName>
                                        </p:attrNameLst>
                                      </p:cBhvr>
                                      <p:to>
                                        <p:strVal val="visible"/>
                                      </p:to>
                                    </p:set>
                                    <p:anim calcmode="lin" valueType="num">
                                      <p:cBhvr additive="base">
                                        <p:cTn id="11" dur="500" fill="hold"/>
                                        <p:tgtEl>
                                          <p:spTgt spid="87"/>
                                        </p:tgtEl>
                                        <p:attrNameLst>
                                          <p:attrName>ppt_x</p:attrName>
                                        </p:attrNameLst>
                                      </p:cBhvr>
                                      <p:tavLst>
                                        <p:tav tm="0">
                                          <p:val>
                                            <p:strVal val="#ppt_x"/>
                                          </p:val>
                                        </p:tav>
                                        <p:tav tm="100000">
                                          <p:val>
                                            <p:strVal val="#ppt_x"/>
                                          </p:val>
                                        </p:tav>
                                      </p:tavLst>
                                    </p:anim>
                                    <p:anim calcmode="lin" valueType="num">
                                      <p:cBhvr additive="base">
                                        <p:cTn id="12" dur="500" fill="hold"/>
                                        <p:tgtEl>
                                          <p:spTgt spid="87"/>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06"/>
                                        </p:tgtEl>
                                        <p:attrNameLst>
                                          <p:attrName>style.visibility</p:attrName>
                                        </p:attrNameLst>
                                      </p:cBhvr>
                                      <p:to>
                                        <p:strVal val="visible"/>
                                      </p:to>
                                    </p:set>
                                    <p:animEffect transition="in" filter="wipe(up)">
                                      <p:cBhvr>
                                        <p:cTn id="16" dur="500"/>
                                        <p:tgtEl>
                                          <p:spTgt spid="106"/>
                                        </p:tgtEl>
                                      </p:cBhvr>
                                    </p:animEffect>
                                  </p:childTnLst>
                                </p:cTn>
                              </p:par>
                              <p:par>
                                <p:cTn id="17" presetID="2" presetClass="entr" presetSubtype="9" decel="100000" fill="hold" grpId="0" nodeType="withEffect">
                                  <p:stCondLst>
                                    <p:cond delay="250"/>
                                  </p:stCondLst>
                                  <p:iterate type="wd">
                                    <p:tmPct val="10000"/>
                                  </p:iterate>
                                  <p:childTnLst>
                                    <p:set>
                                      <p:cBhvr>
                                        <p:cTn id="18" dur="1" fill="hold">
                                          <p:stCondLst>
                                            <p:cond delay="0"/>
                                          </p:stCondLst>
                                        </p:cTn>
                                        <p:tgtEl>
                                          <p:spTgt spid="4"/>
                                        </p:tgtEl>
                                        <p:attrNameLst>
                                          <p:attrName>style.visibility</p:attrName>
                                        </p:attrNameLst>
                                      </p:cBhvr>
                                      <p:to>
                                        <p:strVal val="visible"/>
                                      </p:to>
                                    </p:set>
                                    <p:anim calcmode="lin" valueType="num">
                                      <p:cBhvr additive="base">
                                        <p:cTn id="19" dur="750" fill="hold"/>
                                        <p:tgtEl>
                                          <p:spTgt spid="4"/>
                                        </p:tgtEl>
                                        <p:attrNameLst>
                                          <p:attrName>ppt_x</p:attrName>
                                        </p:attrNameLst>
                                      </p:cBhvr>
                                      <p:tavLst>
                                        <p:tav tm="0">
                                          <p:val>
                                            <p:strVal val="0-#ppt_w/2"/>
                                          </p:val>
                                        </p:tav>
                                        <p:tav tm="100000">
                                          <p:val>
                                            <p:strVal val="#ppt_x"/>
                                          </p:val>
                                        </p:tav>
                                      </p:tavLst>
                                    </p:anim>
                                    <p:anim calcmode="lin" valueType="num">
                                      <p:cBhvr additive="base">
                                        <p:cTn id="20" dur="750" fill="hold"/>
                                        <p:tgtEl>
                                          <p:spTgt spid="4"/>
                                        </p:tgtEl>
                                        <p:attrNameLst>
                                          <p:attrName>ppt_y</p:attrName>
                                        </p:attrNameLst>
                                      </p:cBhvr>
                                      <p:tavLst>
                                        <p:tav tm="0">
                                          <p:val>
                                            <p:strVal val="0-#ppt_h/2"/>
                                          </p:val>
                                        </p:tav>
                                        <p:tav tm="100000">
                                          <p:val>
                                            <p:strVal val="#ppt_y"/>
                                          </p:val>
                                        </p:tav>
                                      </p:tavLst>
                                    </p:anim>
                                  </p:childTnLst>
                                </p:cTn>
                              </p:par>
                              <p:par>
                                <p:cTn id="21" presetID="2" presetClass="entr" presetSubtype="4" decel="100000" fill="hold" grpId="0" nodeType="withEffect">
                                  <p:stCondLst>
                                    <p:cond delay="1500"/>
                                  </p:stCondLst>
                                  <p:childTnLst>
                                    <p:set>
                                      <p:cBhvr>
                                        <p:cTn id="22" dur="1" fill="hold">
                                          <p:stCondLst>
                                            <p:cond delay="0"/>
                                          </p:stCondLst>
                                        </p:cTn>
                                        <p:tgtEl>
                                          <p:spTgt spid="107">
                                            <p:txEl>
                                              <p:pRg st="0" end="0"/>
                                            </p:txEl>
                                          </p:spTgt>
                                        </p:tgtEl>
                                        <p:attrNameLst>
                                          <p:attrName>style.visibility</p:attrName>
                                        </p:attrNameLst>
                                      </p:cBhvr>
                                      <p:to>
                                        <p:strVal val="visible"/>
                                      </p:to>
                                    </p:set>
                                    <p:anim calcmode="lin" valueType="num">
                                      <p:cBhvr additive="base">
                                        <p:cTn id="23" dur="750" fill="hold"/>
                                        <p:tgtEl>
                                          <p:spTgt spid="107">
                                            <p:txEl>
                                              <p:pRg st="0" end="0"/>
                                            </p:txEl>
                                          </p:spTgt>
                                        </p:tgtEl>
                                        <p:attrNameLst>
                                          <p:attrName>ppt_x</p:attrName>
                                        </p:attrNameLst>
                                      </p:cBhvr>
                                      <p:tavLst>
                                        <p:tav tm="0">
                                          <p:val>
                                            <p:strVal val="#ppt_x"/>
                                          </p:val>
                                        </p:tav>
                                        <p:tav tm="100000">
                                          <p:val>
                                            <p:strVal val="#ppt_x"/>
                                          </p:val>
                                        </p:tav>
                                      </p:tavLst>
                                    </p:anim>
                                    <p:anim calcmode="lin" valueType="num">
                                      <p:cBhvr additive="base">
                                        <p:cTn id="24" dur="750" fill="hold"/>
                                        <p:tgtEl>
                                          <p:spTgt spid="107">
                                            <p:txEl>
                                              <p:pRg st="0" end="0"/>
                                            </p:txEl>
                                          </p:spTgt>
                                        </p:tgtEl>
                                        <p:attrNameLst>
                                          <p:attrName>ppt_y</p:attrName>
                                        </p:attrNameLst>
                                      </p:cBhvr>
                                      <p:tavLst>
                                        <p:tav tm="0">
                                          <p:val>
                                            <p:strVal val="1+#ppt_h/2"/>
                                          </p:val>
                                        </p:tav>
                                        <p:tav tm="100000">
                                          <p:val>
                                            <p:strVal val="#ppt_y"/>
                                          </p:val>
                                        </p:tav>
                                      </p:tavLst>
                                    </p:anim>
                                  </p:childTnLst>
                                </p:cTn>
                              </p:par>
                              <p:par>
                                <p:cTn id="25" presetID="2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par>
                                <p:cTn id="28" presetID="22" presetClass="entr" presetSubtype="4"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down)">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107" grpId="0" build="p">
        <p:tmplLst>
          <p:tmpl lvl="1">
            <p:tnLst>
              <p:par>
                <p:cTn presetID="2" presetClass="entr" presetSubtype="4" decel="100000" fill="hold" nodeType="withEffect">
                  <p:stCondLst>
                    <p:cond delay="150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750" fill="hold"/>
                        <p:tgtEl>
                          <p:spTgt spid="107"/>
                        </p:tgtEl>
                        <p:attrNameLst>
                          <p:attrName>ppt_x</p:attrName>
                        </p:attrNameLst>
                      </p:cBhvr>
                      <p:tavLst>
                        <p:tav tm="0">
                          <p:val>
                            <p:strVal val="#ppt_x"/>
                          </p:val>
                        </p:tav>
                        <p:tav tm="100000">
                          <p:val>
                            <p:strVal val="#ppt_x"/>
                          </p:val>
                        </p:tav>
                      </p:tavLst>
                    </p:anim>
                    <p:anim calcmode="lin" valueType="num">
                      <p:cBhvr additive="base">
                        <p:cTn dur="750" fill="hold"/>
                        <p:tgtEl>
                          <p:spTgt spid="107"/>
                        </p:tgtEl>
                        <p:attrNameLst>
                          <p:attrName>ppt_y</p:attrName>
                        </p:attrNameLst>
                      </p:cBhvr>
                      <p:tavLst>
                        <p:tav tm="0">
                          <p:val>
                            <p:strVal val="1+#ppt_h/2"/>
                          </p:val>
                        </p:tav>
                        <p:tav tm="100000">
                          <p:val>
                            <p:strVal val="#ppt_y"/>
                          </p:val>
                        </p:tav>
                      </p:tavLst>
                    </p:anim>
                  </p:childTnLst>
                </p:cTn>
              </p:par>
            </p:tnLst>
          </p:tmpl>
        </p:tmplLst>
      </p:bldP>
      <p:bldP spid="13" grpId="0" animBg="1"/>
      <p:bldP spid="4" grpId="0">
        <p:tmplLst>
          <p:tmpl>
            <p:tnLst>
              <p:par>
                <p:cTn presetID="2" presetClass="entr" presetSubtype="9" decel="100000" fill="hold" nodeType="withEffect">
                  <p:stCondLst>
                    <p:cond delay="250"/>
                  </p:stCondLst>
                  <p:iterate type="wd">
                    <p:tmPct val="10000"/>
                  </p:iterate>
                  <p:childTnLst>
                    <p:set>
                      <p:cBhvr>
                        <p:cTn dur="1" fill="hold">
                          <p:stCondLst>
                            <p:cond delay="0"/>
                          </p:stCondLst>
                        </p:cTn>
                        <p:tgtEl>
                          <p:spTgt spid="4"/>
                        </p:tgtEl>
                        <p:attrNameLst>
                          <p:attrName>style.visibility</p:attrName>
                        </p:attrNameLst>
                      </p:cBhvr>
                      <p:to>
                        <p:strVal val="visible"/>
                      </p:to>
                    </p:set>
                    <p:anim calcmode="lin" valueType="num">
                      <p:cBhvr additive="base">
                        <p:cTn dur="750" fill="hold"/>
                        <p:tgtEl>
                          <p:spTgt spid="4"/>
                        </p:tgtEl>
                        <p:attrNameLst>
                          <p:attrName>ppt_x</p:attrName>
                        </p:attrNameLst>
                      </p:cBhvr>
                      <p:tavLst>
                        <p:tav tm="0">
                          <p:val>
                            <p:strVal val="0-#ppt_w/2"/>
                          </p:val>
                        </p:tav>
                        <p:tav tm="100000">
                          <p:val>
                            <p:strVal val="#ppt_x"/>
                          </p:val>
                        </p:tav>
                      </p:tavLst>
                    </p:anim>
                    <p:anim calcmode="lin" valueType="num">
                      <p:cBhvr additive="base">
                        <p:cTn dur="750" fill="hold"/>
                        <p:tgtEl>
                          <p:spTgt spid="4"/>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 images 1">
    <p:spTree>
      <p:nvGrpSpPr>
        <p:cNvPr id="1" name=""/>
        <p:cNvGrpSpPr/>
        <p:nvPr/>
      </p:nvGrpSpPr>
      <p:grpSpPr>
        <a:xfrm>
          <a:off x="0" y="0"/>
          <a:ext cx="0" cy="0"/>
          <a:chOff x="0" y="0"/>
          <a:chExt cx="0" cy="0"/>
        </a:xfrm>
      </p:grpSpPr>
      <p:sp>
        <p:nvSpPr>
          <p:cNvPr id="7" name="図プレースホルダー 6"/>
          <p:cNvSpPr>
            <a:spLocks noGrp="1"/>
          </p:cNvSpPr>
          <p:nvPr>
            <p:ph type="pic" sz="quarter" idx="10" hasCustomPrompt="1"/>
          </p:nvPr>
        </p:nvSpPr>
        <p:spPr>
          <a:xfrm>
            <a:off x="0" y="0"/>
            <a:ext cx="5544457" cy="5170488"/>
          </a:xfrm>
          <a:prstGeom prst="rect">
            <a:avLst/>
          </a:prstGeom>
          <a:effectLst>
            <a:innerShdw blurRad="114300">
              <a:prstClr val="black"/>
            </a:innerShdw>
          </a:effectLst>
        </p:spPr>
        <p:txBody>
          <a:bodyPr/>
          <a:lstStyle>
            <a:lvl1pPr>
              <a:defRPr sz="2000"/>
            </a:lvl1pPr>
          </a:lstStyle>
          <a:p>
            <a:r>
              <a:rPr kumimoji="1" lang="en-US" altLang="ja-JP" dirty="0"/>
              <a:t>Add an image</a:t>
            </a:r>
            <a:endParaRPr kumimoji="1" lang="ja-JP" altLang="en-US" dirty="0"/>
          </a:p>
        </p:txBody>
      </p:sp>
      <p:sp>
        <p:nvSpPr>
          <p:cNvPr id="8" name="図プレースホルダー 6"/>
          <p:cNvSpPr>
            <a:spLocks noGrp="1"/>
          </p:cNvSpPr>
          <p:nvPr>
            <p:ph type="pic" sz="quarter" idx="11" hasCustomPrompt="1"/>
          </p:nvPr>
        </p:nvSpPr>
        <p:spPr>
          <a:xfrm>
            <a:off x="11422743" y="0"/>
            <a:ext cx="6868432" cy="5170488"/>
          </a:xfrm>
          <a:prstGeom prst="rect">
            <a:avLst/>
          </a:prstGeom>
          <a:effectLst>
            <a:innerShdw blurRad="114300">
              <a:prstClr val="black"/>
            </a:innerShdw>
          </a:effectLst>
        </p:spPr>
        <p:txBody>
          <a:bodyPr/>
          <a:lstStyle>
            <a:lvl1pPr marL="0" marR="0" indent="0" algn="l" defTabSz="1633027" rtl="0" eaLnBrk="1" fontAlgn="auto" latinLnBrk="0" hangingPunct="1">
              <a:lnSpc>
                <a:spcPct val="120000"/>
              </a:lnSpc>
              <a:spcBef>
                <a:spcPts val="1200"/>
              </a:spcBef>
              <a:spcAft>
                <a:spcPts val="0"/>
              </a:spcAft>
              <a:buClrTx/>
              <a:buSzTx/>
              <a:buFontTx/>
              <a:buNone/>
              <a:tabLst/>
              <a:defRPr sz="2000"/>
            </a:lvl1pPr>
          </a:lstStyle>
          <a:p>
            <a:r>
              <a:rPr kumimoji="1" lang="en-US" altLang="ja-JP" dirty="0"/>
              <a:t>Add an image</a:t>
            </a:r>
            <a:endParaRPr kumimoji="1" lang="ja-JP" altLang="en-US" dirty="0"/>
          </a:p>
          <a:p>
            <a:endParaRPr kumimoji="1" lang="ja-JP" altLang="en-US" dirty="0"/>
          </a:p>
        </p:txBody>
      </p:sp>
      <p:sp>
        <p:nvSpPr>
          <p:cNvPr id="9" name="図プレースホルダー 6"/>
          <p:cNvSpPr>
            <a:spLocks noGrp="1"/>
          </p:cNvSpPr>
          <p:nvPr>
            <p:ph type="pic" sz="quarter" idx="12" hasCustomPrompt="1"/>
          </p:nvPr>
        </p:nvSpPr>
        <p:spPr>
          <a:xfrm>
            <a:off x="0" y="5170488"/>
            <a:ext cx="7663544" cy="5170488"/>
          </a:xfrm>
          <a:prstGeom prst="rect">
            <a:avLst/>
          </a:prstGeom>
          <a:effectLst>
            <a:innerShdw blurRad="114300">
              <a:prstClr val="black"/>
            </a:innerShdw>
          </a:effectLst>
        </p:spPr>
        <p:txBody>
          <a:bodyPr/>
          <a:lstStyle>
            <a:lvl1pPr>
              <a:defRPr sz="2000"/>
            </a:lvl1pPr>
          </a:lstStyle>
          <a:p>
            <a:r>
              <a:rPr kumimoji="1" lang="en-US" altLang="ja-JP" dirty="0"/>
              <a:t>Add an image</a:t>
            </a:r>
            <a:endParaRPr kumimoji="1" lang="ja-JP" altLang="en-US" dirty="0"/>
          </a:p>
        </p:txBody>
      </p:sp>
      <p:sp>
        <p:nvSpPr>
          <p:cNvPr id="10" name="図プレースホルダー 6"/>
          <p:cNvSpPr>
            <a:spLocks noGrp="1"/>
          </p:cNvSpPr>
          <p:nvPr>
            <p:ph type="pic" sz="quarter" idx="13" hasCustomPrompt="1"/>
          </p:nvPr>
        </p:nvSpPr>
        <p:spPr>
          <a:xfrm>
            <a:off x="7663544" y="5170488"/>
            <a:ext cx="4992914" cy="5170488"/>
          </a:xfrm>
          <a:prstGeom prst="rect">
            <a:avLst/>
          </a:prstGeom>
          <a:effectLst>
            <a:innerShdw blurRad="114300">
              <a:prstClr val="black"/>
            </a:innerShdw>
          </a:effectLst>
        </p:spPr>
        <p:txBody>
          <a:bodyPr/>
          <a:lstStyle>
            <a:lvl1pPr>
              <a:defRPr sz="2000"/>
            </a:lvl1pPr>
          </a:lstStyle>
          <a:p>
            <a:r>
              <a:rPr kumimoji="1" lang="en-US" altLang="ja-JP" dirty="0"/>
              <a:t>Add an image</a:t>
            </a:r>
            <a:endParaRPr kumimoji="1" lang="ja-JP" altLang="en-US" dirty="0"/>
          </a:p>
        </p:txBody>
      </p:sp>
      <p:sp>
        <p:nvSpPr>
          <p:cNvPr id="13" name="正方形/長方形 12"/>
          <p:cNvSpPr/>
          <p:nvPr userDrawn="1"/>
        </p:nvSpPr>
        <p:spPr>
          <a:xfrm>
            <a:off x="5544457" y="0"/>
            <a:ext cx="5878286" cy="5170488"/>
          </a:xfrm>
          <a:prstGeom prst="rect">
            <a:avLst/>
          </a:prstGeom>
          <a:blipFill dpi="0" rotWithShape="0">
            <a:blip r:embed="rId2"/>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4" name="正方形/長方形 13"/>
          <p:cNvSpPr/>
          <p:nvPr userDrawn="1"/>
        </p:nvSpPr>
        <p:spPr>
          <a:xfrm>
            <a:off x="12656457" y="5170488"/>
            <a:ext cx="5634717" cy="5170488"/>
          </a:xfrm>
          <a:prstGeom prst="rect">
            <a:avLst/>
          </a:prstGeom>
          <a:blipFill dpi="0" rotWithShape="0">
            <a:blip r:embed="rId3"/>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 name="テキスト プレースホルダー 5"/>
          <p:cNvSpPr>
            <a:spLocks noGrp="1"/>
          </p:cNvSpPr>
          <p:nvPr>
            <p:ph type="body" sz="quarter" idx="16" hasCustomPrompt="1"/>
          </p:nvPr>
        </p:nvSpPr>
        <p:spPr>
          <a:xfrm>
            <a:off x="5689600" y="508004"/>
            <a:ext cx="5588000" cy="2002971"/>
          </a:xfrm>
          <a:prstGeom prst="rect">
            <a:avLst/>
          </a:prstGeom>
        </p:spPr>
        <p:txBody>
          <a:bodyPr anchor="b">
            <a:noAutofit/>
          </a:bodyPr>
          <a:lstStyle>
            <a:lvl1pPr algn="ctr">
              <a:lnSpc>
                <a:spcPts val="6000"/>
              </a:lnSpc>
              <a:spcBef>
                <a:spcPts val="0"/>
              </a:spcBef>
              <a:defRPr sz="6000" i="0" baseline="0">
                <a:blipFill dpi="0" rotWithShape="1">
                  <a:blip r:embed="rId4"/>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a:t>
            </a:r>
            <a:br>
              <a:rPr kumimoji="1" lang="en-US" altLang="ja-JP" dirty="0"/>
            </a:br>
            <a:r>
              <a:rPr kumimoji="1" lang="en-US" altLang="ja-JP" dirty="0"/>
              <a:t>HERE</a:t>
            </a:r>
            <a:endParaRPr kumimoji="1" lang="ja-JP" altLang="en-US" dirty="0"/>
          </a:p>
        </p:txBody>
      </p:sp>
      <p:sp>
        <p:nvSpPr>
          <p:cNvPr id="16" name="テキスト プレースホルダー 5"/>
          <p:cNvSpPr>
            <a:spLocks noGrp="1"/>
          </p:cNvSpPr>
          <p:nvPr>
            <p:ph type="body" sz="quarter" idx="17" hasCustomPrompt="1"/>
          </p:nvPr>
        </p:nvSpPr>
        <p:spPr>
          <a:xfrm>
            <a:off x="5689600" y="2510975"/>
            <a:ext cx="5588000" cy="2119086"/>
          </a:xfrm>
          <a:prstGeom prst="rect">
            <a:avLst/>
          </a:prstGeom>
        </p:spPr>
        <p:txBody>
          <a:bodyPr anchor="t">
            <a:normAutofit/>
          </a:bodyPr>
          <a:lstStyle>
            <a:lvl1pPr algn="ctr">
              <a:lnSpc>
                <a:spcPct val="130000"/>
              </a:lnSpc>
              <a:spcBef>
                <a:spcPts val="1200"/>
              </a:spcBef>
              <a:defRPr sz="2000" baseline="0">
                <a:solidFill>
                  <a:schemeClr val="bg1"/>
                </a:solidFill>
              </a:defRPr>
            </a:lvl1pPr>
          </a:lstStyle>
          <a:p>
            <a:pPr lvl="0"/>
            <a:r>
              <a:rPr kumimoji="1" lang="en-US" altLang="ja-JP" dirty="0"/>
              <a:t>Text Here</a:t>
            </a:r>
            <a:endParaRPr kumimoji="1" lang="ja-JP" altLang="en-US" dirty="0"/>
          </a:p>
        </p:txBody>
      </p:sp>
      <p:sp>
        <p:nvSpPr>
          <p:cNvPr id="17" name="テキスト プレースホルダー 5"/>
          <p:cNvSpPr>
            <a:spLocks noGrp="1"/>
          </p:cNvSpPr>
          <p:nvPr>
            <p:ph type="body" sz="quarter" idx="18" hasCustomPrompt="1"/>
          </p:nvPr>
        </p:nvSpPr>
        <p:spPr>
          <a:xfrm>
            <a:off x="12824958" y="5856513"/>
            <a:ext cx="5297714" cy="3766457"/>
          </a:xfrm>
          <a:prstGeom prst="rect">
            <a:avLst/>
          </a:prstGeom>
        </p:spPr>
        <p:txBody>
          <a:bodyPr anchor="ctr">
            <a:normAutofit/>
          </a:bodyPr>
          <a:lstStyle>
            <a:lvl1pPr algn="ctr">
              <a:lnSpc>
                <a:spcPct val="130000"/>
              </a:lnSpc>
              <a:spcBef>
                <a:spcPts val="1200"/>
              </a:spcBef>
              <a:defRPr sz="2000" baseline="0">
                <a:solidFill>
                  <a:schemeClr val="tx2"/>
                </a:solidFill>
              </a:defRPr>
            </a:lvl1pPr>
          </a:lstStyle>
          <a:p>
            <a:pPr lvl="0"/>
            <a:r>
              <a:rPr kumimoji="1" lang="en-US" altLang="ja-JP" dirty="0"/>
              <a:t>Text Here</a:t>
            </a:r>
            <a:endParaRPr kumimoji="1" lang="ja-JP" altLang="en-US" dirty="0"/>
          </a:p>
        </p:txBody>
      </p:sp>
      <p:cxnSp>
        <p:nvCxnSpPr>
          <p:cNvPr id="18" name="直線コネクタ 17"/>
          <p:cNvCxnSpPr/>
          <p:nvPr userDrawn="1"/>
        </p:nvCxnSpPr>
        <p:spPr>
          <a:xfrm flipH="1">
            <a:off x="5544457" y="5007428"/>
            <a:ext cx="5878286"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2689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4" fill="hold" grpId="0" nodeType="withEffect">
                                  <p:stCondLst>
                                    <p:cond delay="20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par>
                                <p:cTn id="14" presetID="22" presetClass="entr" presetSubtype="2" fill="hold" grpId="0" nodeType="withEffect">
                                  <p:stCondLst>
                                    <p:cond delay="300"/>
                                  </p:stCondLst>
                                  <p:childTnLst>
                                    <p:set>
                                      <p:cBhvr>
                                        <p:cTn id="15" dur="1" fill="hold">
                                          <p:stCondLst>
                                            <p:cond delay="0"/>
                                          </p:stCondLst>
                                        </p:cTn>
                                        <p:tgtEl>
                                          <p:spTgt spid="8"/>
                                        </p:tgtEl>
                                        <p:attrNameLst>
                                          <p:attrName>style.visibility</p:attrName>
                                        </p:attrNameLst>
                                      </p:cBhvr>
                                      <p:to>
                                        <p:strVal val="visible"/>
                                      </p:to>
                                    </p:set>
                                    <p:animEffect transition="in" filter="wipe(right)">
                                      <p:cBhvr>
                                        <p:cTn id="16" dur="500"/>
                                        <p:tgtEl>
                                          <p:spTgt spid="8"/>
                                        </p:tgtEl>
                                      </p:cBhvr>
                                    </p:animEffect>
                                  </p:childTnLst>
                                </p:cTn>
                              </p:par>
                              <p:par>
                                <p:cTn id="17" presetID="22" presetClass="entr" presetSubtype="2" fill="hold" grpId="0" nodeType="withEffect">
                                  <p:stCondLst>
                                    <p:cond delay="400"/>
                                  </p:stCondLst>
                                  <p:childTnLst>
                                    <p:set>
                                      <p:cBhvr>
                                        <p:cTn id="18" dur="1" fill="hold">
                                          <p:stCondLst>
                                            <p:cond delay="0"/>
                                          </p:stCondLst>
                                        </p:cTn>
                                        <p:tgtEl>
                                          <p:spTgt spid="14"/>
                                        </p:tgtEl>
                                        <p:attrNameLst>
                                          <p:attrName>style.visibility</p:attrName>
                                        </p:attrNameLst>
                                      </p:cBhvr>
                                      <p:to>
                                        <p:strVal val="visible"/>
                                      </p:to>
                                    </p:set>
                                    <p:animEffect transition="in" filter="wipe(right)">
                                      <p:cBhvr>
                                        <p:cTn id="19" dur="500"/>
                                        <p:tgtEl>
                                          <p:spTgt spid="14"/>
                                        </p:tgtEl>
                                      </p:cBhvr>
                                    </p:animEffect>
                                  </p:childTnLst>
                                </p:cTn>
                              </p:par>
                              <p:par>
                                <p:cTn id="20" presetID="22" presetClass="entr" presetSubtype="1" fill="hold" grpId="0" nodeType="withEffect">
                                  <p:stCondLst>
                                    <p:cond delay="500"/>
                                  </p:stCondLst>
                                  <p:childTnLst>
                                    <p:set>
                                      <p:cBhvr>
                                        <p:cTn id="21" dur="1" fill="hold">
                                          <p:stCondLst>
                                            <p:cond delay="0"/>
                                          </p:stCondLst>
                                        </p:cTn>
                                        <p:tgtEl>
                                          <p:spTgt spid="13"/>
                                        </p:tgtEl>
                                        <p:attrNameLst>
                                          <p:attrName>style.visibility</p:attrName>
                                        </p:attrNameLst>
                                      </p:cBhvr>
                                      <p:to>
                                        <p:strVal val="visible"/>
                                      </p:to>
                                    </p:set>
                                    <p:animEffect transition="in" filter="wipe(up)">
                                      <p:cBhvr>
                                        <p:cTn id="22" dur="500"/>
                                        <p:tgtEl>
                                          <p:spTgt spid="13"/>
                                        </p:tgtEl>
                                      </p:cBhvr>
                                    </p:animEffect>
                                  </p:childTnLst>
                                </p:cTn>
                              </p:par>
                            </p:childTnLst>
                          </p:cTn>
                        </p:par>
                        <p:par>
                          <p:cTn id="23" fill="hold">
                            <p:stCondLst>
                              <p:cond delay="1000"/>
                            </p:stCondLst>
                            <p:childTnLst>
                              <p:par>
                                <p:cTn id="24" presetID="22" presetClass="entr" presetSubtype="2" fill="hold" nodeType="after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right)">
                                      <p:cBhvr>
                                        <p:cTn id="26" dur="500"/>
                                        <p:tgtEl>
                                          <p:spTgt spid="18"/>
                                        </p:tgtEl>
                                      </p:cBhvr>
                                    </p:animEffect>
                                  </p:childTnLst>
                                </p:cTn>
                              </p:par>
                            </p:childTnLst>
                          </p:cTn>
                        </p:par>
                        <p:par>
                          <p:cTn id="27" fill="hold">
                            <p:stCondLst>
                              <p:cond delay="1500"/>
                            </p:stCondLst>
                            <p:childTnLst>
                              <p:par>
                                <p:cTn id="28" presetID="2" presetClass="entr" presetSubtype="1" decel="100000" fill="hold" grpId="0" nodeType="after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750" fill="hold"/>
                                        <p:tgtEl>
                                          <p:spTgt spid="15"/>
                                        </p:tgtEl>
                                        <p:attrNameLst>
                                          <p:attrName>ppt_x</p:attrName>
                                        </p:attrNameLst>
                                      </p:cBhvr>
                                      <p:tavLst>
                                        <p:tav tm="0">
                                          <p:val>
                                            <p:strVal val="#ppt_x"/>
                                          </p:val>
                                        </p:tav>
                                        <p:tav tm="100000">
                                          <p:val>
                                            <p:strVal val="#ppt_x"/>
                                          </p:val>
                                        </p:tav>
                                      </p:tavLst>
                                    </p:anim>
                                    <p:anim calcmode="lin" valueType="num">
                                      <p:cBhvr additive="base">
                                        <p:cTn id="31" dur="750" fill="hold"/>
                                        <p:tgtEl>
                                          <p:spTgt spid="15"/>
                                        </p:tgtEl>
                                        <p:attrNameLst>
                                          <p:attrName>ppt_y</p:attrName>
                                        </p:attrNameLst>
                                      </p:cBhvr>
                                      <p:tavLst>
                                        <p:tav tm="0">
                                          <p:val>
                                            <p:strVal val="0-#ppt_h/2"/>
                                          </p:val>
                                        </p:tav>
                                        <p:tav tm="100000">
                                          <p:val>
                                            <p:strVal val="#ppt_y"/>
                                          </p:val>
                                        </p:tav>
                                      </p:tavLst>
                                    </p:anim>
                                  </p:childTnLst>
                                </p:cTn>
                              </p:par>
                            </p:childTnLst>
                          </p:cTn>
                        </p:par>
                        <p:par>
                          <p:cTn id="32" fill="hold">
                            <p:stCondLst>
                              <p:cond delay="2250"/>
                            </p:stCondLst>
                            <p:childTnLst>
                              <p:par>
                                <p:cTn id="33" presetID="22" presetClass="entr" presetSubtype="8"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childTnLst>
                          </p:cTn>
                        </p:par>
                        <p:par>
                          <p:cTn id="36" fill="hold">
                            <p:stCondLst>
                              <p:cond delay="2750"/>
                            </p:stCondLst>
                            <p:childTnLst>
                              <p:par>
                                <p:cTn id="37" presetID="22" presetClass="entr" presetSubtype="8" fill="hold" grpId="0"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left)">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3" grpId="0" animBg="1"/>
      <p:bldP spid="14" grpId="0" animBg="1"/>
      <p:bldP spid="15" grpId="0">
        <p:tmplLst>
          <p:tmpl>
            <p:tnLst>
              <p:par>
                <p:cTn presetID="2" presetClass="entr" presetSubtype="1" decel="10000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750" fill="hold"/>
                        <p:tgtEl>
                          <p:spTgt spid="15"/>
                        </p:tgtEl>
                        <p:attrNameLst>
                          <p:attrName>ppt_x</p:attrName>
                        </p:attrNameLst>
                      </p:cBhvr>
                      <p:tavLst>
                        <p:tav tm="0">
                          <p:val>
                            <p:strVal val="#ppt_x"/>
                          </p:val>
                        </p:tav>
                        <p:tav tm="100000">
                          <p:val>
                            <p:strVal val="#ppt_x"/>
                          </p:val>
                        </p:tav>
                      </p:tavLst>
                    </p:anim>
                    <p:anim calcmode="lin" valueType="num">
                      <p:cBhvr additive="base">
                        <p:cTn dur="750" fill="hold"/>
                        <p:tgtEl>
                          <p:spTgt spid="15"/>
                        </p:tgtEl>
                        <p:attrNameLst>
                          <p:attrName>ppt_y</p:attrName>
                        </p:attrNameLst>
                      </p:cBhvr>
                      <p:tavLst>
                        <p:tav tm="0">
                          <p:val>
                            <p:strVal val="0-#ppt_h/2"/>
                          </p:val>
                        </p:tav>
                        <p:tav tm="100000">
                          <p:val>
                            <p:strVal val="#ppt_y"/>
                          </p:val>
                        </p:tav>
                      </p:tavLst>
                    </p:anim>
                  </p:childTnLst>
                </p:cTn>
              </p:par>
            </p:tnLst>
          </p:tmpl>
        </p:tmplLst>
      </p:bldP>
      <p:bldP spid="16" grpId="0">
        <p:tmplLst>
          <p:tmpl>
            <p:tnLst>
              <p:par>
                <p:cTn presetID="22" presetClass="entr" presetSubtype="8"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wipe(left)">
                      <p:cBhvr>
                        <p:cTn dur="500"/>
                        <p:tgtEl>
                          <p:spTgt spid="16"/>
                        </p:tgtEl>
                      </p:cBhvr>
                    </p:animEffect>
                  </p:childTnLst>
                </p:cTn>
              </p:par>
            </p:tnLst>
          </p:tmpl>
        </p:tmplLst>
      </p:bldP>
      <p:bldP spid="17" grpId="0">
        <p:tmplLst>
          <p:tmpl>
            <p:tnLst>
              <p:par>
                <p:cTn presetID="22" presetClass="entr" presetSubtype="8" fill="hold" nodeType="after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500"/>
                        <p:tgtEl>
                          <p:spTgt spid="17"/>
                        </p:tgtEl>
                      </p:cBhvr>
                    </p:animEffect>
                  </p:childTnLst>
                </p:cTn>
              </p:par>
            </p:tnLst>
          </p:tmpl>
        </p:tmplLst>
      </p:bldP>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Fullscreen Image">
    <p:spTree>
      <p:nvGrpSpPr>
        <p:cNvPr id="1" name=""/>
        <p:cNvGrpSpPr/>
        <p:nvPr/>
      </p:nvGrpSpPr>
      <p:grpSpPr>
        <a:xfrm>
          <a:off x="0" y="0"/>
          <a:ext cx="0" cy="0"/>
          <a:chOff x="0" y="0"/>
          <a:chExt cx="0" cy="0"/>
        </a:xfrm>
      </p:grpSpPr>
      <p:sp>
        <p:nvSpPr>
          <p:cNvPr id="3" name="図プレースホルダー 6"/>
          <p:cNvSpPr>
            <a:spLocks noGrp="1"/>
          </p:cNvSpPr>
          <p:nvPr>
            <p:ph type="pic" sz="quarter" idx="10" hasCustomPrompt="1"/>
          </p:nvPr>
        </p:nvSpPr>
        <p:spPr>
          <a:xfrm>
            <a:off x="0" y="0"/>
            <a:ext cx="18291175" cy="10287000"/>
          </a:xfrm>
          <a:prstGeom prst="rect">
            <a:avLst/>
          </a:prstGeom>
          <a:effectLst>
            <a:innerShdw blurRad="114300">
              <a:prstClr val="black"/>
            </a:innerShdw>
          </a:effectLst>
        </p:spPr>
        <p:txBody>
          <a:bodyPr/>
          <a:lstStyle>
            <a:lvl1pPr>
              <a:defRPr sz="2000"/>
            </a:lvl1pPr>
          </a:lstStyle>
          <a:p>
            <a:r>
              <a:rPr kumimoji="1" lang="en-US" altLang="ja-JP" dirty="0"/>
              <a:t>Add an image</a:t>
            </a:r>
            <a:endParaRPr kumimoji="1" lang="ja-JP" altLang="en-US" dirty="0"/>
          </a:p>
        </p:txBody>
      </p:sp>
      <p:sp>
        <p:nvSpPr>
          <p:cNvPr id="4" name="テキスト プレースホルダー 5"/>
          <p:cNvSpPr>
            <a:spLocks noGrp="1"/>
          </p:cNvSpPr>
          <p:nvPr>
            <p:ph type="body" sz="quarter" idx="15" hasCustomPrompt="1"/>
          </p:nvPr>
        </p:nvSpPr>
        <p:spPr>
          <a:xfrm>
            <a:off x="0" y="8848579"/>
            <a:ext cx="8159262" cy="759789"/>
          </a:xfrm>
          <a:prstGeom prst="rect">
            <a:avLst/>
          </a:prstGeom>
          <a:blipFill dpi="0" rotWithShape="0">
            <a:blip r:embed="rId2">
              <a:alphaModFix amt="50000"/>
            </a:blip>
            <a:srcRect/>
            <a:tile tx="0" ty="0" sx="100000" sy="100000" flip="none" algn="tl"/>
          </a:blipFill>
        </p:spPr>
        <p:txBody>
          <a:bodyPr anchor="ctr">
            <a:noAutofit/>
          </a:bodyPr>
          <a:lstStyle>
            <a:lvl1pPr algn="ctr">
              <a:defRPr sz="40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Tree>
    <p:extLst>
      <p:ext uri="{BB962C8B-B14F-4D97-AF65-F5344CB8AC3E}">
        <p14:creationId xmlns:p14="http://schemas.microsoft.com/office/powerpoint/2010/main" val="3239036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22" presetClass="entr" presetSubtype="8" fill="hold" grpId="0" nodeType="withEffect">
                                  <p:stCondLst>
                                    <p:cond delay="75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tmplLst>
          <p:tmpl>
            <p:tnLst>
              <p:par>
                <p:cTn presetID="22" presetClass="entr" presetSubtype="8" fill="hold" nodeType="withEffect">
                  <p:stCondLst>
                    <p:cond delay="750"/>
                  </p:stCondLst>
                  <p:childTnLst>
                    <p:set>
                      <p:cBhvr>
                        <p:cTn dur="1" fill="hold">
                          <p:stCondLst>
                            <p:cond delay="0"/>
                          </p:stCondLst>
                        </p:cTn>
                        <p:tgtEl>
                          <p:spTgt spid="4"/>
                        </p:tgtEl>
                        <p:attrNameLst>
                          <p:attrName>style.visibility</p:attrName>
                        </p:attrNameLst>
                      </p:cBhvr>
                      <p:to>
                        <p:strVal val="visible"/>
                      </p:to>
                    </p:set>
                    <p:animEffect transition="in" filter="wipe(left)">
                      <p:cBhvr>
                        <p:cTn dur="750"/>
                        <p:tgtEl>
                          <p:spTgt spid="4"/>
                        </p:tgtEl>
                      </p:cBhvr>
                    </p:animEffect>
                  </p:childTnLst>
                </p:cTn>
              </p:par>
            </p:tnLst>
          </p:tmpl>
        </p:tmplLst>
      </p:bldP>
    </p:bld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ullscreen Image and Text">
    <p:spTree>
      <p:nvGrpSpPr>
        <p:cNvPr id="1" name=""/>
        <p:cNvGrpSpPr/>
        <p:nvPr/>
      </p:nvGrpSpPr>
      <p:grpSpPr>
        <a:xfrm>
          <a:off x="0" y="0"/>
          <a:ext cx="0" cy="0"/>
          <a:chOff x="0" y="0"/>
          <a:chExt cx="0" cy="0"/>
        </a:xfrm>
      </p:grpSpPr>
      <p:sp>
        <p:nvSpPr>
          <p:cNvPr id="3" name="図プレースホルダー 6"/>
          <p:cNvSpPr>
            <a:spLocks noGrp="1"/>
          </p:cNvSpPr>
          <p:nvPr>
            <p:ph type="pic" sz="quarter" idx="10" hasCustomPrompt="1"/>
          </p:nvPr>
        </p:nvSpPr>
        <p:spPr>
          <a:xfrm>
            <a:off x="0" y="0"/>
            <a:ext cx="18291175" cy="10287000"/>
          </a:xfrm>
          <a:prstGeom prst="rect">
            <a:avLst/>
          </a:prstGeom>
          <a:effectLst>
            <a:innerShdw blurRad="114300">
              <a:prstClr val="black"/>
            </a:innerShdw>
          </a:effectLst>
        </p:spPr>
        <p:txBody>
          <a:bodyPr/>
          <a:lstStyle>
            <a:lvl1pPr>
              <a:defRPr sz="2000"/>
            </a:lvl1pPr>
          </a:lstStyle>
          <a:p>
            <a:r>
              <a:rPr kumimoji="1" lang="en-US" altLang="ja-JP" dirty="0"/>
              <a:t>Add an image</a:t>
            </a:r>
            <a:endParaRPr kumimoji="1" lang="ja-JP" altLang="en-US" dirty="0"/>
          </a:p>
        </p:txBody>
      </p:sp>
      <p:sp>
        <p:nvSpPr>
          <p:cNvPr id="4" name="テキスト プレースホルダー 5"/>
          <p:cNvSpPr>
            <a:spLocks noGrp="1"/>
          </p:cNvSpPr>
          <p:nvPr>
            <p:ph type="body" sz="quarter" idx="15" hasCustomPrompt="1"/>
          </p:nvPr>
        </p:nvSpPr>
        <p:spPr>
          <a:xfrm>
            <a:off x="822960" y="7962314"/>
            <a:ext cx="16645254" cy="759789"/>
          </a:xfrm>
          <a:prstGeom prst="rect">
            <a:avLst/>
          </a:prstGeom>
          <a:noFill/>
        </p:spPr>
        <p:txBody>
          <a:bodyPr anchor="ctr">
            <a:noAutofit/>
          </a:bodyPr>
          <a:lstStyle>
            <a:lvl1pPr algn="ctr">
              <a:defRPr sz="6000" i="0" baseline="0">
                <a:blipFill dpi="0" rotWithShape="1">
                  <a:blip r:embed="rId2"/>
                  <a:srcRect/>
                  <a:tile tx="0" ty="0" sx="100000" sy="100000" flip="none" algn="tl"/>
                </a:blip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2713653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2" presetClass="entr" presetSubtype="9" decel="100000" fill="hold" grpId="0" nodeType="afterEffect">
                                  <p:stCondLst>
                                    <p:cond delay="0"/>
                                  </p:stCondLst>
                                  <p:iterate type="wd">
                                    <p:tmPct val="10000"/>
                                  </p:iterate>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10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12" dur="1000" fill="hold"/>
                                        <p:tgtEl>
                                          <p:spTgt spid="4">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tmplLst>
          <p:tmpl lvl="1">
            <p:tnLst>
              <p:par>
                <p:cTn presetID="2" presetClass="entr" presetSubtype="9" decel="100000" fill="hold" nodeType="afterEffect">
                  <p:stCondLst>
                    <p:cond delay="0"/>
                  </p:stCondLst>
                  <p:iterate type="wd">
                    <p:tmPct val="10000"/>
                  </p:iterate>
                  <p:childTnLst>
                    <p:set>
                      <p:cBhvr>
                        <p:cTn dur="1" fill="hold">
                          <p:stCondLst>
                            <p:cond delay="0"/>
                          </p:stCondLst>
                        </p:cTn>
                        <p:tgtEl>
                          <p:spTgt spid="4"/>
                        </p:tgtEl>
                        <p:attrNameLst>
                          <p:attrName>style.visibility</p:attrName>
                        </p:attrNameLst>
                      </p:cBhvr>
                      <p:to>
                        <p:strVal val="visible"/>
                      </p:to>
                    </p:set>
                    <p:anim calcmode="lin" valueType="num">
                      <p:cBhvr additive="base">
                        <p:cTn dur="1000" fill="hold"/>
                        <p:tgtEl>
                          <p:spTgt spid="4"/>
                        </p:tgtEl>
                        <p:attrNameLst>
                          <p:attrName>ppt_x</p:attrName>
                        </p:attrNameLst>
                      </p:cBhvr>
                      <p:tavLst>
                        <p:tav tm="0">
                          <p:val>
                            <p:strVal val="0-#ppt_w/2"/>
                          </p:val>
                        </p:tav>
                        <p:tav tm="100000">
                          <p:val>
                            <p:strVal val="#ppt_x"/>
                          </p:val>
                        </p:tav>
                      </p:tavLst>
                    </p:anim>
                    <p:anim calcmode="lin" valueType="num">
                      <p:cBhvr additive="base">
                        <p:cTn dur="1000" fill="hold"/>
                        <p:tgtEl>
                          <p:spTgt spid="4"/>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History 2">
    <p:spTree>
      <p:nvGrpSpPr>
        <p:cNvPr id="1" name=""/>
        <p:cNvGrpSpPr/>
        <p:nvPr/>
      </p:nvGrpSpPr>
      <p:grpSpPr>
        <a:xfrm>
          <a:off x="0" y="0"/>
          <a:ext cx="0" cy="0"/>
          <a:chOff x="0" y="0"/>
          <a:chExt cx="0" cy="0"/>
        </a:xfrm>
      </p:grpSpPr>
      <p:sp>
        <p:nvSpPr>
          <p:cNvPr id="17" name="正方形/長方形 10"/>
          <p:cNvSpPr/>
          <p:nvPr userDrawn="1"/>
        </p:nvSpPr>
        <p:spPr>
          <a:xfrm>
            <a:off x="9637486" y="4895440"/>
            <a:ext cx="7402285" cy="2670628"/>
          </a:xfrm>
          <a:custGeom>
            <a:avLst/>
            <a:gdLst/>
            <a:ahLst/>
            <a:cxnLst/>
            <a:rect l="l" t="t" r="r" b="b"/>
            <a:pathLst>
              <a:path w="7402285" h="2670628">
                <a:moveTo>
                  <a:pt x="246743" y="0"/>
                </a:moveTo>
                <a:lnTo>
                  <a:pt x="7402285" y="0"/>
                </a:lnTo>
                <a:lnTo>
                  <a:pt x="7402285" y="2670628"/>
                </a:lnTo>
                <a:lnTo>
                  <a:pt x="246743" y="2670628"/>
                </a:lnTo>
                <a:lnTo>
                  <a:pt x="246743" y="1478425"/>
                </a:lnTo>
                <a:lnTo>
                  <a:pt x="0" y="1335314"/>
                </a:lnTo>
                <a:lnTo>
                  <a:pt x="246743" y="1192203"/>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p:cNvSpPr/>
          <p:nvPr userDrawn="1"/>
        </p:nvSpPr>
        <p:spPr>
          <a:xfrm>
            <a:off x="9054873" y="-29028"/>
            <a:ext cx="181429" cy="10332000"/>
          </a:xfrm>
          <a:prstGeom prst="rect">
            <a:avLst/>
          </a:prstGeom>
          <a:blipFill dpi="0" rotWithShape="0">
            <a:blip r:embed="rId2"/>
            <a:srcRect/>
            <a:tile tx="0" ty="0" sx="100000" sy="100000" flip="none" algn="tl"/>
          </a:blipFill>
          <a:ln>
            <a:noFill/>
          </a:ln>
          <a:effectLst>
            <a:outerShdw blurRad="50800" dist="381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9" name="円/楕円 18"/>
          <p:cNvSpPr/>
          <p:nvPr userDrawn="1"/>
        </p:nvSpPr>
        <p:spPr>
          <a:xfrm>
            <a:off x="8760165" y="1493887"/>
            <a:ext cx="770846" cy="770846"/>
          </a:xfrm>
          <a:prstGeom prst="ellipse">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0" name="円/楕円 19"/>
          <p:cNvSpPr/>
          <p:nvPr userDrawn="1"/>
        </p:nvSpPr>
        <p:spPr>
          <a:xfrm>
            <a:off x="8760165" y="3669609"/>
            <a:ext cx="770846" cy="770846"/>
          </a:xfrm>
          <a:prstGeom prst="ellipse">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1" name="円/楕円 20"/>
          <p:cNvSpPr/>
          <p:nvPr userDrawn="1"/>
        </p:nvSpPr>
        <p:spPr>
          <a:xfrm>
            <a:off x="8760165" y="5845331"/>
            <a:ext cx="770846" cy="770846"/>
          </a:xfrm>
          <a:prstGeom prst="ellipse">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2" name="円/楕円 21"/>
          <p:cNvSpPr/>
          <p:nvPr userDrawn="1"/>
        </p:nvSpPr>
        <p:spPr>
          <a:xfrm>
            <a:off x="8760165" y="8021053"/>
            <a:ext cx="770846" cy="770846"/>
          </a:xfrm>
          <a:prstGeom prst="ellipse">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23" name="テキスト プレースホルダー 21"/>
          <p:cNvSpPr>
            <a:spLocks noGrp="1"/>
          </p:cNvSpPr>
          <p:nvPr>
            <p:ph type="body" sz="quarter" idx="10" hasCustomPrompt="1"/>
          </p:nvPr>
        </p:nvSpPr>
        <p:spPr>
          <a:xfrm>
            <a:off x="11763827" y="4970343"/>
            <a:ext cx="4826001" cy="1092363"/>
          </a:xfrm>
          <a:prstGeom prst="rect">
            <a:avLst/>
          </a:prstGeom>
        </p:spPr>
        <p:txBody>
          <a:bodyPr anchor="ctr">
            <a:noAutofit/>
          </a:bodyPr>
          <a:lstStyle>
            <a:lvl1pPr marL="0" marR="0" indent="0" algn="l" defTabSz="1633027" rtl="0" eaLnBrk="1" fontAlgn="auto" latinLnBrk="0" hangingPunct="1">
              <a:lnSpc>
                <a:spcPct val="100000"/>
              </a:lnSpc>
              <a:spcBef>
                <a:spcPts val="0"/>
              </a:spcBef>
              <a:spcAft>
                <a:spcPts val="0"/>
              </a:spcAft>
              <a:buClrTx/>
              <a:buSzTx/>
              <a:buFontTx/>
              <a:buNone/>
              <a:tabLst/>
              <a:defRPr sz="4400" baseline="0">
                <a:solidFill>
                  <a:schemeClr val="accent2">
                    <a:lumMod val="75000"/>
                  </a:schemeClr>
                </a:solidFill>
                <a:effectLst/>
                <a:latin typeface="Bebas Neue Regular" panose="00000500000000000000" pitchFamily="2" charset="0"/>
              </a:defRPr>
            </a:lvl1pPr>
          </a:lstStyle>
          <a:p>
            <a:pPr lvl="0"/>
            <a:r>
              <a:rPr kumimoji="1" lang="en-US" altLang="ja-JP" dirty="0"/>
              <a:t>HEADING GOES HERE</a:t>
            </a:r>
          </a:p>
        </p:txBody>
      </p:sp>
      <p:sp>
        <p:nvSpPr>
          <p:cNvPr id="24" name="正方形/長方形 23"/>
          <p:cNvSpPr/>
          <p:nvPr userDrawn="1"/>
        </p:nvSpPr>
        <p:spPr>
          <a:xfrm>
            <a:off x="10072914" y="5055330"/>
            <a:ext cx="6792686" cy="2340000"/>
          </a:xfrm>
          <a:prstGeom prst="rect">
            <a:avLst/>
          </a:pr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5" name="グループ化 24"/>
          <p:cNvGrpSpPr/>
          <p:nvPr userDrawn="1"/>
        </p:nvGrpSpPr>
        <p:grpSpPr>
          <a:xfrm flipH="1">
            <a:off x="9769499" y="4991832"/>
            <a:ext cx="2002861" cy="1003665"/>
            <a:chOff x="7280704" y="761243"/>
            <a:chExt cx="2002861" cy="1003665"/>
          </a:xfrm>
        </p:grpSpPr>
        <p:sp>
          <p:nvSpPr>
            <p:cNvPr id="26"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14"/>
            <p:cNvSpPr/>
            <p:nvPr userDrawn="1"/>
          </p:nvSpPr>
          <p:spPr>
            <a:xfrm>
              <a:off x="9105787" y="761243"/>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8" name="直線コネクタ 27"/>
            <p:cNvCxnSpPr/>
            <p:nvPr/>
          </p:nvCxnSpPr>
          <p:spPr>
            <a:xfrm flipH="1">
              <a:off x="7815410" y="974115"/>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flipH="1">
              <a:off x="7815410" y="1637690"/>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p:nvCxnSpPr>
          <p:spPr>
            <a:xfrm flipH="1">
              <a:off x="7468699" y="974115"/>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flipH="1" flipV="1">
              <a:off x="7468699" y="1313841"/>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正方形/長方形 31"/>
            <p:cNvSpPr/>
            <p:nvPr userDrawn="1"/>
          </p:nvSpPr>
          <p:spPr>
            <a:xfrm>
              <a:off x="8227083" y="865019"/>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3" name="テキスト プレースホルダー 5"/>
          <p:cNvSpPr>
            <a:spLocks noGrp="1"/>
          </p:cNvSpPr>
          <p:nvPr>
            <p:ph type="body" sz="quarter" idx="21" hasCustomPrompt="1"/>
          </p:nvPr>
        </p:nvSpPr>
        <p:spPr>
          <a:xfrm>
            <a:off x="9792200" y="5204704"/>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0000</a:t>
            </a:r>
            <a:endParaRPr kumimoji="1" lang="ja-JP" altLang="en-US" dirty="0"/>
          </a:p>
        </p:txBody>
      </p:sp>
      <p:sp>
        <p:nvSpPr>
          <p:cNvPr id="34" name="テキスト プレースホルダー 5"/>
          <p:cNvSpPr>
            <a:spLocks noGrp="1"/>
          </p:cNvSpPr>
          <p:nvPr>
            <p:ph type="body" sz="quarter" idx="22" hasCustomPrompt="1"/>
          </p:nvPr>
        </p:nvSpPr>
        <p:spPr>
          <a:xfrm>
            <a:off x="10297941" y="5995497"/>
            <a:ext cx="6349945" cy="1247133"/>
          </a:xfrm>
          <a:prstGeom prst="rect">
            <a:avLst/>
          </a:prstGeom>
        </p:spPr>
        <p:txBody>
          <a:bodyPr anchor="ctr">
            <a:normAutofit/>
          </a:bodyPr>
          <a:lstStyle>
            <a:lvl1pPr algn="l">
              <a:lnSpc>
                <a:spcPct val="130000"/>
              </a:lnSpc>
              <a:spcBef>
                <a:spcPts val="1200"/>
              </a:spcBef>
              <a:defRPr sz="2000" baseline="0">
                <a:solidFill>
                  <a:schemeClr val="tx2"/>
                </a:solidFill>
              </a:defRPr>
            </a:lvl1pPr>
          </a:lstStyle>
          <a:p>
            <a:pPr lvl="0"/>
            <a:r>
              <a:rPr kumimoji="1" lang="en-US" altLang="ja-JP" dirty="0"/>
              <a:t>Text Here</a:t>
            </a:r>
            <a:endParaRPr kumimoji="1" lang="ja-JP" altLang="en-US" dirty="0"/>
          </a:p>
        </p:txBody>
      </p:sp>
      <p:sp>
        <p:nvSpPr>
          <p:cNvPr id="35" name="正方形/長方形 10"/>
          <p:cNvSpPr/>
          <p:nvPr userDrawn="1"/>
        </p:nvSpPr>
        <p:spPr>
          <a:xfrm>
            <a:off x="9637486" y="543996"/>
            <a:ext cx="7402285" cy="2670628"/>
          </a:xfrm>
          <a:custGeom>
            <a:avLst/>
            <a:gdLst/>
            <a:ahLst/>
            <a:cxnLst/>
            <a:rect l="l" t="t" r="r" b="b"/>
            <a:pathLst>
              <a:path w="7402285" h="2670628">
                <a:moveTo>
                  <a:pt x="246743" y="0"/>
                </a:moveTo>
                <a:lnTo>
                  <a:pt x="7402285" y="0"/>
                </a:lnTo>
                <a:lnTo>
                  <a:pt x="7402285" y="2670628"/>
                </a:lnTo>
                <a:lnTo>
                  <a:pt x="246743" y="2670628"/>
                </a:lnTo>
                <a:lnTo>
                  <a:pt x="246743" y="1478425"/>
                </a:lnTo>
                <a:lnTo>
                  <a:pt x="0" y="1335314"/>
                </a:lnTo>
                <a:lnTo>
                  <a:pt x="246743" y="1192203"/>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プレースホルダー 21"/>
          <p:cNvSpPr>
            <a:spLocks noGrp="1"/>
          </p:cNvSpPr>
          <p:nvPr>
            <p:ph type="body" sz="quarter" idx="23" hasCustomPrompt="1"/>
          </p:nvPr>
        </p:nvSpPr>
        <p:spPr>
          <a:xfrm>
            <a:off x="11763827" y="618899"/>
            <a:ext cx="4826001" cy="1092363"/>
          </a:xfrm>
          <a:prstGeom prst="rect">
            <a:avLst/>
          </a:prstGeom>
        </p:spPr>
        <p:txBody>
          <a:bodyPr anchor="ctr">
            <a:noAutofit/>
          </a:bodyPr>
          <a:lstStyle>
            <a:lvl1pPr marL="0" marR="0" indent="0" algn="l" defTabSz="1633027" rtl="0" eaLnBrk="1" fontAlgn="auto" latinLnBrk="0" hangingPunct="1">
              <a:lnSpc>
                <a:spcPct val="100000"/>
              </a:lnSpc>
              <a:spcBef>
                <a:spcPts val="0"/>
              </a:spcBef>
              <a:spcAft>
                <a:spcPts val="0"/>
              </a:spcAft>
              <a:buClrTx/>
              <a:buSzTx/>
              <a:buFontTx/>
              <a:buNone/>
              <a:tabLst/>
              <a:defRPr sz="4400" baseline="0">
                <a:solidFill>
                  <a:schemeClr val="accent2">
                    <a:lumMod val="75000"/>
                  </a:schemeClr>
                </a:solidFill>
                <a:effectLst/>
                <a:latin typeface="Bebas Neue Regular" panose="00000500000000000000" pitchFamily="2" charset="0"/>
              </a:defRPr>
            </a:lvl1pPr>
          </a:lstStyle>
          <a:p>
            <a:pPr lvl="0"/>
            <a:r>
              <a:rPr kumimoji="1" lang="en-US" altLang="ja-JP" dirty="0"/>
              <a:t>HEADING GOES HERE</a:t>
            </a:r>
          </a:p>
        </p:txBody>
      </p:sp>
      <p:sp>
        <p:nvSpPr>
          <p:cNvPr id="37" name="正方形/長方形 36"/>
          <p:cNvSpPr/>
          <p:nvPr userDrawn="1"/>
        </p:nvSpPr>
        <p:spPr>
          <a:xfrm>
            <a:off x="10072914" y="703886"/>
            <a:ext cx="6792686" cy="2340000"/>
          </a:xfrm>
          <a:prstGeom prst="rect">
            <a:avLst/>
          </a:pr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8" name="グループ化 37"/>
          <p:cNvGrpSpPr/>
          <p:nvPr userDrawn="1"/>
        </p:nvGrpSpPr>
        <p:grpSpPr>
          <a:xfrm flipH="1">
            <a:off x="9769499" y="640388"/>
            <a:ext cx="2002861" cy="1003665"/>
            <a:chOff x="7280704" y="761243"/>
            <a:chExt cx="2002861" cy="1003665"/>
          </a:xfrm>
        </p:grpSpPr>
        <p:sp>
          <p:nvSpPr>
            <p:cNvPr id="39"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14"/>
            <p:cNvSpPr/>
            <p:nvPr userDrawn="1"/>
          </p:nvSpPr>
          <p:spPr>
            <a:xfrm>
              <a:off x="9105787" y="761243"/>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1" name="直線コネクタ 40"/>
            <p:cNvCxnSpPr/>
            <p:nvPr/>
          </p:nvCxnSpPr>
          <p:spPr>
            <a:xfrm flipH="1">
              <a:off x="7815410" y="974115"/>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flipH="1">
              <a:off x="7815410" y="1637690"/>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flipH="1">
              <a:off x="7468699" y="974115"/>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H="1" flipV="1">
              <a:off x="7468699" y="1313841"/>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45" name="正方形/長方形 44"/>
            <p:cNvSpPr/>
            <p:nvPr userDrawn="1"/>
          </p:nvSpPr>
          <p:spPr>
            <a:xfrm>
              <a:off x="8227083" y="865019"/>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6" name="テキスト プレースホルダー 5"/>
          <p:cNvSpPr>
            <a:spLocks noGrp="1"/>
          </p:cNvSpPr>
          <p:nvPr>
            <p:ph type="body" sz="quarter" idx="24" hasCustomPrompt="1"/>
          </p:nvPr>
        </p:nvSpPr>
        <p:spPr>
          <a:xfrm>
            <a:off x="9792200" y="853260"/>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0000</a:t>
            </a:r>
            <a:endParaRPr kumimoji="1" lang="ja-JP" altLang="en-US" dirty="0"/>
          </a:p>
        </p:txBody>
      </p:sp>
      <p:sp>
        <p:nvSpPr>
          <p:cNvPr id="47" name="テキスト プレースホルダー 5"/>
          <p:cNvSpPr>
            <a:spLocks noGrp="1"/>
          </p:cNvSpPr>
          <p:nvPr>
            <p:ph type="body" sz="quarter" idx="25" hasCustomPrompt="1"/>
          </p:nvPr>
        </p:nvSpPr>
        <p:spPr>
          <a:xfrm>
            <a:off x="10297941" y="1644053"/>
            <a:ext cx="6349945" cy="1247133"/>
          </a:xfrm>
          <a:prstGeom prst="rect">
            <a:avLst/>
          </a:prstGeom>
        </p:spPr>
        <p:txBody>
          <a:bodyPr anchor="ctr">
            <a:normAutofit/>
          </a:bodyPr>
          <a:lstStyle>
            <a:lvl1pPr algn="l">
              <a:lnSpc>
                <a:spcPct val="130000"/>
              </a:lnSpc>
              <a:spcBef>
                <a:spcPts val="1200"/>
              </a:spcBef>
              <a:defRPr sz="2000" baseline="0">
                <a:solidFill>
                  <a:schemeClr val="tx2"/>
                </a:solidFill>
              </a:defRPr>
            </a:lvl1pPr>
          </a:lstStyle>
          <a:p>
            <a:pPr lvl="0"/>
            <a:r>
              <a:rPr kumimoji="1" lang="en-US" altLang="ja-JP" dirty="0"/>
              <a:t>Text Here</a:t>
            </a:r>
            <a:endParaRPr kumimoji="1" lang="ja-JP" altLang="en-US" dirty="0"/>
          </a:p>
        </p:txBody>
      </p:sp>
      <p:sp>
        <p:nvSpPr>
          <p:cNvPr id="48" name="正方形/長方形 10"/>
          <p:cNvSpPr/>
          <p:nvPr userDrawn="1"/>
        </p:nvSpPr>
        <p:spPr>
          <a:xfrm flipH="1">
            <a:off x="1345759" y="2689425"/>
            <a:ext cx="7402285" cy="2670628"/>
          </a:xfrm>
          <a:custGeom>
            <a:avLst/>
            <a:gdLst/>
            <a:ahLst/>
            <a:cxnLst/>
            <a:rect l="l" t="t" r="r" b="b"/>
            <a:pathLst>
              <a:path w="7402285" h="2670628">
                <a:moveTo>
                  <a:pt x="246743" y="0"/>
                </a:moveTo>
                <a:lnTo>
                  <a:pt x="7402285" y="0"/>
                </a:lnTo>
                <a:lnTo>
                  <a:pt x="7402285" y="2670628"/>
                </a:lnTo>
                <a:lnTo>
                  <a:pt x="246743" y="2670628"/>
                </a:lnTo>
                <a:lnTo>
                  <a:pt x="246743" y="1478425"/>
                </a:lnTo>
                <a:lnTo>
                  <a:pt x="0" y="1335314"/>
                </a:lnTo>
                <a:lnTo>
                  <a:pt x="246743" y="1192203"/>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プレースホルダー 21"/>
          <p:cNvSpPr>
            <a:spLocks noGrp="1"/>
          </p:cNvSpPr>
          <p:nvPr>
            <p:ph type="body" sz="quarter" idx="26" hasCustomPrompt="1"/>
          </p:nvPr>
        </p:nvSpPr>
        <p:spPr>
          <a:xfrm>
            <a:off x="1786641" y="2778842"/>
            <a:ext cx="4826001" cy="1092363"/>
          </a:xfrm>
          <a:prstGeom prst="rect">
            <a:avLst/>
          </a:prstGeom>
        </p:spPr>
        <p:txBody>
          <a:bodyPr anchor="ctr">
            <a:noAutofit/>
          </a:bodyPr>
          <a:lstStyle>
            <a:lvl1pPr marL="0" marR="0" indent="0" algn="r" defTabSz="1633027" rtl="0" eaLnBrk="1" fontAlgn="auto" latinLnBrk="0" hangingPunct="1">
              <a:lnSpc>
                <a:spcPct val="100000"/>
              </a:lnSpc>
              <a:spcBef>
                <a:spcPts val="0"/>
              </a:spcBef>
              <a:spcAft>
                <a:spcPts val="0"/>
              </a:spcAft>
              <a:buClrTx/>
              <a:buSzTx/>
              <a:buFontTx/>
              <a:buNone/>
              <a:tabLst/>
              <a:defRPr sz="4400" baseline="0">
                <a:solidFill>
                  <a:schemeClr val="accent2">
                    <a:lumMod val="75000"/>
                  </a:schemeClr>
                </a:solidFill>
                <a:effectLst/>
                <a:latin typeface="Bebas Neue Regular" panose="00000500000000000000" pitchFamily="2" charset="0"/>
              </a:defRPr>
            </a:lvl1pPr>
          </a:lstStyle>
          <a:p>
            <a:pPr lvl="0"/>
            <a:r>
              <a:rPr kumimoji="1" lang="en-US" altLang="ja-JP" dirty="0"/>
              <a:t>HEADING GOES HERE</a:t>
            </a:r>
          </a:p>
        </p:txBody>
      </p:sp>
      <p:sp>
        <p:nvSpPr>
          <p:cNvPr id="50" name="正方形/長方形 49"/>
          <p:cNvSpPr/>
          <p:nvPr userDrawn="1"/>
        </p:nvSpPr>
        <p:spPr>
          <a:xfrm>
            <a:off x="1529443" y="2863829"/>
            <a:ext cx="6792686" cy="2340000"/>
          </a:xfrm>
          <a:prstGeom prst="rect">
            <a:avLst/>
          </a:pr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1" name="グループ化 50"/>
          <p:cNvGrpSpPr/>
          <p:nvPr userDrawn="1"/>
        </p:nvGrpSpPr>
        <p:grpSpPr>
          <a:xfrm>
            <a:off x="6612642" y="2800331"/>
            <a:ext cx="2002861" cy="1003665"/>
            <a:chOff x="7280704" y="761243"/>
            <a:chExt cx="2002861" cy="1003665"/>
          </a:xfrm>
        </p:grpSpPr>
        <p:sp>
          <p:nvSpPr>
            <p:cNvPr id="52"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円/楕円 14"/>
            <p:cNvSpPr/>
            <p:nvPr userDrawn="1"/>
          </p:nvSpPr>
          <p:spPr>
            <a:xfrm>
              <a:off x="9105787" y="761243"/>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4" name="直線コネクタ 53"/>
            <p:cNvCxnSpPr/>
            <p:nvPr/>
          </p:nvCxnSpPr>
          <p:spPr>
            <a:xfrm flipH="1">
              <a:off x="7815410" y="974115"/>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直線コネクタ 54"/>
            <p:cNvCxnSpPr/>
            <p:nvPr/>
          </p:nvCxnSpPr>
          <p:spPr>
            <a:xfrm flipH="1">
              <a:off x="7815410" y="1637690"/>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直線コネクタ 55"/>
            <p:cNvCxnSpPr/>
            <p:nvPr/>
          </p:nvCxnSpPr>
          <p:spPr>
            <a:xfrm flipH="1">
              <a:off x="7468699" y="974115"/>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直線コネクタ 56"/>
            <p:cNvCxnSpPr/>
            <p:nvPr/>
          </p:nvCxnSpPr>
          <p:spPr>
            <a:xfrm flipH="1" flipV="1">
              <a:off x="7468699" y="1313841"/>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58" name="正方形/長方形 57"/>
            <p:cNvSpPr/>
            <p:nvPr userDrawn="1"/>
          </p:nvSpPr>
          <p:spPr>
            <a:xfrm>
              <a:off x="8227083" y="865019"/>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9" name="テキスト プレースホルダー 5"/>
          <p:cNvSpPr>
            <a:spLocks noGrp="1"/>
          </p:cNvSpPr>
          <p:nvPr>
            <p:ph type="body" sz="quarter" idx="27" hasCustomPrompt="1"/>
          </p:nvPr>
        </p:nvSpPr>
        <p:spPr>
          <a:xfrm>
            <a:off x="6969165" y="3013203"/>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0000</a:t>
            </a:r>
            <a:endParaRPr kumimoji="1" lang="ja-JP" altLang="en-US" dirty="0"/>
          </a:p>
        </p:txBody>
      </p:sp>
      <p:sp>
        <p:nvSpPr>
          <p:cNvPr id="60" name="テキスト プレースホルダー 5"/>
          <p:cNvSpPr>
            <a:spLocks noGrp="1"/>
          </p:cNvSpPr>
          <p:nvPr>
            <p:ph type="body" sz="quarter" idx="28" hasCustomPrompt="1"/>
          </p:nvPr>
        </p:nvSpPr>
        <p:spPr>
          <a:xfrm>
            <a:off x="1741770" y="3803996"/>
            <a:ext cx="6349945" cy="1247133"/>
          </a:xfrm>
          <a:prstGeom prst="rect">
            <a:avLst/>
          </a:prstGeom>
        </p:spPr>
        <p:txBody>
          <a:bodyPr anchor="ctr">
            <a:normAutofit/>
          </a:bodyPr>
          <a:lstStyle>
            <a:lvl1pPr algn="r">
              <a:lnSpc>
                <a:spcPct val="130000"/>
              </a:lnSpc>
              <a:spcBef>
                <a:spcPts val="1200"/>
              </a:spcBef>
              <a:defRPr sz="2000" baseline="0">
                <a:solidFill>
                  <a:schemeClr val="tx2"/>
                </a:solidFill>
              </a:defRPr>
            </a:lvl1pPr>
          </a:lstStyle>
          <a:p>
            <a:pPr lvl="0"/>
            <a:r>
              <a:rPr kumimoji="1" lang="en-US" altLang="ja-JP" dirty="0"/>
              <a:t>Text Here</a:t>
            </a:r>
            <a:endParaRPr kumimoji="1" lang="ja-JP" altLang="en-US" dirty="0"/>
          </a:p>
        </p:txBody>
      </p:sp>
      <p:sp>
        <p:nvSpPr>
          <p:cNvPr id="61" name="正方形/長方形 10"/>
          <p:cNvSpPr/>
          <p:nvPr userDrawn="1"/>
        </p:nvSpPr>
        <p:spPr>
          <a:xfrm flipH="1">
            <a:off x="1349299" y="7071162"/>
            <a:ext cx="7402285" cy="2670628"/>
          </a:xfrm>
          <a:custGeom>
            <a:avLst/>
            <a:gdLst/>
            <a:ahLst/>
            <a:cxnLst/>
            <a:rect l="l" t="t" r="r" b="b"/>
            <a:pathLst>
              <a:path w="7402285" h="2670628">
                <a:moveTo>
                  <a:pt x="246743" y="0"/>
                </a:moveTo>
                <a:lnTo>
                  <a:pt x="7402285" y="0"/>
                </a:lnTo>
                <a:lnTo>
                  <a:pt x="7402285" y="2670628"/>
                </a:lnTo>
                <a:lnTo>
                  <a:pt x="246743" y="2670628"/>
                </a:lnTo>
                <a:lnTo>
                  <a:pt x="246743" y="1478425"/>
                </a:lnTo>
                <a:lnTo>
                  <a:pt x="0" y="1335314"/>
                </a:lnTo>
                <a:lnTo>
                  <a:pt x="246743" y="1192203"/>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プレースホルダー 21"/>
          <p:cNvSpPr>
            <a:spLocks noGrp="1"/>
          </p:cNvSpPr>
          <p:nvPr>
            <p:ph type="body" sz="quarter" idx="29" hasCustomPrompt="1"/>
          </p:nvPr>
        </p:nvSpPr>
        <p:spPr>
          <a:xfrm>
            <a:off x="1790181" y="7160579"/>
            <a:ext cx="4826001" cy="1092363"/>
          </a:xfrm>
          <a:prstGeom prst="rect">
            <a:avLst/>
          </a:prstGeom>
        </p:spPr>
        <p:txBody>
          <a:bodyPr anchor="ctr">
            <a:noAutofit/>
          </a:bodyPr>
          <a:lstStyle>
            <a:lvl1pPr marL="0" marR="0" indent="0" algn="r" defTabSz="1633027" rtl="0" eaLnBrk="1" fontAlgn="auto" latinLnBrk="0" hangingPunct="1">
              <a:lnSpc>
                <a:spcPct val="100000"/>
              </a:lnSpc>
              <a:spcBef>
                <a:spcPts val="0"/>
              </a:spcBef>
              <a:spcAft>
                <a:spcPts val="0"/>
              </a:spcAft>
              <a:buClrTx/>
              <a:buSzTx/>
              <a:buFontTx/>
              <a:buNone/>
              <a:tabLst/>
              <a:defRPr sz="4400" baseline="0">
                <a:solidFill>
                  <a:schemeClr val="accent2">
                    <a:lumMod val="75000"/>
                  </a:schemeClr>
                </a:solidFill>
                <a:effectLst/>
                <a:latin typeface="Bebas Neue Regular" panose="00000500000000000000" pitchFamily="2" charset="0"/>
              </a:defRPr>
            </a:lvl1pPr>
          </a:lstStyle>
          <a:p>
            <a:pPr lvl="0"/>
            <a:r>
              <a:rPr kumimoji="1" lang="en-US" altLang="ja-JP" dirty="0"/>
              <a:t>HEADING GOES HERE</a:t>
            </a:r>
          </a:p>
        </p:txBody>
      </p:sp>
      <p:sp>
        <p:nvSpPr>
          <p:cNvPr id="63" name="正方形/長方形 62"/>
          <p:cNvSpPr/>
          <p:nvPr userDrawn="1"/>
        </p:nvSpPr>
        <p:spPr>
          <a:xfrm>
            <a:off x="1532983" y="7245566"/>
            <a:ext cx="6792686" cy="2340000"/>
          </a:xfrm>
          <a:prstGeom prst="rect">
            <a:avLst/>
          </a:pr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4" name="グループ化 63"/>
          <p:cNvGrpSpPr/>
          <p:nvPr userDrawn="1"/>
        </p:nvGrpSpPr>
        <p:grpSpPr>
          <a:xfrm>
            <a:off x="6616182" y="7182068"/>
            <a:ext cx="2002861" cy="1003665"/>
            <a:chOff x="7280704" y="761243"/>
            <a:chExt cx="2002861" cy="1003665"/>
          </a:xfrm>
        </p:grpSpPr>
        <p:sp>
          <p:nvSpPr>
            <p:cNvPr id="65"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円/楕円 14"/>
            <p:cNvSpPr/>
            <p:nvPr userDrawn="1"/>
          </p:nvSpPr>
          <p:spPr>
            <a:xfrm>
              <a:off x="9105787" y="761243"/>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コネクタ 66"/>
            <p:cNvCxnSpPr/>
            <p:nvPr/>
          </p:nvCxnSpPr>
          <p:spPr>
            <a:xfrm flipH="1">
              <a:off x="7815410" y="974115"/>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8" name="直線コネクタ 67"/>
            <p:cNvCxnSpPr/>
            <p:nvPr/>
          </p:nvCxnSpPr>
          <p:spPr>
            <a:xfrm flipH="1">
              <a:off x="7815410" y="1637690"/>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9" name="直線コネクタ 68"/>
            <p:cNvCxnSpPr/>
            <p:nvPr/>
          </p:nvCxnSpPr>
          <p:spPr>
            <a:xfrm flipH="1">
              <a:off x="7468699" y="974115"/>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直線コネクタ 69"/>
            <p:cNvCxnSpPr/>
            <p:nvPr/>
          </p:nvCxnSpPr>
          <p:spPr>
            <a:xfrm flipH="1" flipV="1">
              <a:off x="7468699" y="1313841"/>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71" name="正方形/長方形 70"/>
            <p:cNvSpPr/>
            <p:nvPr userDrawn="1"/>
          </p:nvSpPr>
          <p:spPr>
            <a:xfrm>
              <a:off x="8227083" y="865019"/>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2" name="テキスト プレースホルダー 5"/>
          <p:cNvSpPr>
            <a:spLocks noGrp="1"/>
          </p:cNvSpPr>
          <p:nvPr>
            <p:ph type="body" sz="quarter" idx="30" hasCustomPrompt="1"/>
          </p:nvPr>
        </p:nvSpPr>
        <p:spPr>
          <a:xfrm>
            <a:off x="6972705" y="7394940"/>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0000</a:t>
            </a:r>
            <a:endParaRPr kumimoji="1" lang="ja-JP" altLang="en-US" dirty="0"/>
          </a:p>
        </p:txBody>
      </p:sp>
      <p:sp>
        <p:nvSpPr>
          <p:cNvPr id="73" name="テキスト プレースホルダー 5"/>
          <p:cNvSpPr>
            <a:spLocks noGrp="1"/>
          </p:cNvSpPr>
          <p:nvPr>
            <p:ph type="body" sz="quarter" idx="31" hasCustomPrompt="1"/>
          </p:nvPr>
        </p:nvSpPr>
        <p:spPr>
          <a:xfrm>
            <a:off x="1745310" y="8185733"/>
            <a:ext cx="6349945" cy="1247133"/>
          </a:xfrm>
          <a:prstGeom prst="rect">
            <a:avLst/>
          </a:prstGeom>
        </p:spPr>
        <p:txBody>
          <a:bodyPr anchor="ctr">
            <a:normAutofit/>
          </a:bodyPr>
          <a:lstStyle>
            <a:lvl1pPr algn="r">
              <a:lnSpc>
                <a:spcPct val="130000"/>
              </a:lnSpc>
              <a:spcBef>
                <a:spcPts val="1200"/>
              </a:spcBef>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470457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par>
                          <p:cTn id="8" fill="hold">
                            <p:stCondLst>
                              <p:cond delay="500"/>
                            </p:stCondLst>
                            <p:childTnLst>
                              <p:par>
                                <p:cTn id="9" presetID="2" presetClass="entr" presetSubtype="1" decel="10000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750" fill="hold"/>
                                        <p:tgtEl>
                                          <p:spTgt spid="19"/>
                                        </p:tgtEl>
                                        <p:attrNameLst>
                                          <p:attrName>ppt_x</p:attrName>
                                        </p:attrNameLst>
                                      </p:cBhvr>
                                      <p:tavLst>
                                        <p:tav tm="0">
                                          <p:val>
                                            <p:strVal val="#ppt_x"/>
                                          </p:val>
                                        </p:tav>
                                        <p:tav tm="100000">
                                          <p:val>
                                            <p:strVal val="#ppt_x"/>
                                          </p:val>
                                        </p:tav>
                                      </p:tavLst>
                                    </p:anim>
                                    <p:anim calcmode="lin" valueType="num">
                                      <p:cBhvr additive="base">
                                        <p:cTn id="12" dur="750" fill="hold"/>
                                        <p:tgtEl>
                                          <p:spTgt spid="19"/>
                                        </p:tgtEl>
                                        <p:attrNameLst>
                                          <p:attrName>ppt_y</p:attrName>
                                        </p:attrNameLst>
                                      </p:cBhvr>
                                      <p:tavLst>
                                        <p:tav tm="0">
                                          <p:val>
                                            <p:strVal val="0-#ppt_h/2"/>
                                          </p:val>
                                        </p:tav>
                                        <p:tav tm="100000">
                                          <p:val>
                                            <p:strVal val="#ppt_y"/>
                                          </p:val>
                                        </p:tav>
                                      </p:tavLst>
                                    </p:anim>
                                  </p:childTnLst>
                                </p:cTn>
                              </p:par>
                              <p:par>
                                <p:cTn id="13" presetID="2" presetClass="entr" presetSubtype="2" decel="10000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750" fill="hold"/>
                                        <p:tgtEl>
                                          <p:spTgt spid="35"/>
                                        </p:tgtEl>
                                        <p:attrNameLst>
                                          <p:attrName>ppt_x</p:attrName>
                                        </p:attrNameLst>
                                      </p:cBhvr>
                                      <p:tavLst>
                                        <p:tav tm="0">
                                          <p:val>
                                            <p:strVal val="1+#ppt_w/2"/>
                                          </p:val>
                                        </p:tav>
                                        <p:tav tm="100000">
                                          <p:val>
                                            <p:strVal val="#ppt_x"/>
                                          </p:val>
                                        </p:tav>
                                      </p:tavLst>
                                    </p:anim>
                                    <p:anim calcmode="lin" valueType="num">
                                      <p:cBhvr additive="base">
                                        <p:cTn id="16" dur="750" fill="hold"/>
                                        <p:tgtEl>
                                          <p:spTgt spid="35"/>
                                        </p:tgtEl>
                                        <p:attrNameLst>
                                          <p:attrName>ppt_y</p:attrName>
                                        </p:attrNameLst>
                                      </p:cBhvr>
                                      <p:tavLst>
                                        <p:tav tm="0">
                                          <p:val>
                                            <p:strVal val="#ppt_y"/>
                                          </p:val>
                                        </p:tav>
                                        <p:tav tm="100000">
                                          <p:val>
                                            <p:strVal val="#ppt_y"/>
                                          </p:val>
                                        </p:tav>
                                      </p:tavLst>
                                    </p:anim>
                                  </p:childTnLst>
                                </p:cTn>
                              </p:par>
                            </p:childTnLst>
                          </p:cTn>
                        </p:par>
                        <p:par>
                          <p:cTn id="17" fill="hold">
                            <p:stCondLst>
                              <p:cond delay="1250"/>
                            </p:stCondLst>
                            <p:childTnLst>
                              <p:par>
                                <p:cTn id="18" presetID="21" presetClass="entr" presetSubtype="1" fill="hold" grpId="0" nodeType="after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wheel(1)">
                                      <p:cBhvr>
                                        <p:cTn id="20" dur="750"/>
                                        <p:tgtEl>
                                          <p:spTgt spid="37"/>
                                        </p:tgtEl>
                                      </p:cBhvr>
                                    </p:animEffect>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wipe(left)">
                                      <p:cBhvr>
                                        <p:cTn id="24" dur="500"/>
                                        <p:tgtEl>
                                          <p:spTgt spid="38"/>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46">
                                            <p:txEl>
                                              <p:pRg st="0" end="0"/>
                                            </p:txEl>
                                          </p:spTgt>
                                        </p:tgtEl>
                                        <p:attrNameLst>
                                          <p:attrName>style.visibility</p:attrName>
                                        </p:attrNameLst>
                                      </p:cBhvr>
                                      <p:to>
                                        <p:strVal val="visible"/>
                                      </p:to>
                                    </p:set>
                                    <p:animEffect transition="in" filter="wipe(left)">
                                      <p:cBhvr>
                                        <p:cTn id="27" dur="500"/>
                                        <p:tgtEl>
                                          <p:spTgt spid="46">
                                            <p:txEl>
                                              <p:pRg st="0" end="0"/>
                                            </p:txEl>
                                          </p:spTgt>
                                        </p:tgtEl>
                                      </p:cBhvr>
                                    </p:animEffect>
                                  </p:childTnLst>
                                </p:cTn>
                              </p:par>
                            </p:childTnLst>
                          </p:cTn>
                        </p:par>
                        <p:par>
                          <p:cTn id="28" fill="hold">
                            <p:stCondLst>
                              <p:cond delay="2500"/>
                            </p:stCondLst>
                            <p:childTnLst>
                              <p:par>
                                <p:cTn id="29" presetID="22" presetClass="entr" presetSubtype="8" fill="hold" grpId="0" nodeType="afterEffect">
                                  <p:stCondLst>
                                    <p:cond delay="0"/>
                                  </p:stCondLst>
                                  <p:childTnLst>
                                    <p:set>
                                      <p:cBhvr>
                                        <p:cTn id="30" dur="1" fill="hold">
                                          <p:stCondLst>
                                            <p:cond delay="0"/>
                                          </p:stCondLst>
                                        </p:cTn>
                                        <p:tgtEl>
                                          <p:spTgt spid="36">
                                            <p:txEl>
                                              <p:pRg st="0" end="0"/>
                                            </p:txEl>
                                          </p:spTgt>
                                        </p:tgtEl>
                                        <p:attrNameLst>
                                          <p:attrName>style.visibility</p:attrName>
                                        </p:attrNameLst>
                                      </p:cBhvr>
                                      <p:to>
                                        <p:strVal val="visible"/>
                                      </p:to>
                                    </p:set>
                                    <p:animEffect transition="in" filter="wipe(left)">
                                      <p:cBhvr>
                                        <p:cTn id="31" dur="500"/>
                                        <p:tgtEl>
                                          <p:spTgt spid="36">
                                            <p:txEl>
                                              <p:pRg st="0" end="0"/>
                                            </p:txEl>
                                          </p:spTgt>
                                        </p:tgtEl>
                                      </p:cBhvr>
                                    </p:animEffect>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47">
                                            <p:txEl>
                                              <p:pRg st="0" end="0"/>
                                            </p:txEl>
                                          </p:spTgt>
                                        </p:tgtEl>
                                        <p:attrNameLst>
                                          <p:attrName>style.visibility</p:attrName>
                                        </p:attrNameLst>
                                      </p:cBhvr>
                                      <p:to>
                                        <p:strVal val="visible"/>
                                      </p:to>
                                    </p:set>
                                    <p:animEffect transition="in" filter="fade">
                                      <p:cBhvr>
                                        <p:cTn id="35" dur="500"/>
                                        <p:tgtEl>
                                          <p:spTgt spid="47">
                                            <p:txEl>
                                              <p:pRg st="0" end="0"/>
                                            </p:txEl>
                                          </p:spTgt>
                                        </p:tgtEl>
                                      </p:cBhvr>
                                    </p:animEffect>
                                  </p:childTnLst>
                                </p:cTn>
                              </p:par>
                            </p:childTnLst>
                          </p:cTn>
                        </p:par>
                        <p:par>
                          <p:cTn id="36" fill="hold">
                            <p:stCondLst>
                              <p:cond delay="3500"/>
                            </p:stCondLst>
                            <p:childTnLst>
                              <p:par>
                                <p:cTn id="37" presetID="2" presetClass="entr" presetSubtype="1" decel="100000"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750" fill="hold"/>
                                        <p:tgtEl>
                                          <p:spTgt spid="20"/>
                                        </p:tgtEl>
                                        <p:attrNameLst>
                                          <p:attrName>ppt_x</p:attrName>
                                        </p:attrNameLst>
                                      </p:cBhvr>
                                      <p:tavLst>
                                        <p:tav tm="0">
                                          <p:val>
                                            <p:strVal val="#ppt_x"/>
                                          </p:val>
                                        </p:tav>
                                        <p:tav tm="100000">
                                          <p:val>
                                            <p:strVal val="#ppt_x"/>
                                          </p:val>
                                        </p:tav>
                                      </p:tavLst>
                                    </p:anim>
                                    <p:anim calcmode="lin" valueType="num">
                                      <p:cBhvr additive="base">
                                        <p:cTn id="40" dur="750" fill="hold"/>
                                        <p:tgtEl>
                                          <p:spTgt spid="20"/>
                                        </p:tgtEl>
                                        <p:attrNameLst>
                                          <p:attrName>ppt_y</p:attrName>
                                        </p:attrNameLst>
                                      </p:cBhvr>
                                      <p:tavLst>
                                        <p:tav tm="0">
                                          <p:val>
                                            <p:strVal val="0-#ppt_h/2"/>
                                          </p:val>
                                        </p:tav>
                                        <p:tav tm="100000">
                                          <p:val>
                                            <p:strVal val="#ppt_y"/>
                                          </p:val>
                                        </p:tav>
                                      </p:tavLst>
                                    </p:anim>
                                  </p:childTnLst>
                                </p:cTn>
                              </p:par>
                              <p:par>
                                <p:cTn id="41" presetID="2" presetClass="entr" presetSubtype="8" decel="10000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anim calcmode="lin" valueType="num">
                                      <p:cBhvr additive="base">
                                        <p:cTn id="43" dur="750" fill="hold"/>
                                        <p:tgtEl>
                                          <p:spTgt spid="48"/>
                                        </p:tgtEl>
                                        <p:attrNameLst>
                                          <p:attrName>ppt_x</p:attrName>
                                        </p:attrNameLst>
                                      </p:cBhvr>
                                      <p:tavLst>
                                        <p:tav tm="0">
                                          <p:val>
                                            <p:strVal val="0-#ppt_w/2"/>
                                          </p:val>
                                        </p:tav>
                                        <p:tav tm="100000">
                                          <p:val>
                                            <p:strVal val="#ppt_x"/>
                                          </p:val>
                                        </p:tav>
                                      </p:tavLst>
                                    </p:anim>
                                    <p:anim calcmode="lin" valueType="num">
                                      <p:cBhvr additive="base">
                                        <p:cTn id="44" dur="750" fill="hold"/>
                                        <p:tgtEl>
                                          <p:spTgt spid="48"/>
                                        </p:tgtEl>
                                        <p:attrNameLst>
                                          <p:attrName>ppt_y</p:attrName>
                                        </p:attrNameLst>
                                      </p:cBhvr>
                                      <p:tavLst>
                                        <p:tav tm="0">
                                          <p:val>
                                            <p:strVal val="#ppt_y"/>
                                          </p:val>
                                        </p:tav>
                                        <p:tav tm="100000">
                                          <p:val>
                                            <p:strVal val="#ppt_y"/>
                                          </p:val>
                                        </p:tav>
                                      </p:tavLst>
                                    </p:anim>
                                  </p:childTnLst>
                                </p:cTn>
                              </p:par>
                            </p:childTnLst>
                          </p:cTn>
                        </p:par>
                        <p:par>
                          <p:cTn id="45" fill="hold">
                            <p:stCondLst>
                              <p:cond delay="4250"/>
                            </p:stCondLst>
                            <p:childTnLst>
                              <p:par>
                                <p:cTn id="46" presetID="21" presetClass="entr" presetSubtype="1" fill="hold" grpId="0" nodeType="after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wheel(1)">
                                      <p:cBhvr>
                                        <p:cTn id="48" dur="750"/>
                                        <p:tgtEl>
                                          <p:spTgt spid="50"/>
                                        </p:tgtEl>
                                      </p:cBhvr>
                                    </p:animEffect>
                                  </p:childTnLst>
                                </p:cTn>
                              </p:par>
                            </p:childTnLst>
                          </p:cTn>
                        </p:par>
                        <p:par>
                          <p:cTn id="49" fill="hold">
                            <p:stCondLst>
                              <p:cond delay="5000"/>
                            </p:stCondLst>
                            <p:childTnLst>
                              <p:par>
                                <p:cTn id="50" presetID="22" presetClass="entr" presetSubtype="2" fill="hold" nodeType="after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wipe(right)">
                                      <p:cBhvr>
                                        <p:cTn id="52" dur="500"/>
                                        <p:tgtEl>
                                          <p:spTgt spid="51"/>
                                        </p:tgtEl>
                                      </p:cBhvr>
                                    </p:animEffect>
                                  </p:childTnLst>
                                </p:cTn>
                              </p:par>
                              <p:par>
                                <p:cTn id="53" presetID="22" presetClass="entr" presetSubtype="2" fill="hold" grpId="0" nodeType="withEffect">
                                  <p:stCondLst>
                                    <p:cond delay="0"/>
                                  </p:stCondLst>
                                  <p:childTnLst>
                                    <p:set>
                                      <p:cBhvr>
                                        <p:cTn id="54" dur="1" fill="hold">
                                          <p:stCondLst>
                                            <p:cond delay="0"/>
                                          </p:stCondLst>
                                        </p:cTn>
                                        <p:tgtEl>
                                          <p:spTgt spid="59">
                                            <p:txEl>
                                              <p:pRg st="0" end="0"/>
                                            </p:txEl>
                                          </p:spTgt>
                                        </p:tgtEl>
                                        <p:attrNameLst>
                                          <p:attrName>style.visibility</p:attrName>
                                        </p:attrNameLst>
                                      </p:cBhvr>
                                      <p:to>
                                        <p:strVal val="visible"/>
                                      </p:to>
                                    </p:set>
                                    <p:animEffect transition="in" filter="wipe(right)">
                                      <p:cBhvr>
                                        <p:cTn id="55" dur="500"/>
                                        <p:tgtEl>
                                          <p:spTgt spid="59">
                                            <p:txEl>
                                              <p:pRg st="0" end="0"/>
                                            </p:txEl>
                                          </p:spTgt>
                                        </p:tgtEl>
                                      </p:cBhvr>
                                    </p:animEffect>
                                  </p:childTnLst>
                                </p:cTn>
                              </p:par>
                            </p:childTnLst>
                          </p:cTn>
                        </p:par>
                        <p:par>
                          <p:cTn id="56" fill="hold">
                            <p:stCondLst>
                              <p:cond delay="5500"/>
                            </p:stCondLst>
                            <p:childTnLst>
                              <p:par>
                                <p:cTn id="57" presetID="22" presetClass="entr" presetSubtype="2" fill="hold" grpId="0" nodeType="afterEffect">
                                  <p:stCondLst>
                                    <p:cond delay="0"/>
                                  </p:stCondLst>
                                  <p:childTnLst>
                                    <p:set>
                                      <p:cBhvr>
                                        <p:cTn id="58" dur="1" fill="hold">
                                          <p:stCondLst>
                                            <p:cond delay="0"/>
                                          </p:stCondLst>
                                        </p:cTn>
                                        <p:tgtEl>
                                          <p:spTgt spid="49">
                                            <p:txEl>
                                              <p:pRg st="0" end="0"/>
                                            </p:txEl>
                                          </p:spTgt>
                                        </p:tgtEl>
                                        <p:attrNameLst>
                                          <p:attrName>style.visibility</p:attrName>
                                        </p:attrNameLst>
                                      </p:cBhvr>
                                      <p:to>
                                        <p:strVal val="visible"/>
                                      </p:to>
                                    </p:set>
                                    <p:animEffect transition="in" filter="wipe(right)">
                                      <p:cBhvr>
                                        <p:cTn id="59" dur="500"/>
                                        <p:tgtEl>
                                          <p:spTgt spid="49">
                                            <p:txEl>
                                              <p:pRg st="0" end="0"/>
                                            </p:txEl>
                                          </p:spTgt>
                                        </p:tgtEl>
                                      </p:cBhvr>
                                    </p:animEffect>
                                  </p:childTnLst>
                                </p:cTn>
                              </p:par>
                            </p:childTnLst>
                          </p:cTn>
                        </p:par>
                        <p:par>
                          <p:cTn id="60" fill="hold">
                            <p:stCondLst>
                              <p:cond delay="6000"/>
                            </p:stCondLst>
                            <p:childTnLst>
                              <p:par>
                                <p:cTn id="61" presetID="10" presetClass="entr" presetSubtype="0" fill="hold" grpId="0" nodeType="afterEffect">
                                  <p:stCondLst>
                                    <p:cond delay="0"/>
                                  </p:stCondLst>
                                  <p:childTnLst>
                                    <p:set>
                                      <p:cBhvr>
                                        <p:cTn id="62" dur="1" fill="hold">
                                          <p:stCondLst>
                                            <p:cond delay="0"/>
                                          </p:stCondLst>
                                        </p:cTn>
                                        <p:tgtEl>
                                          <p:spTgt spid="60">
                                            <p:txEl>
                                              <p:pRg st="0" end="0"/>
                                            </p:txEl>
                                          </p:spTgt>
                                        </p:tgtEl>
                                        <p:attrNameLst>
                                          <p:attrName>style.visibility</p:attrName>
                                        </p:attrNameLst>
                                      </p:cBhvr>
                                      <p:to>
                                        <p:strVal val="visible"/>
                                      </p:to>
                                    </p:set>
                                    <p:animEffect transition="in" filter="fade">
                                      <p:cBhvr>
                                        <p:cTn id="63" dur="500"/>
                                        <p:tgtEl>
                                          <p:spTgt spid="60">
                                            <p:txEl>
                                              <p:pRg st="0" end="0"/>
                                            </p:txEl>
                                          </p:spTgt>
                                        </p:tgtEl>
                                      </p:cBhvr>
                                    </p:animEffect>
                                  </p:childTnLst>
                                </p:cTn>
                              </p:par>
                            </p:childTnLst>
                          </p:cTn>
                        </p:par>
                        <p:par>
                          <p:cTn id="64" fill="hold">
                            <p:stCondLst>
                              <p:cond delay="6500"/>
                            </p:stCondLst>
                            <p:childTnLst>
                              <p:par>
                                <p:cTn id="65" presetID="2" presetClass="entr" presetSubtype="1" decel="100000" fill="hold" grpId="0" nodeType="after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750" fill="hold"/>
                                        <p:tgtEl>
                                          <p:spTgt spid="21"/>
                                        </p:tgtEl>
                                        <p:attrNameLst>
                                          <p:attrName>ppt_x</p:attrName>
                                        </p:attrNameLst>
                                      </p:cBhvr>
                                      <p:tavLst>
                                        <p:tav tm="0">
                                          <p:val>
                                            <p:strVal val="#ppt_x"/>
                                          </p:val>
                                        </p:tav>
                                        <p:tav tm="100000">
                                          <p:val>
                                            <p:strVal val="#ppt_x"/>
                                          </p:val>
                                        </p:tav>
                                      </p:tavLst>
                                    </p:anim>
                                    <p:anim calcmode="lin" valueType="num">
                                      <p:cBhvr additive="base">
                                        <p:cTn id="68" dur="750" fill="hold"/>
                                        <p:tgtEl>
                                          <p:spTgt spid="21"/>
                                        </p:tgtEl>
                                        <p:attrNameLst>
                                          <p:attrName>ppt_y</p:attrName>
                                        </p:attrNameLst>
                                      </p:cBhvr>
                                      <p:tavLst>
                                        <p:tav tm="0">
                                          <p:val>
                                            <p:strVal val="0-#ppt_h/2"/>
                                          </p:val>
                                        </p:tav>
                                        <p:tav tm="100000">
                                          <p:val>
                                            <p:strVal val="#ppt_y"/>
                                          </p:val>
                                        </p:tav>
                                      </p:tavLst>
                                    </p:anim>
                                  </p:childTnLst>
                                </p:cTn>
                              </p:par>
                              <p:par>
                                <p:cTn id="69" presetID="2" presetClass="entr" presetSubtype="2" decel="100000" fill="hold" grpId="0" nodeType="with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750" fill="hold"/>
                                        <p:tgtEl>
                                          <p:spTgt spid="17"/>
                                        </p:tgtEl>
                                        <p:attrNameLst>
                                          <p:attrName>ppt_x</p:attrName>
                                        </p:attrNameLst>
                                      </p:cBhvr>
                                      <p:tavLst>
                                        <p:tav tm="0">
                                          <p:val>
                                            <p:strVal val="1+#ppt_w/2"/>
                                          </p:val>
                                        </p:tav>
                                        <p:tav tm="100000">
                                          <p:val>
                                            <p:strVal val="#ppt_x"/>
                                          </p:val>
                                        </p:tav>
                                      </p:tavLst>
                                    </p:anim>
                                    <p:anim calcmode="lin" valueType="num">
                                      <p:cBhvr additive="base">
                                        <p:cTn id="72" dur="750" fill="hold"/>
                                        <p:tgtEl>
                                          <p:spTgt spid="17"/>
                                        </p:tgtEl>
                                        <p:attrNameLst>
                                          <p:attrName>ppt_y</p:attrName>
                                        </p:attrNameLst>
                                      </p:cBhvr>
                                      <p:tavLst>
                                        <p:tav tm="0">
                                          <p:val>
                                            <p:strVal val="#ppt_y"/>
                                          </p:val>
                                        </p:tav>
                                        <p:tav tm="100000">
                                          <p:val>
                                            <p:strVal val="#ppt_y"/>
                                          </p:val>
                                        </p:tav>
                                      </p:tavLst>
                                    </p:anim>
                                  </p:childTnLst>
                                </p:cTn>
                              </p:par>
                            </p:childTnLst>
                          </p:cTn>
                        </p:par>
                        <p:par>
                          <p:cTn id="73" fill="hold">
                            <p:stCondLst>
                              <p:cond delay="7250"/>
                            </p:stCondLst>
                            <p:childTnLst>
                              <p:par>
                                <p:cTn id="74" presetID="21" presetClass="entr" presetSubtype="1" fill="hold" grpId="0" nodeType="afterEffect">
                                  <p:stCondLst>
                                    <p:cond delay="0"/>
                                  </p:stCondLst>
                                  <p:childTnLst>
                                    <p:set>
                                      <p:cBhvr>
                                        <p:cTn id="75" dur="1" fill="hold">
                                          <p:stCondLst>
                                            <p:cond delay="0"/>
                                          </p:stCondLst>
                                        </p:cTn>
                                        <p:tgtEl>
                                          <p:spTgt spid="24"/>
                                        </p:tgtEl>
                                        <p:attrNameLst>
                                          <p:attrName>style.visibility</p:attrName>
                                        </p:attrNameLst>
                                      </p:cBhvr>
                                      <p:to>
                                        <p:strVal val="visible"/>
                                      </p:to>
                                    </p:set>
                                    <p:animEffect transition="in" filter="wheel(1)">
                                      <p:cBhvr>
                                        <p:cTn id="76" dur="750"/>
                                        <p:tgtEl>
                                          <p:spTgt spid="24"/>
                                        </p:tgtEl>
                                      </p:cBhvr>
                                    </p:animEffect>
                                  </p:childTnLst>
                                </p:cTn>
                              </p:par>
                            </p:childTnLst>
                          </p:cTn>
                        </p:par>
                        <p:par>
                          <p:cTn id="77" fill="hold">
                            <p:stCondLst>
                              <p:cond delay="8000"/>
                            </p:stCondLst>
                            <p:childTnLst>
                              <p:par>
                                <p:cTn id="78" presetID="22" presetClass="entr" presetSubtype="8" fill="hold" nodeType="after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wipe(left)">
                                      <p:cBhvr>
                                        <p:cTn id="80" dur="500"/>
                                        <p:tgtEl>
                                          <p:spTgt spid="25"/>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33">
                                            <p:txEl>
                                              <p:pRg st="0" end="0"/>
                                            </p:txEl>
                                          </p:spTgt>
                                        </p:tgtEl>
                                        <p:attrNameLst>
                                          <p:attrName>style.visibility</p:attrName>
                                        </p:attrNameLst>
                                      </p:cBhvr>
                                      <p:to>
                                        <p:strVal val="visible"/>
                                      </p:to>
                                    </p:set>
                                    <p:animEffect transition="in" filter="wipe(left)">
                                      <p:cBhvr>
                                        <p:cTn id="83" dur="500"/>
                                        <p:tgtEl>
                                          <p:spTgt spid="33">
                                            <p:txEl>
                                              <p:pRg st="0" end="0"/>
                                            </p:txEl>
                                          </p:spTgt>
                                        </p:tgtEl>
                                      </p:cBhvr>
                                    </p:animEffect>
                                  </p:childTnLst>
                                </p:cTn>
                              </p:par>
                            </p:childTnLst>
                          </p:cTn>
                        </p:par>
                        <p:par>
                          <p:cTn id="84" fill="hold">
                            <p:stCondLst>
                              <p:cond delay="8500"/>
                            </p:stCondLst>
                            <p:childTnLst>
                              <p:par>
                                <p:cTn id="85" presetID="22" presetClass="entr" presetSubtype="8" fill="hold" grpId="0" nodeType="afterEffect">
                                  <p:stCondLst>
                                    <p:cond delay="0"/>
                                  </p:stCondLst>
                                  <p:childTnLst>
                                    <p:set>
                                      <p:cBhvr>
                                        <p:cTn id="86" dur="1" fill="hold">
                                          <p:stCondLst>
                                            <p:cond delay="0"/>
                                          </p:stCondLst>
                                        </p:cTn>
                                        <p:tgtEl>
                                          <p:spTgt spid="23">
                                            <p:txEl>
                                              <p:pRg st="0" end="0"/>
                                            </p:txEl>
                                          </p:spTgt>
                                        </p:tgtEl>
                                        <p:attrNameLst>
                                          <p:attrName>style.visibility</p:attrName>
                                        </p:attrNameLst>
                                      </p:cBhvr>
                                      <p:to>
                                        <p:strVal val="visible"/>
                                      </p:to>
                                    </p:set>
                                    <p:animEffect transition="in" filter="wipe(left)">
                                      <p:cBhvr>
                                        <p:cTn id="87" dur="500"/>
                                        <p:tgtEl>
                                          <p:spTgt spid="23">
                                            <p:txEl>
                                              <p:pRg st="0" end="0"/>
                                            </p:txEl>
                                          </p:spTgt>
                                        </p:tgtEl>
                                      </p:cBhvr>
                                    </p:animEffect>
                                  </p:childTnLst>
                                </p:cTn>
                              </p:par>
                            </p:childTnLst>
                          </p:cTn>
                        </p:par>
                        <p:par>
                          <p:cTn id="88" fill="hold">
                            <p:stCondLst>
                              <p:cond delay="9000"/>
                            </p:stCondLst>
                            <p:childTnLst>
                              <p:par>
                                <p:cTn id="89" presetID="10" presetClass="entr" presetSubtype="0" fill="hold" grpId="0" nodeType="afterEffect">
                                  <p:stCondLst>
                                    <p:cond delay="0"/>
                                  </p:stCondLst>
                                  <p:childTnLst>
                                    <p:set>
                                      <p:cBhvr>
                                        <p:cTn id="90" dur="1" fill="hold">
                                          <p:stCondLst>
                                            <p:cond delay="0"/>
                                          </p:stCondLst>
                                        </p:cTn>
                                        <p:tgtEl>
                                          <p:spTgt spid="34">
                                            <p:txEl>
                                              <p:pRg st="0" end="0"/>
                                            </p:txEl>
                                          </p:spTgt>
                                        </p:tgtEl>
                                        <p:attrNameLst>
                                          <p:attrName>style.visibility</p:attrName>
                                        </p:attrNameLst>
                                      </p:cBhvr>
                                      <p:to>
                                        <p:strVal val="visible"/>
                                      </p:to>
                                    </p:set>
                                    <p:animEffect transition="in" filter="fade">
                                      <p:cBhvr>
                                        <p:cTn id="91" dur="500"/>
                                        <p:tgtEl>
                                          <p:spTgt spid="34">
                                            <p:txEl>
                                              <p:pRg st="0" end="0"/>
                                            </p:txEl>
                                          </p:spTgt>
                                        </p:tgtEl>
                                      </p:cBhvr>
                                    </p:animEffect>
                                  </p:childTnLst>
                                </p:cTn>
                              </p:par>
                            </p:childTnLst>
                          </p:cTn>
                        </p:par>
                        <p:par>
                          <p:cTn id="92" fill="hold">
                            <p:stCondLst>
                              <p:cond delay="9500"/>
                            </p:stCondLst>
                            <p:childTnLst>
                              <p:par>
                                <p:cTn id="93" presetID="2" presetClass="entr" presetSubtype="1" decel="100000" fill="hold" grpId="0" nodeType="afterEffect">
                                  <p:stCondLst>
                                    <p:cond delay="0"/>
                                  </p:stCondLst>
                                  <p:childTnLst>
                                    <p:set>
                                      <p:cBhvr>
                                        <p:cTn id="94" dur="1" fill="hold">
                                          <p:stCondLst>
                                            <p:cond delay="0"/>
                                          </p:stCondLst>
                                        </p:cTn>
                                        <p:tgtEl>
                                          <p:spTgt spid="22"/>
                                        </p:tgtEl>
                                        <p:attrNameLst>
                                          <p:attrName>style.visibility</p:attrName>
                                        </p:attrNameLst>
                                      </p:cBhvr>
                                      <p:to>
                                        <p:strVal val="visible"/>
                                      </p:to>
                                    </p:set>
                                    <p:anim calcmode="lin" valueType="num">
                                      <p:cBhvr additive="base">
                                        <p:cTn id="95" dur="750" fill="hold"/>
                                        <p:tgtEl>
                                          <p:spTgt spid="22"/>
                                        </p:tgtEl>
                                        <p:attrNameLst>
                                          <p:attrName>ppt_x</p:attrName>
                                        </p:attrNameLst>
                                      </p:cBhvr>
                                      <p:tavLst>
                                        <p:tav tm="0">
                                          <p:val>
                                            <p:strVal val="#ppt_x"/>
                                          </p:val>
                                        </p:tav>
                                        <p:tav tm="100000">
                                          <p:val>
                                            <p:strVal val="#ppt_x"/>
                                          </p:val>
                                        </p:tav>
                                      </p:tavLst>
                                    </p:anim>
                                    <p:anim calcmode="lin" valueType="num">
                                      <p:cBhvr additive="base">
                                        <p:cTn id="96" dur="750" fill="hold"/>
                                        <p:tgtEl>
                                          <p:spTgt spid="22"/>
                                        </p:tgtEl>
                                        <p:attrNameLst>
                                          <p:attrName>ppt_y</p:attrName>
                                        </p:attrNameLst>
                                      </p:cBhvr>
                                      <p:tavLst>
                                        <p:tav tm="0">
                                          <p:val>
                                            <p:strVal val="0-#ppt_h/2"/>
                                          </p:val>
                                        </p:tav>
                                        <p:tav tm="100000">
                                          <p:val>
                                            <p:strVal val="#ppt_y"/>
                                          </p:val>
                                        </p:tav>
                                      </p:tavLst>
                                    </p:anim>
                                  </p:childTnLst>
                                </p:cTn>
                              </p:par>
                              <p:par>
                                <p:cTn id="97" presetID="2" presetClass="entr" presetSubtype="8" decel="100000" fill="hold" grpId="0" nodeType="withEffect">
                                  <p:stCondLst>
                                    <p:cond delay="0"/>
                                  </p:stCondLst>
                                  <p:childTnLst>
                                    <p:set>
                                      <p:cBhvr>
                                        <p:cTn id="98" dur="1" fill="hold">
                                          <p:stCondLst>
                                            <p:cond delay="0"/>
                                          </p:stCondLst>
                                        </p:cTn>
                                        <p:tgtEl>
                                          <p:spTgt spid="61"/>
                                        </p:tgtEl>
                                        <p:attrNameLst>
                                          <p:attrName>style.visibility</p:attrName>
                                        </p:attrNameLst>
                                      </p:cBhvr>
                                      <p:to>
                                        <p:strVal val="visible"/>
                                      </p:to>
                                    </p:set>
                                    <p:anim calcmode="lin" valueType="num">
                                      <p:cBhvr additive="base">
                                        <p:cTn id="99" dur="750" fill="hold"/>
                                        <p:tgtEl>
                                          <p:spTgt spid="61"/>
                                        </p:tgtEl>
                                        <p:attrNameLst>
                                          <p:attrName>ppt_x</p:attrName>
                                        </p:attrNameLst>
                                      </p:cBhvr>
                                      <p:tavLst>
                                        <p:tav tm="0">
                                          <p:val>
                                            <p:strVal val="0-#ppt_w/2"/>
                                          </p:val>
                                        </p:tav>
                                        <p:tav tm="100000">
                                          <p:val>
                                            <p:strVal val="#ppt_x"/>
                                          </p:val>
                                        </p:tav>
                                      </p:tavLst>
                                    </p:anim>
                                    <p:anim calcmode="lin" valueType="num">
                                      <p:cBhvr additive="base">
                                        <p:cTn id="100" dur="750" fill="hold"/>
                                        <p:tgtEl>
                                          <p:spTgt spid="61"/>
                                        </p:tgtEl>
                                        <p:attrNameLst>
                                          <p:attrName>ppt_y</p:attrName>
                                        </p:attrNameLst>
                                      </p:cBhvr>
                                      <p:tavLst>
                                        <p:tav tm="0">
                                          <p:val>
                                            <p:strVal val="#ppt_y"/>
                                          </p:val>
                                        </p:tav>
                                        <p:tav tm="100000">
                                          <p:val>
                                            <p:strVal val="#ppt_y"/>
                                          </p:val>
                                        </p:tav>
                                      </p:tavLst>
                                    </p:anim>
                                  </p:childTnLst>
                                </p:cTn>
                              </p:par>
                            </p:childTnLst>
                          </p:cTn>
                        </p:par>
                        <p:par>
                          <p:cTn id="101" fill="hold">
                            <p:stCondLst>
                              <p:cond delay="10250"/>
                            </p:stCondLst>
                            <p:childTnLst>
                              <p:par>
                                <p:cTn id="102" presetID="21" presetClass="entr" presetSubtype="1" fill="hold" grpId="0" nodeType="afterEffect">
                                  <p:stCondLst>
                                    <p:cond delay="0"/>
                                  </p:stCondLst>
                                  <p:childTnLst>
                                    <p:set>
                                      <p:cBhvr>
                                        <p:cTn id="103" dur="1" fill="hold">
                                          <p:stCondLst>
                                            <p:cond delay="0"/>
                                          </p:stCondLst>
                                        </p:cTn>
                                        <p:tgtEl>
                                          <p:spTgt spid="63"/>
                                        </p:tgtEl>
                                        <p:attrNameLst>
                                          <p:attrName>style.visibility</p:attrName>
                                        </p:attrNameLst>
                                      </p:cBhvr>
                                      <p:to>
                                        <p:strVal val="visible"/>
                                      </p:to>
                                    </p:set>
                                    <p:animEffect transition="in" filter="wheel(1)">
                                      <p:cBhvr>
                                        <p:cTn id="104" dur="750"/>
                                        <p:tgtEl>
                                          <p:spTgt spid="63"/>
                                        </p:tgtEl>
                                      </p:cBhvr>
                                    </p:animEffect>
                                  </p:childTnLst>
                                </p:cTn>
                              </p:par>
                            </p:childTnLst>
                          </p:cTn>
                        </p:par>
                        <p:par>
                          <p:cTn id="105" fill="hold">
                            <p:stCondLst>
                              <p:cond delay="11000"/>
                            </p:stCondLst>
                            <p:childTnLst>
                              <p:par>
                                <p:cTn id="106" presetID="22" presetClass="entr" presetSubtype="2" fill="hold" nodeType="afterEffect">
                                  <p:stCondLst>
                                    <p:cond delay="0"/>
                                  </p:stCondLst>
                                  <p:childTnLst>
                                    <p:set>
                                      <p:cBhvr>
                                        <p:cTn id="107" dur="1" fill="hold">
                                          <p:stCondLst>
                                            <p:cond delay="0"/>
                                          </p:stCondLst>
                                        </p:cTn>
                                        <p:tgtEl>
                                          <p:spTgt spid="64"/>
                                        </p:tgtEl>
                                        <p:attrNameLst>
                                          <p:attrName>style.visibility</p:attrName>
                                        </p:attrNameLst>
                                      </p:cBhvr>
                                      <p:to>
                                        <p:strVal val="visible"/>
                                      </p:to>
                                    </p:set>
                                    <p:animEffect transition="in" filter="wipe(right)">
                                      <p:cBhvr>
                                        <p:cTn id="108" dur="500"/>
                                        <p:tgtEl>
                                          <p:spTgt spid="64"/>
                                        </p:tgtEl>
                                      </p:cBhvr>
                                    </p:animEffect>
                                  </p:childTnLst>
                                </p:cTn>
                              </p:par>
                              <p:par>
                                <p:cTn id="109" presetID="22" presetClass="entr" presetSubtype="2" fill="hold" grpId="0" nodeType="withEffect">
                                  <p:stCondLst>
                                    <p:cond delay="0"/>
                                  </p:stCondLst>
                                  <p:childTnLst>
                                    <p:set>
                                      <p:cBhvr>
                                        <p:cTn id="110" dur="1" fill="hold">
                                          <p:stCondLst>
                                            <p:cond delay="0"/>
                                          </p:stCondLst>
                                        </p:cTn>
                                        <p:tgtEl>
                                          <p:spTgt spid="72">
                                            <p:txEl>
                                              <p:pRg st="0" end="0"/>
                                            </p:txEl>
                                          </p:spTgt>
                                        </p:tgtEl>
                                        <p:attrNameLst>
                                          <p:attrName>style.visibility</p:attrName>
                                        </p:attrNameLst>
                                      </p:cBhvr>
                                      <p:to>
                                        <p:strVal val="visible"/>
                                      </p:to>
                                    </p:set>
                                    <p:animEffect transition="in" filter="wipe(right)">
                                      <p:cBhvr>
                                        <p:cTn id="111" dur="500"/>
                                        <p:tgtEl>
                                          <p:spTgt spid="72">
                                            <p:txEl>
                                              <p:pRg st="0" end="0"/>
                                            </p:txEl>
                                          </p:spTgt>
                                        </p:tgtEl>
                                      </p:cBhvr>
                                    </p:animEffect>
                                  </p:childTnLst>
                                </p:cTn>
                              </p:par>
                            </p:childTnLst>
                          </p:cTn>
                        </p:par>
                        <p:par>
                          <p:cTn id="112" fill="hold">
                            <p:stCondLst>
                              <p:cond delay="11500"/>
                            </p:stCondLst>
                            <p:childTnLst>
                              <p:par>
                                <p:cTn id="113" presetID="22" presetClass="entr" presetSubtype="2" fill="hold" grpId="0" nodeType="afterEffect">
                                  <p:stCondLst>
                                    <p:cond delay="0"/>
                                  </p:stCondLst>
                                  <p:childTnLst>
                                    <p:set>
                                      <p:cBhvr>
                                        <p:cTn id="114" dur="1" fill="hold">
                                          <p:stCondLst>
                                            <p:cond delay="0"/>
                                          </p:stCondLst>
                                        </p:cTn>
                                        <p:tgtEl>
                                          <p:spTgt spid="62">
                                            <p:txEl>
                                              <p:pRg st="0" end="0"/>
                                            </p:txEl>
                                          </p:spTgt>
                                        </p:tgtEl>
                                        <p:attrNameLst>
                                          <p:attrName>style.visibility</p:attrName>
                                        </p:attrNameLst>
                                      </p:cBhvr>
                                      <p:to>
                                        <p:strVal val="visible"/>
                                      </p:to>
                                    </p:set>
                                    <p:animEffect transition="in" filter="wipe(right)">
                                      <p:cBhvr>
                                        <p:cTn id="115" dur="500"/>
                                        <p:tgtEl>
                                          <p:spTgt spid="62">
                                            <p:txEl>
                                              <p:pRg st="0" end="0"/>
                                            </p:txEl>
                                          </p:spTgt>
                                        </p:tgtEl>
                                      </p:cBhvr>
                                    </p:animEffect>
                                  </p:childTnLst>
                                </p:cTn>
                              </p:par>
                            </p:childTnLst>
                          </p:cTn>
                        </p:par>
                        <p:par>
                          <p:cTn id="116" fill="hold">
                            <p:stCondLst>
                              <p:cond delay="12000"/>
                            </p:stCondLst>
                            <p:childTnLst>
                              <p:par>
                                <p:cTn id="117" presetID="10" presetClass="entr" presetSubtype="0" fill="hold" grpId="0" nodeType="afterEffect">
                                  <p:stCondLst>
                                    <p:cond delay="0"/>
                                  </p:stCondLst>
                                  <p:childTnLst>
                                    <p:set>
                                      <p:cBhvr>
                                        <p:cTn id="118" dur="1" fill="hold">
                                          <p:stCondLst>
                                            <p:cond delay="0"/>
                                          </p:stCondLst>
                                        </p:cTn>
                                        <p:tgtEl>
                                          <p:spTgt spid="73">
                                            <p:txEl>
                                              <p:pRg st="0" end="0"/>
                                            </p:txEl>
                                          </p:spTgt>
                                        </p:tgtEl>
                                        <p:attrNameLst>
                                          <p:attrName>style.visibility</p:attrName>
                                        </p:attrNameLst>
                                      </p:cBhvr>
                                      <p:to>
                                        <p:strVal val="visible"/>
                                      </p:to>
                                    </p:set>
                                    <p:animEffect transition="in" filter="fade">
                                      <p:cBhvr>
                                        <p:cTn id="119" dur="500"/>
                                        <p:tgtEl>
                                          <p:spTgt spid="7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build="p">
        <p:tmplLst>
          <p:tmpl lvl="1">
            <p:tnLst>
              <p:par>
                <p:cTn presetID="22" presetClass="entr" presetSubtype="8" fill="hold" nodeType="after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wipe(left)">
                      <p:cBhvr>
                        <p:cTn dur="500"/>
                        <p:tgtEl>
                          <p:spTgt spid="23"/>
                        </p:tgtEl>
                      </p:cBhvr>
                    </p:animEffect>
                  </p:childTnLst>
                </p:cTn>
              </p:par>
            </p:tnLst>
          </p:tmpl>
        </p:tmplLst>
      </p:bldP>
      <p:bldP spid="24" grpId="0" animBg="1"/>
      <p:bldP spid="33" grpId="0" build="p">
        <p:tmplLst>
          <p:tmpl lvl="1">
            <p:tnLst>
              <p:par>
                <p:cTn presetID="22" presetClass="entr" presetSubtype="8"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wipe(left)">
                      <p:cBhvr>
                        <p:cTn dur="500"/>
                        <p:tgtEl>
                          <p:spTgt spid="33"/>
                        </p:tgtEl>
                      </p:cBhvr>
                    </p:animEffect>
                  </p:childTnLst>
                </p:cTn>
              </p:par>
            </p:tnLst>
          </p:tmpl>
        </p:tmplLst>
      </p:bldP>
      <p:bldP spid="34" grpId="0" build="p">
        <p:tmplLst>
          <p:tmpl lvl="1">
            <p:tnLst>
              <p:par>
                <p:cTn presetID="10" presetClass="entr" presetSubtype="0" fill="hold" nodeType="after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animBg="1"/>
      <p:bldP spid="36" grpId="0" build="p">
        <p:tmplLst>
          <p:tmpl lvl="1">
            <p:tnLst>
              <p:par>
                <p:cTn presetID="22" presetClass="entr" presetSubtype="8"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wipe(left)">
                      <p:cBhvr>
                        <p:cTn dur="500"/>
                        <p:tgtEl>
                          <p:spTgt spid="36"/>
                        </p:tgtEl>
                      </p:cBhvr>
                    </p:animEffect>
                  </p:childTnLst>
                </p:cTn>
              </p:par>
            </p:tnLst>
          </p:tmpl>
        </p:tmplLst>
      </p:bldP>
      <p:bldP spid="37" grpId="0" animBg="1"/>
      <p:bldP spid="46" grpId="0" build="p">
        <p:tmplLst>
          <p:tmpl lvl="1">
            <p:tnLst>
              <p:par>
                <p:cTn presetID="22" presetClass="entr" presetSubtype="8"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wipe(left)">
                      <p:cBhvr>
                        <p:cTn dur="500"/>
                        <p:tgtEl>
                          <p:spTgt spid="46"/>
                        </p:tgtEl>
                      </p:cBhvr>
                    </p:animEffect>
                  </p:childTnLst>
                </p:cTn>
              </p:par>
            </p:tnLst>
          </p:tmpl>
        </p:tmplLst>
      </p:bldP>
      <p:bldP spid="47" grpId="0" build="p">
        <p:tmplLst>
          <p:tmpl lvl="1">
            <p:tnLst>
              <p:par>
                <p:cTn presetID="10" presetClass="entr" presetSubtype="0" fill="hold" nodeType="after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500"/>
                        <p:tgtEl>
                          <p:spTgt spid="47"/>
                        </p:tgtEl>
                      </p:cBhvr>
                    </p:animEffect>
                  </p:childTnLst>
                </p:cTn>
              </p:par>
            </p:tnLst>
          </p:tmpl>
        </p:tmplLst>
      </p:bldP>
      <p:bldP spid="48" grpId="0" animBg="1"/>
      <p:bldP spid="49" grpId="0" build="p">
        <p:tmplLst>
          <p:tmpl lvl="1">
            <p:tnLst>
              <p:par>
                <p:cTn presetID="22" presetClass="entr" presetSubtype="2" fill="hold" nodeType="after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wipe(right)">
                      <p:cBhvr>
                        <p:cTn dur="500"/>
                        <p:tgtEl>
                          <p:spTgt spid="49"/>
                        </p:tgtEl>
                      </p:cBhvr>
                    </p:animEffect>
                  </p:childTnLst>
                </p:cTn>
              </p:par>
            </p:tnLst>
          </p:tmpl>
        </p:tmplLst>
      </p:bldP>
      <p:bldP spid="50" grpId="0" animBg="1"/>
      <p:bldP spid="59" grpId="0" build="p">
        <p:tmplLst>
          <p:tmpl lvl="1">
            <p:tnLst>
              <p:par>
                <p:cTn presetID="22" presetClass="entr" presetSubtype="2" fill="hold" nodeType="withEffect">
                  <p:stCondLst>
                    <p:cond delay="0"/>
                  </p:stCondLst>
                  <p:childTnLst>
                    <p:set>
                      <p:cBhvr>
                        <p:cTn dur="1" fill="hold">
                          <p:stCondLst>
                            <p:cond delay="0"/>
                          </p:stCondLst>
                        </p:cTn>
                        <p:tgtEl>
                          <p:spTgt spid="59"/>
                        </p:tgtEl>
                        <p:attrNameLst>
                          <p:attrName>style.visibility</p:attrName>
                        </p:attrNameLst>
                      </p:cBhvr>
                      <p:to>
                        <p:strVal val="visible"/>
                      </p:to>
                    </p:set>
                    <p:animEffect transition="in" filter="wipe(right)">
                      <p:cBhvr>
                        <p:cTn dur="500"/>
                        <p:tgtEl>
                          <p:spTgt spid="59"/>
                        </p:tgtEl>
                      </p:cBhvr>
                    </p:animEffect>
                  </p:childTnLst>
                </p:cTn>
              </p:par>
            </p:tnLst>
          </p:tmpl>
        </p:tmplLst>
      </p:bldP>
      <p:bldP spid="60" grpId="0" build="p">
        <p:tmplLst>
          <p:tmpl lvl="1">
            <p:tnLst>
              <p:par>
                <p:cTn presetID="10" presetClass="entr" presetSubtype="0" fill="hold" nodeType="afterEffect">
                  <p:stCondLst>
                    <p:cond delay="0"/>
                  </p:stCondLst>
                  <p:childTnLst>
                    <p:set>
                      <p:cBhvr>
                        <p:cTn dur="1" fill="hold">
                          <p:stCondLst>
                            <p:cond delay="0"/>
                          </p:stCondLst>
                        </p:cTn>
                        <p:tgtEl>
                          <p:spTgt spid="60"/>
                        </p:tgtEl>
                        <p:attrNameLst>
                          <p:attrName>style.visibility</p:attrName>
                        </p:attrNameLst>
                      </p:cBhvr>
                      <p:to>
                        <p:strVal val="visible"/>
                      </p:to>
                    </p:set>
                    <p:animEffect transition="in" filter="fade">
                      <p:cBhvr>
                        <p:cTn dur="500"/>
                        <p:tgtEl>
                          <p:spTgt spid="60"/>
                        </p:tgtEl>
                      </p:cBhvr>
                    </p:animEffect>
                  </p:childTnLst>
                </p:cTn>
              </p:par>
            </p:tnLst>
          </p:tmpl>
        </p:tmplLst>
      </p:bldP>
      <p:bldP spid="61" grpId="0" animBg="1"/>
      <p:bldP spid="62" grpId="0" build="p">
        <p:tmplLst>
          <p:tmpl lvl="1">
            <p:tnLst>
              <p:par>
                <p:cTn presetID="22" presetClass="entr" presetSubtype="2" fill="hold" nodeType="afterEffect">
                  <p:stCondLst>
                    <p:cond delay="0"/>
                  </p:stCondLst>
                  <p:childTnLst>
                    <p:set>
                      <p:cBhvr>
                        <p:cTn dur="1" fill="hold">
                          <p:stCondLst>
                            <p:cond delay="0"/>
                          </p:stCondLst>
                        </p:cTn>
                        <p:tgtEl>
                          <p:spTgt spid="62"/>
                        </p:tgtEl>
                        <p:attrNameLst>
                          <p:attrName>style.visibility</p:attrName>
                        </p:attrNameLst>
                      </p:cBhvr>
                      <p:to>
                        <p:strVal val="visible"/>
                      </p:to>
                    </p:set>
                    <p:animEffect transition="in" filter="wipe(right)">
                      <p:cBhvr>
                        <p:cTn dur="500"/>
                        <p:tgtEl>
                          <p:spTgt spid="62"/>
                        </p:tgtEl>
                      </p:cBhvr>
                    </p:animEffect>
                  </p:childTnLst>
                </p:cTn>
              </p:par>
            </p:tnLst>
          </p:tmpl>
        </p:tmplLst>
      </p:bldP>
      <p:bldP spid="63" grpId="0" animBg="1"/>
      <p:bldP spid="72" grpId="0" build="p">
        <p:tmplLst>
          <p:tmpl lvl="1">
            <p:tnLst>
              <p:par>
                <p:cTn presetID="22" presetClass="entr" presetSubtype="2"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wipe(right)">
                      <p:cBhvr>
                        <p:cTn dur="500"/>
                        <p:tgtEl>
                          <p:spTgt spid="72"/>
                        </p:tgtEl>
                      </p:cBhvr>
                    </p:animEffect>
                  </p:childTnLst>
                </p:cTn>
              </p:par>
            </p:tnLst>
          </p:tmpl>
        </p:tmplLst>
      </p:bldP>
      <p:bldP spid="73" grpId="0" build="p">
        <p:tmplLst>
          <p:tmpl lvl="1">
            <p:tnLst>
              <p:par>
                <p:cTn presetID="10" presetClass="entr" presetSubtype="0" fill="hold" nodeType="afterEffect">
                  <p:stCondLst>
                    <p:cond delay="0"/>
                  </p:stCondLst>
                  <p:childTnLst>
                    <p:set>
                      <p:cBhvr>
                        <p:cTn dur="1" fill="hold">
                          <p:stCondLst>
                            <p:cond delay="0"/>
                          </p:stCondLst>
                        </p:cTn>
                        <p:tgtEl>
                          <p:spTgt spid="73"/>
                        </p:tgtEl>
                        <p:attrNameLst>
                          <p:attrName>style.visibility</p:attrName>
                        </p:attrNameLst>
                      </p:cBhvr>
                      <p:to>
                        <p:strVal val="visible"/>
                      </p:to>
                    </p:set>
                    <p:animEffect transition="in" filter="fade">
                      <p:cBhvr>
                        <p:cTn dur="500"/>
                        <p:tgtEl>
                          <p:spTgt spid="73"/>
                        </p:tgtEl>
                      </p:cBhvr>
                    </p:animEffect>
                  </p:childTnLst>
                </p:cTn>
              </p:par>
            </p:tnLst>
          </p:tmpl>
        </p:tmplLst>
      </p:bldP>
    </p:bld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Mobile 1">
    <p:spTree>
      <p:nvGrpSpPr>
        <p:cNvPr id="1" name=""/>
        <p:cNvGrpSpPr/>
        <p:nvPr/>
      </p:nvGrpSpPr>
      <p:grpSpPr>
        <a:xfrm>
          <a:off x="0" y="0"/>
          <a:ext cx="0" cy="0"/>
          <a:chOff x="0" y="0"/>
          <a:chExt cx="0" cy="0"/>
        </a:xfrm>
      </p:grpSpPr>
      <p:sp>
        <p:nvSpPr>
          <p:cNvPr id="7" name="正方形/長方形 6"/>
          <p:cNvSpPr/>
          <p:nvPr userDrawn="1"/>
        </p:nvSpPr>
        <p:spPr>
          <a:xfrm>
            <a:off x="-29029" y="-29028"/>
            <a:ext cx="18360000" cy="5184000"/>
          </a:xfrm>
          <a:prstGeom prst="rect">
            <a:avLst/>
          </a:pr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p:cNvCxnSpPr/>
          <p:nvPr userDrawn="1"/>
        </p:nvCxnSpPr>
        <p:spPr>
          <a:xfrm>
            <a:off x="0" y="5001756"/>
            <a:ext cx="18291175"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1" name="テキスト プレースホルダー 5"/>
          <p:cNvSpPr>
            <a:spLocks noGrp="1"/>
          </p:cNvSpPr>
          <p:nvPr>
            <p:ph type="body" sz="quarter" idx="16" hasCustomPrompt="1"/>
          </p:nvPr>
        </p:nvSpPr>
        <p:spPr>
          <a:xfrm>
            <a:off x="7194310" y="961964"/>
            <a:ext cx="9468090" cy="3976913"/>
          </a:xfrm>
          <a:prstGeom prst="rect">
            <a:avLst/>
          </a:prstGeom>
        </p:spPr>
        <p:txBody>
          <a:bodyPr anchor="b">
            <a:noAutofit/>
          </a:bodyPr>
          <a:lstStyle>
            <a:lvl1pPr algn="l">
              <a:lnSpc>
                <a:spcPts val="8800"/>
              </a:lnSpc>
              <a:spcBef>
                <a:spcPts val="0"/>
              </a:spcBef>
              <a:defRPr sz="8800" i="0" baseline="0">
                <a:blipFill dpi="0" rotWithShape="1">
                  <a:blip r:embed="rId3"/>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a:t>
            </a:r>
            <a:br>
              <a:rPr kumimoji="1" lang="en-US" altLang="ja-JP" dirty="0"/>
            </a:br>
            <a:r>
              <a:rPr kumimoji="1" lang="en-US" altLang="ja-JP" dirty="0"/>
              <a:t>HERE</a:t>
            </a:r>
            <a:endParaRPr kumimoji="1" lang="ja-JP" altLang="en-US" dirty="0"/>
          </a:p>
        </p:txBody>
      </p:sp>
      <p:sp>
        <p:nvSpPr>
          <p:cNvPr id="13" name="テキスト プレースホルダー 5"/>
          <p:cNvSpPr>
            <a:spLocks noGrp="1"/>
          </p:cNvSpPr>
          <p:nvPr>
            <p:ph type="body" sz="quarter" idx="12" hasCustomPrompt="1"/>
          </p:nvPr>
        </p:nvSpPr>
        <p:spPr>
          <a:xfrm>
            <a:off x="7174524" y="5298094"/>
            <a:ext cx="9531420" cy="3932989"/>
          </a:xfrm>
          <a:prstGeom prst="rect">
            <a:avLst/>
          </a:prstGeom>
        </p:spPr>
        <p:txBody>
          <a:bodyPr anchor="t">
            <a:normAutofit/>
          </a:bodyPr>
          <a:lstStyle>
            <a:lvl1pPr marL="342900" indent="-342900" algn="l">
              <a:lnSpc>
                <a:spcPct val="130000"/>
              </a:lnSpc>
              <a:buFontTx/>
              <a:buBlip>
                <a:blip r:embed="rId4"/>
              </a:buBlip>
              <a:defRPr sz="2000" baseline="0">
                <a:solidFill>
                  <a:schemeClr val="tx2"/>
                </a:solidFill>
              </a:defRPr>
            </a:lvl1pPr>
          </a:lstStyle>
          <a:p>
            <a:pPr lvl="0"/>
            <a:r>
              <a:rPr kumimoji="1" lang="en-US" altLang="ja-JP" dirty="0"/>
              <a:t>Text Here</a:t>
            </a:r>
            <a:endParaRPr kumimoji="1" lang="ja-JP" altLang="en-US" dirty="0"/>
          </a:p>
        </p:txBody>
      </p:sp>
      <p:pic>
        <p:nvPicPr>
          <p:cNvPr id="2" name="図 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609167" y="767381"/>
            <a:ext cx="4144801" cy="8468751"/>
          </a:xfrm>
          <a:prstGeom prst="rect">
            <a:avLst/>
          </a:prstGeom>
          <a:effectLst>
            <a:outerShdw blurRad="177800" dist="127000" dir="2700000" algn="tl" rotWithShape="0">
              <a:prstClr val="black">
                <a:alpha val="40000"/>
              </a:prstClr>
            </a:outerShdw>
          </a:effectLst>
        </p:spPr>
      </p:pic>
      <p:sp>
        <p:nvSpPr>
          <p:cNvPr id="4" name="図プレースホルダー 3"/>
          <p:cNvSpPr>
            <a:spLocks noGrp="1"/>
          </p:cNvSpPr>
          <p:nvPr>
            <p:ph type="pic" sz="quarter" idx="17" hasCustomPrompt="1"/>
          </p:nvPr>
        </p:nvSpPr>
        <p:spPr>
          <a:xfrm>
            <a:off x="2901980" y="1851143"/>
            <a:ext cx="3559175" cy="6329362"/>
          </a:xfrm>
          <a:prstGeom prst="rect">
            <a:avLst/>
          </a:prstGeom>
          <a:effectLst>
            <a:innerShdw blurRad="114300">
              <a:prstClr val="black"/>
            </a:innerShdw>
          </a:effectLst>
        </p:spPr>
        <p:txBody>
          <a:bodyPr/>
          <a:lstStyle>
            <a:lvl1pPr>
              <a:defRPr sz="2000" baseline="0"/>
            </a:lvl1pPr>
          </a:lstStyle>
          <a:p>
            <a:r>
              <a:rPr kumimoji="1" lang="en-US" altLang="ja-JP" dirty="0"/>
              <a:t>Add an image</a:t>
            </a:r>
            <a:endParaRPr kumimoji="1" lang="ja-JP" altLang="en-US" dirty="0"/>
          </a:p>
        </p:txBody>
      </p:sp>
    </p:spTree>
    <p:extLst>
      <p:ext uri="{BB962C8B-B14F-4D97-AF65-F5344CB8AC3E}">
        <p14:creationId xmlns:p14="http://schemas.microsoft.com/office/powerpoint/2010/main" val="1991423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2" fill="hold" nodeType="with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par>
                          <p:cTn id="11" fill="hold">
                            <p:stCondLst>
                              <p:cond delay="750"/>
                            </p:stCondLst>
                            <p:childTnLst>
                              <p:par>
                                <p:cTn id="12" presetID="2" presetClass="entr" presetSubtype="1" decel="10000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1000" fill="hold"/>
                                        <p:tgtEl>
                                          <p:spTgt spid="2"/>
                                        </p:tgtEl>
                                        <p:attrNameLst>
                                          <p:attrName>ppt_x</p:attrName>
                                        </p:attrNameLst>
                                      </p:cBhvr>
                                      <p:tavLst>
                                        <p:tav tm="0">
                                          <p:val>
                                            <p:strVal val="#ppt_x"/>
                                          </p:val>
                                        </p:tav>
                                        <p:tav tm="100000">
                                          <p:val>
                                            <p:strVal val="#ppt_x"/>
                                          </p:val>
                                        </p:tav>
                                      </p:tavLst>
                                    </p:anim>
                                    <p:anim calcmode="lin" valueType="num">
                                      <p:cBhvr additive="base">
                                        <p:cTn id="15" dur="1000" fill="hold"/>
                                        <p:tgtEl>
                                          <p:spTgt spid="2"/>
                                        </p:tgtEl>
                                        <p:attrNameLst>
                                          <p:attrName>ppt_y</p:attrName>
                                        </p:attrNameLst>
                                      </p:cBhvr>
                                      <p:tavLst>
                                        <p:tav tm="0">
                                          <p:val>
                                            <p:strVal val="0-#ppt_h/2"/>
                                          </p:val>
                                        </p:tav>
                                        <p:tav tm="100000">
                                          <p:val>
                                            <p:strVal val="#ppt_y"/>
                                          </p:val>
                                        </p:tav>
                                      </p:tavLst>
                                    </p:anim>
                                  </p:childTnLst>
                                </p:cTn>
                              </p:par>
                              <p:par>
                                <p:cTn id="16" presetID="2" presetClass="entr" presetSubtype="1" decel="10000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1000" fill="hold"/>
                                        <p:tgtEl>
                                          <p:spTgt spid="4"/>
                                        </p:tgtEl>
                                        <p:attrNameLst>
                                          <p:attrName>ppt_x</p:attrName>
                                        </p:attrNameLst>
                                      </p:cBhvr>
                                      <p:tavLst>
                                        <p:tav tm="0">
                                          <p:val>
                                            <p:strVal val="#ppt_x"/>
                                          </p:val>
                                        </p:tav>
                                        <p:tav tm="100000">
                                          <p:val>
                                            <p:strVal val="#ppt_x"/>
                                          </p:val>
                                        </p:tav>
                                      </p:tavLst>
                                    </p:anim>
                                    <p:anim calcmode="lin" valueType="num">
                                      <p:cBhvr additive="base">
                                        <p:cTn id="19" dur="1000" fill="hold"/>
                                        <p:tgtEl>
                                          <p:spTgt spid="4"/>
                                        </p:tgtEl>
                                        <p:attrNameLst>
                                          <p:attrName>ppt_y</p:attrName>
                                        </p:attrNameLst>
                                      </p:cBhvr>
                                      <p:tavLst>
                                        <p:tav tm="0">
                                          <p:val>
                                            <p:strVal val="0-#ppt_h/2"/>
                                          </p:val>
                                        </p:tav>
                                        <p:tav tm="100000">
                                          <p:val>
                                            <p:strVal val="#ppt_y"/>
                                          </p:val>
                                        </p:tav>
                                      </p:tavLst>
                                    </p:anim>
                                  </p:childTnLst>
                                </p:cTn>
                              </p:par>
                              <p:par>
                                <p:cTn id="20" presetID="2" presetClass="entr" presetSubtype="3" decel="100000" fill="hold" grpId="0" nodeType="withEffect">
                                  <p:stCondLst>
                                    <p:cond delay="250"/>
                                  </p:stCondLst>
                                  <p:iterate type="wd">
                                    <p:tmPct val="10000"/>
                                  </p:iterate>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750" fill="hold"/>
                                        <p:tgtEl>
                                          <p:spTgt spid="11"/>
                                        </p:tgtEl>
                                        <p:attrNameLst>
                                          <p:attrName>ppt_x</p:attrName>
                                        </p:attrNameLst>
                                      </p:cBhvr>
                                      <p:tavLst>
                                        <p:tav tm="0">
                                          <p:val>
                                            <p:strVal val="1+#ppt_w/2"/>
                                          </p:val>
                                        </p:tav>
                                        <p:tav tm="100000">
                                          <p:val>
                                            <p:strVal val="#ppt_x"/>
                                          </p:val>
                                        </p:tav>
                                      </p:tavLst>
                                    </p:anim>
                                    <p:anim calcmode="lin" valueType="num">
                                      <p:cBhvr additive="base">
                                        <p:cTn id="23" dur="750" fill="hold"/>
                                        <p:tgtEl>
                                          <p:spTgt spid="11"/>
                                        </p:tgtEl>
                                        <p:attrNameLst>
                                          <p:attrName>ppt_y</p:attrName>
                                        </p:attrNameLst>
                                      </p:cBhvr>
                                      <p:tavLst>
                                        <p:tav tm="0">
                                          <p:val>
                                            <p:strVal val="0-#ppt_h/2"/>
                                          </p:val>
                                        </p:tav>
                                        <p:tav tm="100000">
                                          <p:val>
                                            <p:strVal val="#ppt_y"/>
                                          </p:val>
                                        </p:tav>
                                      </p:tavLst>
                                    </p:anim>
                                  </p:childTnLst>
                                </p:cTn>
                              </p:par>
                            </p:childTnLst>
                          </p:cTn>
                        </p:par>
                        <p:par>
                          <p:cTn id="24" fill="hold">
                            <p:stCondLst>
                              <p:cond delay="1825"/>
                            </p:stCondLst>
                            <p:childTnLst>
                              <p:par>
                                <p:cTn id="25" presetID="10" presetClass="entr" presetSubtype="0" fill="hold" grpId="0" nodeType="afterEffect">
                                  <p:stCondLst>
                                    <p:cond delay="25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1" grpId="0">
        <p:tmplLst>
          <p:tmpl>
            <p:tnLst>
              <p:par>
                <p:cTn presetID="2" presetClass="entr" presetSubtype="3" decel="100000" fill="hold" nodeType="withEffect">
                  <p:stCondLst>
                    <p:cond delay="250"/>
                  </p:stCondLst>
                  <p:iterate type="wd">
                    <p:tmPct val="10000"/>
                  </p:iterate>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1+#ppt_w/2"/>
                          </p:val>
                        </p:tav>
                        <p:tav tm="100000">
                          <p:val>
                            <p:strVal val="#ppt_x"/>
                          </p:val>
                        </p:tav>
                      </p:tavLst>
                    </p:anim>
                    <p:anim calcmode="lin" valueType="num">
                      <p:cBhvr additive="base">
                        <p:cTn dur="750" fill="hold"/>
                        <p:tgtEl>
                          <p:spTgt spid="11"/>
                        </p:tgtEl>
                        <p:attrNameLst>
                          <p:attrName>ppt_y</p:attrName>
                        </p:attrNameLst>
                      </p:cBhvr>
                      <p:tavLst>
                        <p:tav tm="0">
                          <p:val>
                            <p:strVal val="0-#ppt_h/2"/>
                          </p:val>
                        </p:tav>
                        <p:tav tm="100000">
                          <p:val>
                            <p:strVal val="#ppt_y"/>
                          </p:val>
                        </p:tav>
                      </p:tavLst>
                    </p:anim>
                  </p:childTnLst>
                </p:cTn>
              </p:par>
            </p:tnLst>
          </p:tmpl>
        </p:tmplLst>
      </p:bldP>
      <p:bldP spid="13" grpId="0">
        <p:tmplLst>
          <p:tmpl>
            <p:tnLst>
              <p:par>
                <p:cTn presetID="10" presetClass="entr" presetSubtype="0" fill="hold" nodeType="afterEffect">
                  <p:stCondLst>
                    <p:cond delay="25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4" grpId="0"/>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Mobile 2">
    <p:spTree>
      <p:nvGrpSpPr>
        <p:cNvPr id="1" name=""/>
        <p:cNvGrpSpPr/>
        <p:nvPr/>
      </p:nvGrpSpPr>
      <p:grpSpPr>
        <a:xfrm>
          <a:off x="0" y="0"/>
          <a:ext cx="0" cy="0"/>
          <a:chOff x="0" y="0"/>
          <a:chExt cx="0" cy="0"/>
        </a:xfrm>
      </p:grpSpPr>
      <p:sp>
        <p:nvSpPr>
          <p:cNvPr id="7" name="正方形/長方形 6"/>
          <p:cNvSpPr/>
          <p:nvPr userDrawn="1"/>
        </p:nvSpPr>
        <p:spPr>
          <a:xfrm>
            <a:off x="-29029" y="-29028"/>
            <a:ext cx="18360000" cy="5184000"/>
          </a:xfrm>
          <a:prstGeom prst="rect">
            <a:avLst/>
          </a:pr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p:cNvCxnSpPr/>
          <p:nvPr userDrawn="1"/>
        </p:nvCxnSpPr>
        <p:spPr>
          <a:xfrm>
            <a:off x="0" y="5001756"/>
            <a:ext cx="18291175"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1" name="テキスト プレースホルダー 5"/>
          <p:cNvSpPr>
            <a:spLocks noGrp="1"/>
          </p:cNvSpPr>
          <p:nvPr>
            <p:ph type="body" sz="quarter" idx="16" hasCustomPrompt="1"/>
          </p:nvPr>
        </p:nvSpPr>
        <p:spPr>
          <a:xfrm>
            <a:off x="9723644" y="961964"/>
            <a:ext cx="7593685" cy="3976913"/>
          </a:xfrm>
          <a:prstGeom prst="rect">
            <a:avLst/>
          </a:prstGeom>
        </p:spPr>
        <p:txBody>
          <a:bodyPr anchor="b">
            <a:noAutofit/>
          </a:bodyPr>
          <a:lstStyle>
            <a:lvl1pPr algn="l">
              <a:lnSpc>
                <a:spcPts val="8800"/>
              </a:lnSpc>
              <a:spcBef>
                <a:spcPts val="0"/>
              </a:spcBef>
              <a:defRPr sz="8800" i="0" baseline="0">
                <a:blipFill dpi="0" rotWithShape="1">
                  <a:blip r:embed="rId3"/>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a:t>
            </a:r>
            <a:br>
              <a:rPr kumimoji="1" lang="en-US" altLang="ja-JP" dirty="0"/>
            </a:br>
            <a:r>
              <a:rPr kumimoji="1" lang="en-US" altLang="ja-JP" dirty="0"/>
              <a:t>HERE</a:t>
            </a:r>
            <a:endParaRPr kumimoji="1" lang="ja-JP" altLang="en-US" dirty="0"/>
          </a:p>
        </p:txBody>
      </p:sp>
      <p:sp>
        <p:nvSpPr>
          <p:cNvPr id="13" name="テキスト プレースホルダー 5"/>
          <p:cNvSpPr>
            <a:spLocks noGrp="1"/>
          </p:cNvSpPr>
          <p:nvPr>
            <p:ph type="body" sz="quarter" idx="12" hasCustomPrompt="1"/>
          </p:nvPr>
        </p:nvSpPr>
        <p:spPr>
          <a:xfrm>
            <a:off x="9720774" y="5298094"/>
            <a:ext cx="7644479" cy="3932989"/>
          </a:xfrm>
          <a:prstGeom prst="rect">
            <a:avLst/>
          </a:prstGeom>
        </p:spPr>
        <p:txBody>
          <a:bodyPr anchor="t">
            <a:normAutofit/>
          </a:bodyPr>
          <a:lstStyle>
            <a:lvl1pPr marL="342900" indent="-342900" algn="l">
              <a:lnSpc>
                <a:spcPct val="130000"/>
              </a:lnSpc>
              <a:buFontTx/>
              <a:buBlip>
                <a:blip r:embed="rId4"/>
              </a:buBlip>
              <a:defRPr sz="2000" baseline="0">
                <a:solidFill>
                  <a:schemeClr val="tx2"/>
                </a:solidFill>
              </a:defRPr>
            </a:lvl1pPr>
          </a:lstStyle>
          <a:p>
            <a:pPr lvl="0"/>
            <a:r>
              <a:rPr kumimoji="1" lang="en-US" altLang="ja-JP" dirty="0"/>
              <a:t>Text Here</a:t>
            </a:r>
            <a:endParaRPr kumimoji="1" lang="ja-JP" altLang="en-US" dirty="0"/>
          </a:p>
        </p:txBody>
      </p:sp>
      <p:pic>
        <p:nvPicPr>
          <p:cNvPr id="3" name="図 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377394" y="961964"/>
            <a:ext cx="5876715" cy="8355707"/>
          </a:xfrm>
          <a:prstGeom prst="rect">
            <a:avLst/>
          </a:prstGeom>
          <a:effectLst>
            <a:outerShdw blurRad="177800" dist="127000" dir="2700000" algn="tl" rotWithShape="0">
              <a:prstClr val="black">
                <a:alpha val="40000"/>
              </a:prstClr>
            </a:outerShdw>
          </a:effectLst>
        </p:spPr>
      </p:pic>
      <p:pic>
        <p:nvPicPr>
          <p:cNvPr id="2" name="図 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88089" y="4118967"/>
            <a:ext cx="2544365" cy="5198704"/>
          </a:xfrm>
          <a:prstGeom prst="rect">
            <a:avLst/>
          </a:prstGeom>
          <a:effectLst>
            <a:outerShdw blurRad="177800" dist="127000" dir="2700000" algn="tl" rotWithShape="0">
              <a:prstClr val="black">
                <a:alpha val="40000"/>
              </a:prstClr>
            </a:outerShdw>
          </a:effectLst>
        </p:spPr>
      </p:pic>
      <p:sp>
        <p:nvSpPr>
          <p:cNvPr id="4" name="図プレースホルダー 3"/>
          <p:cNvSpPr>
            <a:spLocks noGrp="1"/>
          </p:cNvSpPr>
          <p:nvPr>
            <p:ph type="pic" sz="quarter" idx="17" hasCustomPrompt="1"/>
          </p:nvPr>
        </p:nvSpPr>
        <p:spPr>
          <a:xfrm>
            <a:off x="1167838" y="4797663"/>
            <a:ext cx="2184867" cy="3841312"/>
          </a:xfrm>
          <a:prstGeom prst="rect">
            <a:avLst/>
          </a:prstGeom>
          <a:effectLst>
            <a:innerShdw blurRad="114300">
              <a:prstClr val="black"/>
            </a:innerShdw>
          </a:effectLst>
        </p:spPr>
        <p:txBody>
          <a:bodyPr/>
          <a:lstStyle>
            <a:lvl1pPr>
              <a:defRPr sz="2000" baseline="0"/>
            </a:lvl1pPr>
          </a:lstStyle>
          <a:p>
            <a:r>
              <a:rPr kumimoji="1" lang="en-US" altLang="ja-JP" dirty="0"/>
              <a:t>Add an image</a:t>
            </a:r>
            <a:endParaRPr kumimoji="1" lang="ja-JP" altLang="en-US" dirty="0"/>
          </a:p>
        </p:txBody>
      </p:sp>
      <p:sp>
        <p:nvSpPr>
          <p:cNvPr id="9" name="図プレースホルダー 3"/>
          <p:cNvSpPr>
            <a:spLocks noGrp="1"/>
          </p:cNvSpPr>
          <p:nvPr>
            <p:ph type="pic" sz="quarter" idx="18" hasCustomPrompt="1"/>
          </p:nvPr>
        </p:nvSpPr>
        <p:spPr>
          <a:xfrm>
            <a:off x="3765140" y="1737549"/>
            <a:ext cx="5101223" cy="6804537"/>
          </a:xfrm>
          <a:prstGeom prst="rect">
            <a:avLst/>
          </a:prstGeom>
          <a:effectLst>
            <a:innerShdw blurRad="114300">
              <a:prstClr val="black"/>
            </a:innerShdw>
          </a:effectLst>
        </p:spPr>
        <p:txBody>
          <a:bodyPr/>
          <a:lstStyle>
            <a:lvl1pPr>
              <a:defRPr sz="2000" baseline="0"/>
            </a:lvl1pPr>
          </a:lstStyle>
          <a:p>
            <a:r>
              <a:rPr kumimoji="1" lang="en-US" altLang="ja-JP" dirty="0"/>
              <a:t>Add an image</a:t>
            </a:r>
            <a:endParaRPr kumimoji="1" lang="ja-JP" altLang="en-US" dirty="0"/>
          </a:p>
        </p:txBody>
      </p:sp>
    </p:spTree>
    <p:extLst>
      <p:ext uri="{BB962C8B-B14F-4D97-AF65-F5344CB8AC3E}">
        <p14:creationId xmlns:p14="http://schemas.microsoft.com/office/powerpoint/2010/main" val="308955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2" fill="hold" nodeType="with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par>
                          <p:cTn id="11" fill="hold">
                            <p:stCondLst>
                              <p:cond delay="750"/>
                            </p:stCondLst>
                            <p:childTnLst>
                              <p:par>
                                <p:cTn id="12" presetID="2" presetClass="entr" presetSubtype="1" decel="10000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1000" fill="hold"/>
                                        <p:tgtEl>
                                          <p:spTgt spid="9"/>
                                        </p:tgtEl>
                                        <p:attrNameLst>
                                          <p:attrName>ppt_x</p:attrName>
                                        </p:attrNameLst>
                                      </p:cBhvr>
                                      <p:tavLst>
                                        <p:tav tm="0">
                                          <p:val>
                                            <p:strVal val="#ppt_x"/>
                                          </p:val>
                                        </p:tav>
                                        <p:tav tm="100000">
                                          <p:val>
                                            <p:strVal val="#ppt_x"/>
                                          </p:val>
                                        </p:tav>
                                      </p:tavLst>
                                    </p:anim>
                                    <p:anim calcmode="lin" valueType="num">
                                      <p:cBhvr additive="base">
                                        <p:cTn id="15" dur="1000" fill="hold"/>
                                        <p:tgtEl>
                                          <p:spTgt spid="9"/>
                                        </p:tgtEl>
                                        <p:attrNameLst>
                                          <p:attrName>ppt_y</p:attrName>
                                        </p:attrNameLst>
                                      </p:cBhvr>
                                      <p:tavLst>
                                        <p:tav tm="0">
                                          <p:val>
                                            <p:strVal val="0-#ppt_h/2"/>
                                          </p:val>
                                        </p:tav>
                                        <p:tav tm="100000">
                                          <p:val>
                                            <p:strVal val="#ppt_y"/>
                                          </p:val>
                                        </p:tav>
                                      </p:tavLst>
                                    </p:anim>
                                  </p:childTnLst>
                                </p:cTn>
                              </p:par>
                              <p:par>
                                <p:cTn id="16" presetID="2" presetClass="entr" presetSubtype="1" decel="10000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1000" fill="hold"/>
                                        <p:tgtEl>
                                          <p:spTgt spid="3"/>
                                        </p:tgtEl>
                                        <p:attrNameLst>
                                          <p:attrName>ppt_x</p:attrName>
                                        </p:attrNameLst>
                                      </p:cBhvr>
                                      <p:tavLst>
                                        <p:tav tm="0">
                                          <p:val>
                                            <p:strVal val="#ppt_x"/>
                                          </p:val>
                                        </p:tav>
                                        <p:tav tm="100000">
                                          <p:val>
                                            <p:strVal val="#ppt_x"/>
                                          </p:val>
                                        </p:tav>
                                      </p:tavLst>
                                    </p:anim>
                                    <p:anim calcmode="lin" valueType="num">
                                      <p:cBhvr additive="base">
                                        <p:cTn id="19" dur="1000" fill="hold"/>
                                        <p:tgtEl>
                                          <p:spTgt spid="3"/>
                                        </p:tgtEl>
                                        <p:attrNameLst>
                                          <p:attrName>ppt_y</p:attrName>
                                        </p:attrNameLst>
                                      </p:cBhvr>
                                      <p:tavLst>
                                        <p:tav tm="0">
                                          <p:val>
                                            <p:strVal val="0-#ppt_h/2"/>
                                          </p:val>
                                        </p:tav>
                                        <p:tav tm="100000">
                                          <p:val>
                                            <p:strVal val="#ppt_y"/>
                                          </p:val>
                                        </p:tav>
                                      </p:tavLst>
                                    </p:anim>
                                  </p:childTnLst>
                                </p:cTn>
                              </p:par>
                              <p:par>
                                <p:cTn id="20" presetID="2" presetClass="entr" presetSubtype="1" decel="100000" fill="hold" nodeType="withEffect">
                                  <p:stCondLst>
                                    <p:cond delay="50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1000" fill="hold"/>
                                        <p:tgtEl>
                                          <p:spTgt spid="2"/>
                                        </p:tgtEl>
                                        <p:attrNameLst>
                                          <p:attrName>ppt_x</p:attrName>
                                        </p:attrNameLst>
                                      </p:cBhvr>
                                      <p:tavLst>
                                        <p:tav tm="0">
                                          <p:val>
                                            <p:strVal val="#ppt_x"/>
                                          </p:val>
                                        </p:tav>
                                        <p:tav tm="100000">
                                          <p:val>
                                            <p:strVal val="#ppt_x"/>
                                          </p:val>
                                        </p:tav>
                                      </p:tavLst>
                                    </p:anim>
                                    <p:anim calcmode="lin" valueType="num">
                                      <p:cBhvr additive="base">
                                        <p:cTn id="23" dur="1000" fill="hold"/>
                                        <p:tgtEl>
                                          <p:spTgt spid="2"/>
                                        </p:tgtEl>
                                        <p:attrNameLst>
                                          <p:attrName>ppt_y</p:attrName>
                                        </p:attrNameLst>
                                      </p:cBhvr>
                                      <p:tavLst>
                                        <p:tav tm="0">
                                          <p:val>
                                            <p:strVal val="0-#ppt_h/2"/>
                                          </p:val>
                                        </p:tav>
                                        <p:tav tm="100000">
                                          <p:val>
                                            <p:strVal val="#ppt_y"/>
                                          </p:val>
                                        </p:tav>
                                      </p:tavLst>
                                    </p:anim>
                                  </p:childTnLst>
                                </p:cTn>
                              </p:par>
                              <p:par>
                                <p:cTn id="24" presetID="2" presetClass="entr" presetSubtype="1" decel="100000" fill="hold" grpId="0" nodeType="withEffect">
                                  <p:stCondLst>
                                    <p:cond delay="50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1000" fill="hold"/>
                                        <p:tgtEl>
                                          <p:spTgt spid="4"/>
                                        </p:tgtEl>
                                        <p:attrNameLst>
                                          <p:attrName>ppt_x</p:attrName>
                                        </p:attrNameLst>
                                      </p:cBhvr>
                                      <p:tavLst>
                                        <p:tav tm="0">
                                          <p:val>
                                            <p:strVal val="#ppt_x"/>
                                          </p:val>
                                        </p:tav>
                                        <p:tav tm="100000">
                                          <p:val>
                                            <p:strVal val="#ppt_x"/>
                                          </p:val>
                                        </p:tav>
                                      </p:tavLst>
                                    </p:anim>
                                    <p:anim calcmode="lin" valueType="num">
                                      <p:cBhvr additive="base">
                                        <p:cTn id="27" dur="1000" fill="hold"/>
                                        <p:tgtEl>
                                          <p:spTgt spid="4"/>
                                        </p:tgtEl>
                                        <p:attrNameLst>
                                          <p:attrName>ppt_y</p:attrName>
                                        </p:attrNameLst>
                                      </p:cBhvr>
                                      <p:tavLst>
                                        <p:tav tm="0">
                                          <p:val>
                                            <p:strVal val="0-#ppt_h/2"/>
                                          </p:val>
                                        </p:tav>
                                        <p:tav tm="100000">
                                          <p:val>
                                            <p:strVal val="#ppt_y"/>
                                          </p:val>
                                        </p:tav>
                                      </p:tavLst>
                                    </p:anim>
                                  </p:childTnLst>
                                </p:cTn>
                              </p:par>
                              <p:par>
                                <p:cTn id="28" presetID="2" presetClass="entr" presetSubtype="3" decel="100000" fill="hold" grpId="0" nodeType="withEffect">
                                  <p:stCondLst>
                                    <p:cond delay="750"/>
                                  </p:stCondLst>
                                  <p:iterate type="wd">
                                    <p:tmPct val="10000"/>
                                  </p:iterate>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750" fill="hold"/>
                                        <p:tgtEl>
                                          <p:spTgt spid="11"/>
                                        </p:tgtEl>
                                        <p:attrNameLst>
                                          <p:attrName>ppt_x</p:attrName>
                                        </p:attrNameLst>
                                      </p:cBhvr>
                                      <p:tavLst>
                                        <p:tav tm="0">
                                          <p:val>
                                            <p:strVal val="1+#ppt_w/2"/>
                                          </p:val>
                                        </p:tav>
                                        <p:tav tm="100000">
                                          <p:val>
                                            <p:strVal val="#ppt_x"/>
                                          </p:val>
                                        </p:tav>
                                      </p:tavLst>
                                    </p:anim>
                                    <p:anim calcmode="lin" valueType="num">
                                      <p:cBhvr additive="base">
                                        <p:cTn id="31" dur="750" fill="hold"/>
                                        <p:tgtEl>
                                          <p:spTgt spid="11"/>
                                        </p:tgtEl>
                                        <p:attrNameLst>
                                          <p:attrName>ppt_y</p:attrName>
                                        </p:attrNameLst>
                                      </p:cBhvr>
                                      <p:tavLst>
                                        <p:tav tm="0">
                                          <p:val>
                                            <p:strVal val="0-#ppt_h/2"/>
                                          </p:val>
                                        </p:tav>
                                        <p:tav tm="100000">
                                          <p:val>
                                            <p:strVal val="#ppt_y"/>
                                          </p:val>
                                        </p:tav>
                                      </p:tavLst>
                                    </p:anim>
                                  </p:childTnLst>
                                </p:cTn>
                              </p:par>
                            </p:childTnLst>
                          </p:cTn>
                        </p:par>
                        <p:par>
                          <p:cTn id="32" fill="hold">
                            <p:stCondLst>
                              <p:cond delay="2325"/>
                            </p:stCondLst>
                            <p:childTnLst>
                              <p:par>
                                <p:cTn id="33" presetID="10" presetClass="entr" presetSubtype="0" fill="hold" grpId="0" nodeType="afterEffect">
                                  <p:stCondLst>
                                    <p:cond delay="2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1" grpId="0">
        <p:tmplLst>
          <p:tmpl>
            <p:tnLst>
              <p:par>
                <p:cTn presetID="2" presetClass="entr" presetSubtype="3" decel="100000" fill="hold" nodeType="withEffect">
                  <p:stCondLst>
                    <p:cond delay="750"/>
                  </p:stCondLst>
                  <p:iterate type="wd">
                    <p:tmPct val="10000"/>
                  </p:iterate>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1+#ppt_w/2"/>
                          </p:val>
                        </p:tav>
                        <p:tav tm="100000">
                          <p:val>
                            <p:strVal val="#ppt_x"/>
                          </p:val>
                        </p:tav>
                      </p:tavLst>
                    </p:anim>
                    <p:anim calcmode="lin" valueType="num">
                      <p:cBhvr additive="base">
                        <p:cTn dur="750" fill="hold"/>
                        <p:tgtEl>
                          <p:spTgt spid="11"/>
                        </p:tgtEl>
                        <p:attrNameLst>
                          <p:attrName>ppt_y</p:attrName>
                        </p:attrNameLst>
                      </p:cBhvr>
                      <p:tavLst>
                        <p:tav tm="0">
                          <p:val>
                            <p:strVal val="0-#ppt_h/2"/>
                          </p:val>
                        </p:tav>
                        <p:tav tm="100000">
                          <p:val>
                            <p:strVal val="#ppt_y"/>
                          </p:val>
                        </p:tav>
                      </p:tavLst>
                    </p:anim>
                  </p:childTnLst>
                </p:cTn>
              </p:par>
            </p:tnLst>
          </p:tmpl>
        </p:tmplLst>
      </p:bldP>
      <p:bldP spid="13" grpId="0">
        <p:tmplLst>
          <p:tmpl>
            <p:tnLst>
              <p:par>
                <p:cTn presetID="10" presetClass="entr" presetSubtype="0" fill="hold" nodeType="afterEffect">
                  <p:stCondLst>
                    <p:cond delay="25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4" grpId="0"/>
      <p:bldP spid="9" grpId="0"/>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Mobile 3">
    <p:spTree>
      <p:nvGrpSpPr>
        <p:cNvPr id="1" name=""/>
        <p:cNvGrpSpPr/>
        <p:nvPr/>
      </p:nvGrpSpPr>
      <p:grpSpPr>
        <a:xfrm>
          <a:off x="0" y="0"/>
          <a:ext cx="0" cy="0"/>
          <a:chOff x="0" y="0"/>
          <a:chExt cx="0" cy="0"/>
        </a:xfrm>
      </p:grpSpPr>
      <p:sp>
        <p:nvSpPr>
          <p:cNvPr id="7" name="正方形/長方形 6"/>
          <p:cNvSpPr/>
          <p:nvPr userDrawn="1"/>
        </p:nvSpPr>
        <p:spPr>
          <a:xfrm>
            <a:off x="-29029" y="-29029"/>
            <a:ext cx="18360000" cy="7518399"/>
          </a:xfrm>
          <a:prstGeom prst="rect">
            <a:avLst/>
          </a:pr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p:cNvCxnSpPr/>
          <p:nvPr userDrawn="1"/>
        </p:nvCxnSpPr>
        <p:spPr>
          <a:xfrm>
            <a:off x="0" y="7324041"/>
            <a:ext cx="18291175"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3" name="テキスト プレースホルダー 5"/>
          <p:cNvSpPr>
            <a:spLocks noGrp="1"/>
          </p:cNvSpPr>
          <p:nvPr>
            <p:ph type="body" sz="quarter" idx="12" hasCustomPrompt="1"/>
          </p:nvPr>
        </p:nvSpPr>
        <p:spPr>
          <a:xfrm>
            <a:off x="7174524" y="7590971"/>
            <a:ext cx="9776378" cy="1640112"/>
          </a:xfrm>
          <a:prstGeom prst="rect">
            <a:avLst/>
          </a:prstGeom>
        </p:spPr>
        <p:txBody>
          <a:bodyPr anchor="t">
            <a:normAutofit/>
          </a:bodyPr>
          <a:lstStyle>
            <a:lvl1pPr marL="0" indent="0" algn="l">
              <a:lnSpc>
                <a:spcPct val="130000"/>
              </a:lnSpc>
              <a:buFontTx/>
              <a:buNone/>
              <a:defRPr sz="2000" baseline="0">
                <a:solidFill>
                  <a:schemeClr val="tx2"/>
                </a:solidFill>
              </a:defRPr>
            </a:lvl1pPr>
          </a:lstStyle>
          <a:p>
            <a:pPr lvl="0"/>
            <a:r>
              <a:rPr kumimoji="1" lang="en-US" altLang="ja-JP" dirty="0"/>
              <a:t>Text Here</a:t>
            </a:r>
            <a:endParaRPr kumimoji="1" lang="ja-JP" altLang="en-US" dirty="0"/>
          </a:p>
        </p:txBody>
      </p:sp>
      <p:pic>
        <p:nvPicPr>
          <p:cNvPr id="2" name="図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09167" y="767381"/>
            <a:ext cx="4144801" cy="8468751"/>
          </a:xfrm>
          <a:prstGeom prst="rect">
            <a:avLst/>
          </a:prstGeom>
          <a:effectLst>
            <a:outerShdw blurRad="177800" dist="127000" dir="2700000" algn="tl" rotWithShape="0">
              <a:prstClr val="black">
                <a:alpha val="40000"/>
              </a:prstClr>
            </a:outerShdw>
          </a:effectLst>
        </p:spPr>
      </p:pic>
      <p:sp>
        <p:nvSpPr>
          <p:cNvPr id="4" name="図プレースホルダー 3"/>
          <p:cNvSpPr>
            <a:spLocks noGrp="1"/>
          </p:cNvSpPr>
          <p:nvPr>
            <p:ph type="pic" sz="quarter" idx="17" hasCustomPrompt="1"/>
          </p:nvPr>
        </p:nvSpPr>
        <p:spPr>
          <a:xfrm>
            <a:off x="2901980" y="1851143"/>
            <a:ext cx="3559175" cy="6329362"/>
          </a:xfrm>
          <a:prstGeom prst="rect">
            <a:avLst/>
          </a:prstGeom>
          <a:effectLst>
            <a:innerShdw blurRad="114300">
              <a:prstClr val="black"/>
            </a:innerShdw>
          </a:effectLst>
        </p:spPr>
        <p:txBody>
          <a:bodyPr/>
          <a:lstStyle>
            <a:lvl1pPr>
              <a:defRPr sz="2000" baseline="0"/>
            </a:lvl1pPr>
          </a:lstStyle>
          <a:p>
            <a:r>
              <a:rPr kumimoji="1" lang="en-US" altLang="ja-JP" dirty="0"/>
              <a:t>Add an image</a:t>
            </a:r>
            <a:endParaRPr kumimoji="1" lang="ja-JP" altLang="en-US" dirty="0"/>
          </a:p>
        </p:txBody>
      </p:sp>
      <p:sp>
        <p:nvSpPr>
          <p:cNvPr id="9" name="図プレースホルダー 28"/>
          <p:cNvSpPr>
            <a:spLocks noGrp="1"/>
          </p:cNvSpPr>
          <p:nvPr>
            <p:ph type="pic" sz="quarter" idx="22" hasCustomPrompt="1"/>
          </p:nvPr>
        </p:nvSpPr>
        <p:spPr>
          <a:xfrm>
            <a:off x="7158226" y="1311728"/>
            <a:ext cx="767673" cy="767673"/>
          </a:xfrm>
          <a:prstGeom prst="rect">
            <a:avLst/>
          </a:prstGeom>
          <a:effectLst>
            <a:innerShdw blurRad="63500" dist="508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10" name="テキスト プレースホルダー 5"/>
          <p:cNvSpPr>
            <a:spLocks noGrp="1"/>
          </p:cNvSpPr>
          <p:nvPr>
            <p:ph type="body" sz="quarter" idx="23" hasCustomPrompt="1"/>
          </p:nvPr>
        </p:nvSpPr>
        <p:spPr>
          <a:xfrm>
            <a:off x="8069942" y="2002528"/>
            <a:ext cx="8880959" cy="958387"/>
          </a:xfrm>
          <a:prstGeom prst="rect">
            <a:avLst/>
          </a:prstGeom>
        </p:spPr>
        <p:txBody>
          <a:bodyPr anchor="t">
            <a:normAutofit/>
          </a:bodyPr>
          <a:lstStyle>
            <a:lvl1pPr algn="l">
              <a:lnSpc>
                <a:spcPct val="120000"/>
              </a:lnSpc>
              <a:spcBef>
                <a:spcPts val="0"/>
              </a:spcBef>
              <a:defRPr sz="2000" baseline="0">
                <a:solidFill>
                  <a:schemeClr val="bg1"/>
                </a:solidFill>
              </a:defRPr>
            </a:lvl1pPr>
          </a:lstStyle>
          <a:p>
            <a:pPr lvl="0"/>
            <a:r>
              <a:rPr kumimoji="1" lang="en-US" altLang="ja-JP" dirty="0"/>
              <a:t>Text Here</a:t>
            </a:r>
          </a:p>
          <a:p>
            <a:pPr lvl="0"/>
            <a:r>
              <a:rPr kumimoji="1" lang="en-US" altLang="ja-JP" dirty="0"/>
              <a:t>Text Here</a:t>
            </a:r>
            <a:endParaRPr kumimoji="1" lang="ja-JP" altLang="en-US" dirty="0"/>
          </a:p>
        </p:txBody>
      </p:sp>
      <p:sp>
        <p:nvSpPr>
          <p:cNvPr id="14" name="テキスト プレースホルダー 5"/>
          <p:cNvSpPr>
            <a:spLocks noGrp="1"/>
          </p:cNvSpPr>
          <p:nvPr>
            <p:ph type="body" sz="quarter" idx="15" hasCustomPrompt="1"/>
          </p:nvPr>
        </p:nvSpPr>
        <p:spPr>
          <a:xfrm>
            <a:off x="8069942" y="1369785"/>
            <a:ext cx="8880960" cy="647693"/>
          </a:xfrm>
          <a:prstGeom prst="rect">
            <a:avLst/>
          </a:prstGeo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21" name="図プレースホルダー 28"/>
          <p:cNvSpPr>
            <a:spLocks noGrp="1"/>
          </p:cNvSpPr>
          <p:nvPr>
            <p:ph type="pic" sz="quarter" idx="24" hasCustomPrompt="1"/>
          </p:nvPr>
        </p:nvSpPr>
        <p:spPr>
          <a:xfrm>
            <a:off x="7158226" y="3124085"/>
            <a:ext cx="767673" cy="767673"/>
          </a:xfrm>
          <a:prstGeom prst="rect">
            <a:avLst/>
          </a:prstGeom>
          <a:effectLst>
            <a:innerShdw blurRad="63500" dist="508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22" name="テキスト プレースホルダー 5"/>
          <p:cNvSpPr>
            <a:spLocks noGrp="1"/>
          </p:cNvSpPr>
          <p:nvPr>
            <p:ph type="body" sz="quarter" idx="25" hasCustomPrompt="1"/>
          </p:nvPr>
        </p:nvSpPr>
        <p:spPr>
          <a:xfrm>
            <a:off x="8069942" y="3814885"/>
            <a:ext cx="8880959" cy="958387"/>
          </a:xfrm>
          <a:prstGeom prst="rect">
            <a:avLst/>
          </a:prstGeom>
        </p:spPr>
        <p:txBody>
          <a:bodyPr anchor="t">
            <a:normAutofit/>
          </a:bodyPr>
          <a:lstStyle>
            <a:lvl1pPr algn="l">
              <a:lnSpc>
                <a:spcPct val="120000"/>
              </a:lnSpc>
              <a:spcBef>
                <a:spcPts val="0"/>
              </a:spcBef>
              <a:defRPr sz="2000" baseline="0">
                <a:solidFill>
                  <a:schemeClr val="bg1"/>
                </a:solidFill>
              </a:defRPr>
            </a:lvl1pPr>
          </a:lstStyle>
          <a:p>
            <a:pPr lvl="0"/>
            <a:r>
              <a:rPr kumimoji="1" lang="en-US" altLang="ja-JP" dirty="0"/>
              <a:t>Text Here</a:t>
            </a:r>
          </a:p>
          <a:p>
            <a:pPr lvl="0"/>
            <a:r>
              <a:rPr kumimoji="1" lang="en-US" altLang="ja-JP" dirty="0"/>
              <a:t>Text Here</a:t>
            </a:r>
            <a:endParaRPr kumimoji="1" lang="ja-JP" altLang="en-US" dirty="0"/>
          </a:p>
        </p:txBody>
      </p:sp>
      <p:sp>
        <p:nvSpPr>
          <p:cNvPr id="23" name="テキスト プレースホルダー 5"/>
          <p:cNvSpPr>
            <a:spLocks noGrp="1"/>
          </p:cNvSpPr>
          <p:nvPr>
            <p:ph type="body" sz="quarter" idx="26" hasCustomPrompt="1"/>
          </p:nvPr>
        </p:nvSpPr>
        <p:spPr>
          <a:xfrm>
            <a:off x="8069942" y="3182142"/>
            <a:ext cx="8880960" cy="647693"/>
          </a:xfrm>
          <a:prstGeom prst="rect">
            <a:avLst/>
          </a:prstGeo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24" name="図プレースホルダー 28"/>
          <p:cNvSpPr>
            <a:spLocks noGrp="1"/>
          </p:cNvSpPr>
          <p:nvPr>
            <p:ph type="pic" sz="quarter" idx="27" hasCustomPrompt="1"/>
          </p:nvPr>
        </p:nvSpPr>
        <p:spPr>
          <a:xfrm>
            <a:off x="7158226" y="4936442"/>
            <a:ext cx="767673" cy="767673"/>
          </a:xfrm>
          <a:prstGeom prst="rect">
            <a:avLst/>
          </a:prstGeom>
          <a:effectLst>
            <a:innerShdw blurRad="63500" dist="508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25" name="テキスト プレースホルダー 5"/>
          <p:cNvSpPr>
            <a:spLocks noGrp="1"/>
          </p:cNvSpPr>
          <p:nvPr>
            <p:ph type="body" sz="quarter" idx="28" hasCustomPrompt="1"/>
          </p:nvPr>
        </p:nvSpPr>
        <p:spPr>
          <a:xfrm>
            <a:off x="8069942" y="5627242"/>
            <a:ext cx="8880959" cy="958387"/>
          </a:xfrm>
          <a:prstGeom prst="rect">
            <a:avLst/>
          </a:prstGeom>
        </p:spPr>
        <p:txBody>
          <a:bodyPr anchor="t">
            <a:normAutofit/>
          </a:bodyPr>
          <a:lstStyle>
            <a:lvl1pPr algn="l">
              <a:lnSpc>
                <a:spcPct val="120000"/>
              </a:lnSpc>
              <a:spcBef>
                <a:spcPts val="0"/>
              </a:spcBef>
              <a:defRPr sz="2000" baseline="0">
                <a:solidFill>
                  <a:schemeClr val="bg1"/>
                </a:solidFill>
              </a:defRPr>
            </a:lvl1pPr>
          </a:lstStyle>
          <a:p>
            <a:pPr lvl="0"/>
            <a:r>
              <a:rPr kumimoji="1" lang="en-US" altLang="ja-JP" dirty="0"/>
              <a:t>Text Here</a:t>
            </a:r>
          </a:p>
          <a:p>
            <a:pPr lvl="0"/>
            <a:r>
              <a:rPr kumimoji="1" lang="en-US" altLang="ja-JP" dirty="0"/>
              <a:t>Text Here</a:t>
            </a:r>
            <a:endParaRPr kumimoji="1" lang="ja-JP" altLang="en-US" dirty="0"/>
          </a:p>
        </p:txBody>
      </p:sp>
      <p:sp>
        <p:nvSpPr>
          <p:cNvPr id="26" name="テキスト プレースホルダー 5"/>
          <p:cNvSpPr>
            <a:spLocks noGrp="1"/>
          </p:cNvSpPr>
          <p:nvPr>
            <p:ph type="body" sz="quarter" idx="29" hasCustomPrompt="1"/>
          </p:nvPr>
        </p:nvSpPr>
        <p:spPr>
          <a:xfrm>
            <a:off x="8069942" y="4994499"/>
            <a:ext cx="8880960" cy="647693"/>
          </a:xfrm>
          <a:prstGeom prst="rect">
            <a:avLst/>
          </a:prstGeo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171239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2" fill="hold" nodeType="withEffect">
                                  <p:stCondLst>
                                    <p:cond delay="250"/>
                                  </p:stCondLst>
                                  <p:childTnLst>
                                    <p:set>
                                      <p:cBhvr>
                                        <p:cTn id="9" dur="1" fill="hold">
                                          <p:stCondLst>
                                            <p:cond delay="0"/>
                                          </p:stCondLst>
                                        </p:cTn>
                                        <p:tgtEl>
                                          <p:spTgt spid="8"/>
                                        </p:tgtEl>
                                        <p:attrNameLst>
                                          <p:attrName>style.visibility</p:attrName>
                                        </p:attrNameLst>
                                      </p:cBhvr>
                                      <p:to>
                                        <p:strVal val="visible"/>
                                      </p:to>
                                    </p:set>
                                    <p:animEffect transition="in" filter="wipe(right)">
                                      <p:cBhvr>
                                        <p:cTn id="10" dur="500"/>
                                        <p:tgtEl>
                                          <p:spTgt spid="8"/>
                                        </p:tgtEl>
                                      </p:cBhvr>
                                    </p:animEffect>
                                  </p:childTnLst>
                                </p:cTn>
                              </p:par>
                            </p:childTnLst>
                          </p:cTn>
                        </p:par>
                        <p:par>
                          <p:cTn id="11" fill="hold">
                            <p:stCondLst>
                              <p:cond delay="750"/>
                            </p:stCondLst>
                            <p:childTnLst>
                              <p:par>
                                <p:cTn id="12" presetID="2" presetClass="entr" presetSubtype="1" decel="10000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1000" fill="hold"/>
                                        <p:tgtEl>
                                          <p:spTgt spid="2"/>
                                        </p:tgtEl>
                                        <p:attrNameLst>
                                          <p:attrName>ppt_x</p:attrName>
                                        </p:attrNameLst>
                                      </p:cBhvr>
                                      <p:tavLst>
                                        <p:tav tm="0">
                                          <p:val>
                                            <p:strVal val="#ppt_x"/>
                                          </p:val>
                                        </p:tav>
                                        <p:tav tm="100000">
                                          <p:val>
                                            <p:strVal val="#ppt_x"/>
                                          </p:val>
                                        </p:tav>
                                      </p:tavLst>
                                    </p:anim>
                                    <p:anim calcmode="lin" valueType="num">
                                      <p:cBhvr additive="base">
                                        <p:cTn id="15" dur="1000" fill="hold"/>
                                        <p:tgtEl>
                                          <p:spTgt spid="2"/>
                                        </p:tgtEl>
                                        <p:attrNameLst>
                                          <p:attrName>ppt_y</p:attrName>
                                        </p:attrNameLst>
                                      </p:cBhvr>
                                      <p:tavLst>
                                        <p:tav tm="0">
                                          <p:val>
                                            <p:strVal val="0-#ppt_h/2"/>
                                          </p:val>
                                        </p:tav>
                                        <p:tav tm="100000">
                                          <p:val>
                                            <p:strVal val="#ppt_y"/>
                                          </p:val>
                                        </p:tav>
                                      </p:tavLst>
                                    </p:anim>
                                  </p:childTnLst>
                                </p:cTn>
                              </p:par>
                              <p:par>
                                <p:cTn id="16" presetID="2" presetClass="entr" presetSubtype="1" decel="10000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1000" fill="hold"/>
                                        <p:tgtEl>
                                          <p:spTgt spid="4"/>
                                        </p:tgtEl>
                                        <p:attrNameLst>
                                          <p:attrName>ppt_x</p:attrName>
                                        </p:attrNameLst>
                                      </p:cBhvr>
                                      <p:tavLst>
                                        <p:tav tm="0">
                                          <p:val>
                                            <p:strVal val="#ppt_x"/>
                                          </p:val>
                                        </p:tav>
                                        <p:tav tm="100000">
                                          <p:val>
                                            <p:strVal val="#ppt_x"/>
                                          </p:val>
                                        </p:tav>
                                      </p:tavLst>
                                    </p:anim>
                                    <p:anim calcmode="lin" valueType="num">
                                      <p:cBhvr additive="base">
                                        <p:cTn id="19" dur="1000" fill="hold"/>
                                        <p:tgtEl>
                                          <p:spTgt spid="4"/>
                                        </p:tgtEl>
                                        <p:attrNameLst>
                                          <p:attrName>ppt_y</p:attrName>
                                        </p:attrNameLst>
                                      </p:cBhvr>
                                      <p:tavLst>
                                        <p:tav tm="0">
                                          <p:val>
                                            <p:strVal val="0-#ppt_h/2"/>
                                          </p:val>
                                        </p:tav>
                                        <p:tav tm="100000">
                                          <p:val>
                                            <p:strVal val="#ppt_y"/>
                                          </p:val>
                                        </p:tav>
                                      </p:tavLst>
                                    </p:anim>
                                  </p:childTnLst>
                                </p:cTn>
                              </p:par>
                            </p:childTnLst>
                          </p:cTn>
                        </p:par>
                        <p:par>
                          <p:cTn id="20" fill="hold">
                            <p:stCondLst>
                              <p:cond delay="1750"/>
                            </p:stCondLst>
                            <p:childTnLst>
                              <p:par>
                                <p:cTn id="21" presetID="49" presetClass="entr" presetSubtype="0" decel="100000" fill="hold" grpId="0" nodeType="afterEffect">
                                  <p:stCondLst>
                                    <p:cond delay="250"/>
                                  </p:stCondLst>
                                  <p:childTnLst>
                                    <p:set>
                                      <p:cBhvr>
                                        <p:cTn id="22" dur="1" fill="hold">
                                          <p:stCondLst>
                                            <p:cond delay="0"/>
                                          </p:stCondLst>
                                        </p:cTn>
                                        <p:tgtEl>
                                          <p:spTgt spid="9"/>
                                        </p:tgtEl>
                                        <p:attrNameLst>
                                          <p:attrName>style.visibility</p:attrName>
                                        </p:attrNameLst>
                                      </p:cBhvr>
                                      <p:to>
                                        <p:strVal val="visible"/>
                                      </p:to>
                                    </p:set>
                                    <p:anim calcmode="lin" valueType="num">
                                      <p:cBhvr>
                                        <p:cTn id="23" dur="500" fill="hold"/>
                                        <p:tgtEl>
                                          <p:spTgt spid="9"/>
                                        </p:tgtEl>
                                        <p:attrNameLst>
                                          <p:attrName>ppt_w</p:attrName>
                                        </p:attrNameLst>
                                      </p:cBhvr>
                                      <p:tavLst>
                                        <p:tav tm="0">
                                          <p:val>
                                            <p:fltVal val="0"/>
                                          </p:val>
                                        </p:tav>
                                        <p:tav tm="100000">
                                          <p:val>
                                            <p:strVal val="#ppt_w"/>
                                          </p:val>
                                        </p:tav>
                                      </p:tavLst>
                                    </p:anim>
                                    <p:anim calcmode="lin" valueType="num">
                                      <p:cBhvr>
                                        <p:cTn id="24" dur="500" fill="hold"/>
                                        <p:tgtEl>
                                          <p:spTgt spid="9"/>
                                        </p:tgtEl>
                                        <p:attrNameLst>
                                          <p:attrName>ppt_h</p:attrName>
                                        </p:attrNameLst>
                                      </p:cBhvr>
                                      <p:tavLst>
                                        <p:tav tm="0">
                                          <p:val>
                                            <p:fltVal val="0"/>
                                          </p:val>
                                        </p:tav>
                                        <p:tav tm="100000">
                                          <p:val>
                                            <p:strVal val="#ppt_h"/>
                                          </p:val>
                                        </p:tav>
                                      </p:tavLst>
                                    </p:anim>
                                    <p:anim calcmode="lin" valueType="num">
                                      <p:cBhvr>
                                        <p:cTn id="25" dur="500" fill="hold"/>
                                        <p:tgtEl>
                                          <p:spTgt spid="9"/>
                                        </p:tgtEl>
                                        <p:attrNameLst>
                                          <p:attrName>style.rotation</p:attrName>
                                        </p:attrNameLst>
                                      </p:cBhvr>
                                      <p:tavLst>
                                        <p:tav tm="0">
                                          <p:val>
                                            <p:fltVal val="360"/>
                                          </p:val>
                                        </p:tav>
                                        <p:tav tm="100000">
                                          <p:val>
                                            <p:fltVal val="0"/>
                                          </p:val>
                                        </p:tav>
                                      </p:tavLst>
                                    </p:anim>
                                    <p:animEffect transition="in" filter="fade">
                                      <p:cBhvr>
                                        <p:cTn id="26" dur="500"/>
                                        <p:tgtEl>
                                          <p:spTgt spid="9"/>
                                        </p:tgtEl>
                                      </p:cBhvr>
                                    </p:animEffect>
                                  </p:childTnLst>
                                </p:cTn>
                              </p:par>
                              <p:par>
                                <p:cTn id="27" presetID="2" presetClass="entr" presetSubtype="2" decel="100000" fill="hold" grpId="0" nodeType="withEffect">
                                  <p:stCondLst>
                                    <p:cond delay="250"/>
                                  </p:stCondLst>
                                  <p:childTnLst>
                                    <p:set>
                                      <p:cBhvr>
                                        <p:cTn id="28" dur="1" fill="hold">
                                          <p:stCondLst>
                                            <p:cond delay="0"/>
                                          </p:stCondLst>
                                        </p:cTn>
                                        <p:tgtEl>
                                          <p:spTgt spid="14">
                                            <p:txEl>
                                              <p:pRg st="0" end="0"/>
                                            </p:txEl>
                                          </p:spTgt>
                                        </p:tgtEl>
                                        <p:attrNameLst>
                                          <p:attrName>style.visibility</p:attrName>
                                        </p:attrNameLst>
                                      </p:cBhvr>
                                      <p:to>
                                        <p:strVal val="visible"/>
                                      </p:to>
                                    </p:set>
                                    <p:anim calcmode="lin" valueType="num">
                                      <p:cBhvr additive="base">
                                        <p:cTn id="29" dur="100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30" dur="1000" fill="hold"/>
                                        <p:tgtEl>
                                          <p:spTgt spid="14">
                                            <p:txEl>
                                              <p:pRg st="0" end="0"/>
                                            </p:txEl>
                                          </p:spTgt>
                                        </p:tgtEl>
                                        <p:attrNameLst>
                                          <p:attrName>ppt_y</p:attrName>
                                        </p:attrNameLst>
                                      </p:cBhvr>
                                      <p:tavLst>
                                        <p:tav tm="0">
                                          <p:val>
                                            <p:strVal val="#ppt_y"/>
                                          </p:val>
                                        </p:tav>
                                        <p:tav tm="100000">
                                          <p:val>
                                            <p:strVal val="#ppt_y"/>
                                          </p:val>
                                        </p:tav>
                                      </p:tavLst>
                                    </p:anim>
                                  </p:childTnLst>
                                </p:cTn>
                              </p:par>
                              <p:par>
                                <p:cTn id="31" presetID="10" presetClass="entr" presetSubtype="0" fill="hold" grpId="1" nodeType="withEffect">
                                  <p:stCondLst>
                                    <p:cond delay="750"/>
                                  </p:stCondLst>
                                  <p:childTnLst>
                                    <p:set>
                                      <p:cBhvr>
                                        <p:cTn id="32" dur="1" fill="hold">
                                          <p:stCondLst>
                                            <p:cond delay="0"/>
                                          </p:stCondLst>
                                        </p:cTn>
                                        <p:tgtEl>
                                          <p:spTgt spid="14">
                                            <p:txEl>
                                              <p:pRg st="0" end="0"/>
                                            </p:txEl>
                                          </p:spTgt>
                                        </p:tgtEl>
                                        <p:attrNameLst>
                                          <p:attrName>style.visibility</p:attrName>
                                        </p:attrNameLst>
                                      </p:cBhvr>
                                      <p:to>
                                        <p:strVal val="visible"/>
                                      </p:to>
                                    </p:set>
                                    <p:animEffect transition="in" filter="fade">
                                      <p:cBhvr>
                                        <p:cTn id="33" dur="500"/>
                                        <p:tgtEl>
                                          <p:spTgt spid="14">
                                            <p:txEl>
                                              <p:pRg st="0" end="0"/>
                                            </p:txEl>
                                          </p:spTgt>
                                        </p:tgtEl>
                                      </p:cBhvr>
                                    </p:animEffect>
                                  </p:childTnLst>
                                </p:cTn>
                              </p:par>
                              <p:par>
                                <p:cTn id="34" presetID="1" presetClass="exit" presetSubtype="0" fill="hold" grpId="2" nodeType="withEffect">
                                  <p:stCondLst>
                                    <p:cond delay="250"/>
                                  </p:stCondLst>
                                  <p:childTnLst>
                                    <p:set>
                                      <p:cBhvr>
                                        <p:cTn id="35" dur="1" fill="hold">
                                          <p:stCondLst>
                                            <p:cond delay="0"/>
                                          </p:stCondLst>
                                        </p:cTn>
                                        <p:tgtEl>
                                          <p:spTgt spid="14">
                                            <p:txEl>
                                              <p:pRg st="0" end="0"/>
                                            </p:txEl>
                                          </p:spTgt>
                                        </p:tgtEl>
                                        <p:attrNameLst>
                                          <p:attrName>style.visibility</p:attrName>
                                        </p:attrNameLst>
                                      </p:cBhvr>
                                      <p:to>
                                        <p:strVal val="hidden"/>
                                      </p:to>
                                    </p:set>
                                  </p:childTnLst>
                                </p:cTn>
                              </p:par>
                            </p:childTnLst>
                          </p:cTn>
                        </p:par>
                        <p:par>
                          <p:cTn id="36" fill="hold">
                            <p:stCondLst>
                              <p:cond delay="3000"/>
                            </p:stCondLst>
                            <p:childTnLst>
                              <p:par>
                                <p:cTn id="37" presetID="22" presetClass="entr" presetSubtype="8"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par>
                          <p:cTn id="40" fill="hold">
                            <p:stCondLst>
                              <p:cond delay="3500"/>
                            </p:stCondLst>
                            <p:childTnLst>
                              <p:par>
                                <p:cTn id="41" presetID="49" presetClass="entr" presetSubtype="0" decel="100000" fill="hold" grpId="0" nodeType="afterEffect">
                                  <p:stCondLst>
                                    <p:cond delay="250"/>
                                  </p:stCondLst>
                                  <p:childTnLst>
                                    <p:set>
                                      <p:cBhvr>
                                        <p:cTn id="42" dur="1" fill="hold">
                                          <p:stCondLst>
                                            <p:cond delay="0"/>
                                          </p:stCondLst>
                                        </p:cTn>
                                        <p:tgtEl>
                                          <p:spTgt spid="21"/>
                                        </p:tgtEl>
                                        <p:attrNameLst>
                                          <p:attrName>style.visibility</p:attrName>
                                        </p:attrNameLst>
                                      </p:cBhvr>
                                      <p:to>
                                        <p:strVal val="visible"/>
                                      </p:to>
                                    </p:set>
                                    <p:anim calcmode="lin" valueType="num">
                                      <p:cBhvr>
                                        <p:cTn id="43" dur="500" fill="hold"/>
                                        <p:tgtEl>
                                          <p:spTgt spid="21"/>
                                        </p:tgtEl>
                                        <p:attrNameLst>
                                          <p:attrName>ppt_w</p:attrName>
                                        </p:attrNameLst>
                                      </p:cBhvr>
                                      <p:tavLst>
                                        <p:tav tm="0">
                                          <p:val>
                                            <p:fltVal val="0"/>
                                          </p:val>
                                        </p:tav>
                                        <p:tav tm="100000">
                                          <p:val>
                                            <p:strVal val="#ppt_w"/>
                                          </p:val>
                                        </p:tav>
                                      </p:tavLst>
                                    </p:anim>
                                    <p:anim calcmode="lin" valueType="num">
                                      <p:cBhvr>
                                        <p:cTn id="44" dur="500" fill="hold"/>
                                        <p:tgtEl>
                                          <p:spTgt spid="21"/>
                                        </p:tgtEl>
                                        <p:attrNameLst>
                                          <p:attrName>ppt_h</p:attrName>
                                        </p:attrNameLst>
                                      </p:cBhvr>
                                      <p:tavLst>
                                        <p:tav tm="0">
                                          <p:val>
                                            <p:fltVal val="0"/>
                                          </p:val>
                                        </p:tav>
                                        <p:tav tm="100000">
                                          <p:val>
                                            <p:strVal val="#ppt_h"/>
                                          </p:val>
                                        </p:tav>
                                      </p:tavLst>
                                    </p:anim>
                                    <p:anim calcmode="lin" valueType="num">
                                      <p:cBhvr>
                                        <p:cTn id="45" dur="500" fill="hold"/>
                                        <p:tgtEl>
                                          <p:spTgt spid="21"/>
                                        </p:tgtEl>
                                        <p:attrNameLst>
                                          <p:attrName>style.rotation</p:attrName>
                                        </p:attrNameLst>
                                      </p:cBhvr>
                                      <p:tavLst>
                                        <p:tav tm="0">
                                          <p:val>
                                            <p:fltVal val="360"/>
                                          </p:val>
                                        </p:tav>
                                        <p:tav tm="100000">
                                          <p:val>
                                            <p:fltVal val="0"/>
                                          </p:val>
                                        </p:tav>
                                      </p:tavLst>
                                    </p:anim>
                                    <p:animEffect transition="in" filter="fade">
                                      <p:cBhvr>
                                        <p:cTn id="46" dur="500"/>
                                        <p:tgtEl>
                                          <p:spTgt spid="21"/>
                                        </p:tgtEl>
                                      </p:cBhvr>
                                    </p:animEffect>
                                  </p:childTnLst>
                                </p:cTn>
                              </p:par>
                              <p:par>
                                <p:cTn id="47" presetID="2" presetClass="entr" presetSubtype="2" decel="100000" fill="hold" grpId="0" nodeType="withEffect">
                                  <p:stCondLst>
                                    <p:cond delay="500"/>
                                  </p:stCondLst>
                                  <p:childTnLst>
                                    <p:set>
                                      <p:cBhvr>
                                        <p:cTn id="48" dur="1" fill="hold">
                                          <p:stCondLst>
                                            <p:cond delay="0"/>
                                          </p:stCondLst>
                                        </p:cTn>
                                        <p:tgtEl>
                                          <p:spTgt spid="23">
                                            <p:txEl>
                                              <p:pRg st="0" end="0"/>
                                            </p:txEl>
                                          </p:spTgt>
                                        </p:tgtEl>
                                        <p:attrNameLst>
                                          <p:attrName>style.visibility</p:attrName>
                                        </p:attrNameLst>
                                      </p:cBhvr>
                                      <p:to>
                                        <p:strVal val="visible"/>
                                      </p:to>
                                    </p:set>
                                    <p:anim calcmode="lin" valueType="num">
                                      <p:cBhvr additive="base">
                                        <p:cTn id="49" dur="1000" fill="hold"/>
                                        <p:tgtEl>
                                          <p:spTgt spid="23">
                                            <p:txEl>
                                              <p:pRg st="0" end="0"/>
                                            </p:txEl>
                                          </p:spTgt>
                                        </p:tgtEl>
                                        <p:attrNameLst>
                                          <p:attrName>ppt_x</p:attrName>
                                        </p:attrNameLst>
                                      </p:cBhvr>
                                      <p:tavLst>
                                        <p:tav tm="0">
                                          <p:val>
                                            <p:strVal val="1+#ppt_w/2"/>
                                          </p:val>
                                        </p:tav>
                                        <p:tav tm="100000">
                                          <p:val>
                                            <p:strVal val="#ppt_x"/>
                                          </p:val>
                                        </p:tav>
                                      </p:tavLst>
                                    </p:anim>
                                    <p:anim calcmode="lin" valueType="num">
                                      <p:cBhvr additive="base">
                                        <p:cTn id="50" dur="1000" fill="hold"/>
                                        <p:tgtEl>
                                          <p:spTgt spid="23">
                                            <p:txEl>
                                              <p:pRg st="0" end="0"/>
                                            </p:txEl>
                                          </p:spTgt>
                                        </p:tgtEl>
                                        <p:attrNameLst>
                                          <p:attrName>ppt_y</p:attrName>
                                        </p:attrNameLst>
                                      </p:cBhvr>
                                      <p:tavLst>
                                        <p:tav tm="0">
                                          <p:val>
                                            <p:strVal val="#ppt_y"/>
                                          </p:val>
                                        </p:tav>
                                        <p:tav tm="100000">
                                          <p:val>
                                            <p:strVal val="#ppt_y"/>
                                          </p:val>
                                        </p:tav>
                                      </p:tavLst>
                                    </p:anim>
                                  </p:childTnLst>
                                </p:cTn>
                              </p:par>
                              <p:par>
                                <p:cTn id="51" presetID="10" presetClass="entr" presetSubtype="0" fill="hold" grpId="1" nodeType="withEffect">
                                  <p:stCondLst>
                                    <p:cond delay="1000"/>
                                  </p:stCondLst>
                                  <p:childTnLst>
                                    <p:set>
                                      <p:cBhvr>
                                        <p:cTn id="52" dur="1" fill="hold">
                                          <p:stCondLst>
                                            <p:cond delay="0"/>
                                          </p:stCondLst>
                                        </p:cTn>
                                        <p:tgtEl>
                                          <p:spTgt spid="23">
                                            <p:txEl>
                                              <p:pRg st="0" end="0"/>
                                            </p:txEl>
                                          </p:spTgt>
                                        </p:tgtEl>
                                        <p:attrNameLst>
                                          <p:attrName>style.visibility</p:attrName>
                                        </p:attrNameLst>
                                      </p:cBhvr>
                                      <p:to>
                                        <p:strVal val="visible"/>
                                      </p:to>
                                    </p:set>
                                    <p:animEffect transition="in" filter="fade">
                                      <p:cBhvr>
                                        <p:cTn id="53" dur="500"/>
                                        <p:tgtEl>
                                          <p:spTgt spid="23">
                                            <p:txEl>
                                              <p:pRg st="0" end="0"/>
                                            </p:txEl>
                                          </p:spTgt>
                                        </p:tgtEl>
                                      </p:cBhvr>
                                    </p:animEffect>
                                  </p:childTnLst>
                                </p:cTn>
                              </p:par>
                              <p:par>
                                <p:cTn id="54" presetID="1" presetClass="exit" presetSubtype="0" fill="hold" grpId="2" nodeType="withEffect">
                                  <p:stCondLst>
                                    <p:cond delay="500"/>
                                  </p:stCondLst>
                                  <p:childTnLst>
                                    <p:set>
                                      <p:cBhvr>
                                        <p:cTn id="55" dur="1" fill="hold">
                                          <p:stCondLst>
                                            <p:cond delay="0"/>
                                          </p:stCondLst>
                                        </p:cTn>
                                        <p:tgtEl>
                                          <p:spTgt spid="23">
                                            <p:txEl>
                                              <p:pRg st="0" end="0"/>
                                            </p:txEl>
                                          </p:spTgt>
                                        </p:tgtEl>
                                        <p:attrNameLst>
                                          <p:attrName>style.visibility</p:attrName>
                                        </p:attrNameLst>
                                      </p:cBhvr>
                                      <p:to>
                                        <p:strVal val="hidden"/>
                                      </p:to>
                                    </p:set>
                                  </p:childTnLst>
                                </p:cTn>
                              </p:par>
                            </p:childTnLst>
                          </p:cTn>
                        </p:par>
                        <p:par>
                          <p:cTn id="56" fill="hold">
                            <p:stCondLst>
                              <p:cond delay="5000"/>
                            </p:stCondLst>
                            <p:childTnLst>
                              <p:par>
                                <p:cTn id="57" presetID="22" presetClass="entr" presetSubtype="8" fill="hold" grpId="0" nodeType="after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wipe(left)">
                                      <p:cBhvr>
                                        <p:cTn id="59" dur="500"/>
                                        <p:tgtEl>
                                          <p:spTgt spid="22"/>
                                        </p:tgtEl>
                                      </p:cBhvr>
                                    </p:animEffect>
                                  </p:childTnLst>
                                </p:cTn>
                              </p:par>
                            </p:childTnLst>
                          </p:cTn>
                        </p:par>
                        <p:par>
                          <p:cTn id="60" fill="hold">
                            <p:stCondLst>
                              <p:cond delay="5500"/>
                            </p:stCondLst>
                            <p:childTnLst>
                              <p:par>
                                <p:cTn id="61" presetID="49" presetClass="entr" presetSubtype="0" decel="100000" fill="hold" grpId="0" nodeType="afterEffect">
                                  <p:stCondLst>
                                    <p:cond delay="250"/>
                                  </p:stCondLst>
                                  <p:childTnLst>
                                    <p:set>
                                      <p:cBhvr>
                                        <p:cTn id="62" dur="1" fill="hold">
                                          <p:stCondLst>
                                            <p:cond delay="0"/>
                                          </p:stCondLst>
                                        </p:cTn>
                                        <p:tgtEl>
                                          <p:spTgt spid="24"/>
                                        </p:tgtEl>
                                        <p:attrNameLst>
                                          <p:attrName>style.visibility</p:attrName>
                                        </p:attrNameLst>
                                      </p:cBhvr>
                                      <p:to>
                                        <p:strVal val="visible"/>
                                      </p:to>
                                    </p:set>
                                    <p:anim calcmode="lin" valueType="num">
                                      <p:cBhvr>
                                        <p:cTn id="63" dur="500" fill="hold"/>
                                        <p:tgtEl>
                                          <p:spTgt spid="24"/>
                                        </p:tgtEl>
                                        <p:attrNameLst>
                                          <p:attrName>ppt_w</p:attrName>
                                        </p:attrNameLst>
                                      </p:cBhvr>
                                      <p:tavLst>
                                        <p:tav tm="0">
                                          <p:val>
                                            <p:fltVal val="0"/>
                                          </p:val>
                                        </p:tav>
                                        <p:tav tm="100000">
                                          <p:val>
                                            <p:strVal val="#ppt_w"/>
                                          </p:val>
                                        </p:tav>
                                      </p:tavLst>
                                    </p:anim>
                                    <p:anim calcmode="lin" valueType="num">
                                      <p:cBhvr>
                                        <p:cTn id="64" dur="500" fill="hold"/>
                                        <p:tgtEl>
                                          <p:spTgt spid="24"/>
                                        </p:tgtEl>
                                        <p:attrNameLst>
                                          <p:attrName>ppt_h</p:attrName>
                                        </p:attrNameLst>
                                      </p:cBhvr>
                                      <p:tavLst>
                                        <p:tav tm="0">
                                          <p:val>
                                            <p:fltVal val="0"/>
                                          </p:val>
                                        </p:tav>
                                        <p:tav tm="100000">
                                          <p:val>
                                            <p:strVal val="#ppt_h"/>
                                          </p:val>
                                        </p:tav>
                                      </p:tavLst>
                                    </p:anim>
                                    <p:anim calcmode="lin" valueType="num">
                                      <p:cBhvr>
                                        <p:cTn id="65" dur="500" fill="hold"/>
                                        <p:tgtEl>
                                          <p:spTgt spid="24"/>
                                        </p:tgtEl>
                                        <p:attrNameLst>
                                          <p:attrName>style.rotation</p:attrName>
                                        </p:attrNameLst>
                                      </p:cBhvr>
                                      <p:tavLst>
                                        <p:tav tm="0">
                                          <p:val>
                                            <p:fltVal val="360"/>
                                          </p:val>
                                        </p:tav>
                                        <p:tav tm="100000">
                                          <p:val>
                                            <p:fltVal val="0"/>
                                          </p:val>
                                        </p:tav>
                                      </p:tavLst>
                                    </p:anim>
                                    <p:animEffect transition="in" filter="fade">
                                      <p:cBhvr>
                                        <p:cTn id="66" dur="500"/>
                                        <p:tgtEl>
                                          <p:spTgt spid="24"/>
                                        </p:tgtEl>
                                      </p:cBhvr>
                                    </p:animEffect>
                                  </p:childTnLst>
                                </p:cTn>
                              </p:par>
                              <p:par>
                                <p:cTn id="67" presetID="2" presetClass="entr" presetSubtype="2" decel="100000" fill="hold" grpId="0" nodeType="withEffect">
                                  <p:stCondLst>
                                    <p:cond delay="500"/>
                                  </p:stCondLst>
                                  <p:childTnLst>
                                    <p:set>
                                      <p:cBhvr>
                                        <p:cTn id="68" dur="1" fill="hold">
                                          <p:stCondLst>
                                            <p:cond delay="0"/>
                                          </p:stCondLst>
                                        </p:cTn>
                                        <p:tgtEl>
                                          <p:spTgt spid="26">
                                            <p:txEl>
                                              <p:pRg st="0" end="0"/>
                                            </p:txEl>
                                          </p:spTgt>
                                        </p:tgtEl>
                                        <p:attrNameLst>
                                          <p:attrName>style.visibility</p:attrName>
                                        </p:attrNameLst>
                                      </p:cBhvr>
                                      <p:to>
                                        <p:strVal val="visible"/>
                                      </p:to>
                                    </p:set>
                                    <p:anim calcmode="lin" valueType="num">
                                      <p:cBhvr additive="base">
                                        <p:cTn id="69" dur="1000" fill="hold"/>
                                        <p:tgtEl>
                                          <p:spTgt spid="26">
                                            <p:txEl>
                                              <p:pRg st="0" end="0"/>
                                            </p:txEl>
                                          </p:spTgt>
                                        </p:tgtEl>
                                        <p:attrNameLst>
                                          <p:attrName>ppt_x</p:attrName>
                                        </p:attrNameLst>
                                      </p:cBhvr>
                                      <p:tavLst>
                                        <p:tav tm="0">
                                          <p:val>
                                            <p:strVal val="1+#ppt_w/2"/>
                                          </p:val>
                                        </p:tav>
                                        <p:tav tm="100000">
                                          <p:val>
                                            <p:strVal val="#ppt_x"/>
                                          </p:val>
                                        </p:tav>
                                      </p:tavLst>
                                    </p:anim>
                                    <p:anim calcmode="lin" valueType="num">
                                      <p:cBhvr additive="base">
                                        <p:cTn id="70" dur="1000" fill="hold"/>
                                        <p:tgtEl>
                                          <p:spTgt spid="26">
                                            <p:txEl>
                                              <p:pRg st="0" end="0"/>
                                            </p:txEl>
                                          </p:spTgt>
                                        </p:tgtEl>
                                        <p:attrNameLst>
                                          <p:attrName>ppt_y</p:attrName>
                                        </p:attrNameLst>
                                      </p:cBhvr>
                                      <p:tavLst>
                                        <p:tav tm="0">
                                          <p:val>
                                            <p:strVal val="#ppt_y"/>
                                          </p:val>
                                        </p:tav>
                                        <p:tav tm="100000">
                                          <p:val>
                                            <p:strVal val="#ppt_y"/>
                                          </p:val>
                                        </p:tav>
                                      </p:tavLst>
                                    </p:anim>
                                  </p:childTnLst>
                                </p:cTn>
                              </p:par>
                              <p:par>
                                <p:cTn id="71" presetID="10" presetClass="entr" presetSubtype="0" fill="hold" grpId="1" nodeType="withEffect">
                                  <p:stCondLst>
                                    <p:cond delay="1000"/>
                                  </p:stCondLst>
                                  <p:childTnLst>
                                    <p:set>
                                      <p:cBhvr>
                                        <p:cTn id="72" dur="1" fill="hold">
                                          <p:stCondLst>
                                            <p:cond delay="0"/>
                                          </p:stCondLst>
                                        </p:cTn>
                                        <p:tgtEl>
                                          <p:spTgt spid="26">
                                            <p:txEl>
                                              <p:pRg st="0" end="0"/>
                                            </p:txEl>
                                          </p:spTgt>
                                        </p:tgtEl>
                                        <p:attrNameLst>
                                          <p:attrName>style.visibility</p:attrName>
                                        </p:attrNameLst>
                                      </p:cBhvr>
                                      <p:to>
                                        <p:strVal val="visible"/>
                                      </p:to>
                                    </p:set>
                                    <p:animEffect transition="in" filter="fade">
                                      <p:cBhvr>
                                        <p:cTn id="73" dur="500"/>
                                        <p:tgtEl>
                                          <p:spTgt spid="26">
                                            <p:txEl>
                                              <p:pRg st="0" end="0"/>
                                            </p:txEl>
                                          </p:spTgt>
                                        </p:tgtEl>
                                      </p:cBhvr>
                                    </p:animEffect>
                                  </p:childTnLst>
                                </p:cTn>
                              </p:par>
                              <p:par>
                                <p:cTn id="74" presetID="1" presetClass="exit" presetSubtype="0" fill="hold" grpId="2" nodeType="withEffect">
                                  <p:stCondLst>
                                    <p:cond delay="500"/>
                                  </p:stCondLst>
                                  <p:childTnLst>
                                    <p:set>
                                      <p:cBhvr>
                                        <p:cTn id="75" dur="1" fill="hold">
                                          <p:stCondLst>
                                            <p:cond delay="0"/>
                                          </p:stCondLst>
                                        </p:cTn>
                                        <p:tgtEl>
                                          <p:spTgt spid="26">
                                            <p:txEl>
                                              <p:pRg st="0" end="0"/>
                                            </p:txEl>
                                          </p:spTgt>
                                        </p:tgtEl>
                                        <p:attrNameLst>
                                          <p:attrName>style.visibility</p:attrName>
                                        </p:attrNameLst>
                                      </p:cBhvr>
                                      <p:to>
                                        <p:strVal val="hidden"/>
                                      </p:to>
                                    </p:set>
                                  </p:childTnLst>
                                </p:cTn>
                              </p:par>
                            </p:childTnLst>
                          </p:cTn>
                        </p:par>
                        <p:par>
                          <p:cTn id="76" fill="hold">
                            <p:stCondLst>
                              <p:cond delay="7000"/>
                            </p:stCondLst>
                            <p:childTnLst>
                              <p:par>
                                <p:cTn id="77" presetID="22" presetClass="entr" presetSubtype="8" fill="hold" grpId="0" nodeType="after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wipe(left)">
                                      <p:cBhvr>
                                        <p:cTn id="79" dur="500"/>
                                        <p:tgtEl>
                                          <p:spTgt spid="25"/>
                                        </p:tgtEl>
                                      </p:cBhvr>
                                    </p:animEffect>
                                  </p:childTnLst>
                                </p:cTn>
                              </p:par>
                            </p:childTnLst>
                          </p:cTn>
                        </p:par>
                        <p:par>
                          <p:cTn id="80" fill="hold">
                            <p:stCondLst>
                              <p:cond delay="7500"/>
                            </p:stCondLst>
                            <p:childTnLst>
                              <p:par>
                                <p:cTn id="81" presetID="10" presetClass="entr" presetSubtype="0" fill="hold" grpId="0" nodeType="afterEffect">
                                  <p:stCondLst>
                                    <p:cond delay="250"/>
                                  </p:stCondLst>
                                  <p:childTnLst>
                                    <p:set>
                                      <p:cBhvr>
                                        <p:cTn id="82" dur="1" fill="hold">
                                          <p:stCondLst>
                                            <p:cond delay="0"/>
                                          </p:stCondLst>
                                        </p:cTn>
                                        <p:tgtEl>
                                          <p:spTgt spid="13"/>
                                        </p:tgtEl>
                                        <p:attrNameLst>
                                          <p:attrName>style.visibility</p:attrName>
                                        </p:attrNameLst>
                                      </p:cBhvr>
                                      <p:to>
                                        <p:strVal val="visible"/>
                                      </p:to>
                                    </p:set>
                                    <p:animEffect transition="in" filter="fade">
                                      <p:cBhvr>
                                        <p:cTn id="8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3" grpId="0">
        <p:tmplLst>
          <p:tmpl>
            <p:tnLst>
              <p:par>
                <p:cTn presetID="10" presetClass="entr" presetSubtype="0" fill="hold" nodeType="afterEffect">
                  <p:stCondLst>
                    <p:cond delay="25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4" grpId="0"/>
      <p:bldP spid="9" grpId="0"/>
      <p:bldP spid="10" grpId="0">
        <p:tmplLst>
          <p:tmpl>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P spid="14" grpId="0" build="p">
        <p:tmplLst>
          <p:tmpl lvl="1">
            <p:tnLst>
              <p:par>
                <p:cTn presetID="2" presetClass="entr" presetSubtype="2" decel="100000" fill="hold" nodeType="withEffect">
                  <p:stCondLst>
                    <p:cond delay="25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1000" fill="hold"/>
                        <p:tgtEl>
                          <p:spTgt spid="14"/>
                        </p:tgtEl>
                        <p:attrNameLst>
                          <p:attrName>ppt_x</p:attrName>
                        </p:attrNameLst>
                      </p:cBhvr>
                      <p:tavLst>
                        <p:tav tm="0">
                          <p:val>
                            <p:strVal val="1+#ppt_w/2"/>
                          </p:val>
                        </p:tav>
                        <p:tav tm="100000">
                          <p:val>
                            <p:strVal val="#ppt_x"/>
                          </p:val>
                        </p:tav>
                      </p:tavLst>
                    </p:anim>
                    <p:anim calcmode="lin" valueType="num">
                      <p:cBhvr additive="base">
                        <p:cTn dur="1000" fill="hold"/>
                        <p:tgtEl>
                          <p:spTgt spid="14"/>
                        </p:tgtEl>
                        <p:attrNameLst>
                          <p:attrName>ppt_y</p:attrName>
                        </p:attrNameLst>
                      </p:cBhvr>
                      <p:tavLst>
                        <p:tav tm="0">
                          <p:val>
                            <p:strVal val="#ppt_y"/>
                          </p:val>
                        </p:tav>
                        <p:tav tm="100000">
                          <p:val>
                            <p:strVal val="#ppt_y"/>
                          </p:val>
                        </p:tav>
                      </p:tavLst>
                    </p:anim>
                  </p:childTnLst>
                </p:cTn>
              </p:par>
            </p:tnLst>
          </p:tmpl>
        </p:tmplLst>
      </p:bldP>
      <p:bldP spid="14" grpId="1" build="p">
        <p:tmplLst>
          <p:tmpl lvl="1">
            <p:tnLst>
              <p:par>
                <p:cTn presetID="10" presetClass="entr" presetSubtype="0" fill="hold" nodeType="withEffect">
                  <p:stCondLst>
                    <p:cond delay="75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4" grpId="2" build="p">
        <p:tmplLst>
          <p:tmpl lvl="1">
            <p:tnLst>
              <p:par>
                <p:cTn presetID="1" presetClass="exit" presetSubtype="0" fill="hold" nodeType="withEffect">
                  <p:stCondLst>
                    <p:cond delay="250"/>
                  </p:stCondLst>
                  <p:childTnLst>
                    <p:set>
                      <p:cBhvr>
                        <p:cTn dur="1" fill="hold">
                          <p:stCondLst>
                            <p:cond delay="0"/>
                          </p:stCondLst>
                        </p:cTn>
                        <p:tgtEl>
                          <p:spTgt spid="14"/>
                        </p:tgtEl>
                        <p:attrNameLst>
                          <p:attrName>style.visibility</p:attrName>
                        </p:attrNameLst>
                      </p:cBhvr>
                      <p:to>
                        <p:strVal val="hidden"/>
                      </p:to>
                    </p:set>
                  </p:childTnLst>
                </p:cTn>
              </p:par>
            </p:tnLst>
          </p:tmpl>
        </p:tmplLst>
      </p:bldP>
      <p:bldP spid="21" grpId="0"/>
      <p:bldP spid="22" grpId="0">
        <p:tmplLst>
          <p:tmpl>
            <p:tnLst>
              <p:par>
                <p:cTn presetID="22" presetClass="entr" presetSubtype="8" fill="hold" nodeType="after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left)">
                      <p:cBhvr>
                        <p:cTn dur="500"/>
                        <p:tgtEl>
                          <p:spTgt spid="22"/>
                        </p:tgtEl>
                      </p:cBhvr>
                    </p:animEffect>
                  </p:childTnLst>
                </p:cTn>
              </p:par>
            </p:tnLst>
          </p:tmpl>
        </p:tmplLst>
      </p:bldP>
      <p:bldP spid="23" grpId="0" build="p">
        <p:tmplLst>
          <p:tmpl lvl="1">
            <p:tnLst>
              <p:par>
                <p:cTn presetID="2" presetClass="entr" presetSubtype="2" decel="100000" fill="hold" nodeType="withEffect">
                  <p:stCondLst>
                    <p:cond delay="50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1000" fill="hold"/>
                        <p:tgtEl>
                          <p:spTgt spid="23"/>
                        </p:tgtEl>
                        <p:attrNameLst>
                          <p:attrName>ppt_x</p:attrName>
                        </p:attrNameLst>
                      </p:cBhvr>
                      <p:tavLst>
                        <p:tav tm="0">
                          <p:val>
                            <p:strVal val="1+#ppt_w/2"/>
                          </p:val>
                        </p:tav>
                        <p:tav tm="100000">
                          <p:val>
                            <p:strVal val="#ppt_x"/>
                          </p:val>
                        </p:tav>
                      </p:tavLst>
                    </p:anim>
                    <p:anim calcmode="lin" valueType="num">
                      <p:cBhvr additive="base">
                        <p:cTn dur="1000" fill="hold"/>
                        <p:tgtEl>
                          <p:spTgt spid="23"/>
                        </p:tgtEl>
                        <p:attrNameLst>
                          <p:attrName>ppt_y</p:attrName>
                        </p:attrNameLst>
                      </p:cBhvr>
                      <p:tavLst>
                        <p:tav tm="0">
                          <p:val>
                            <p:strVal val="#ppt_y"/>
                          </p:val>
                        </p:tav>
                        <p:tav tm="100000">
                          <p:val>
                            <p:strVal val="#ppt_y"/>
                          </p:val>
                        </p:tav>
                      </p:tavLst>
                    </p:anim>
                  </p:childTnLst>
                </p:cTn>
              </p:par>
            </p:tnLst>
          </p:tmpl>
        </p:tmplLst>
      </p:bldP>
      <p:bldP spid="23" grpId="1" build="p">
        <p:tmplLst>
          <p:tmpl lvl="1">
            <p:tnLst>
              <p:par>
                <p:cTn presetID="10" presetClass="entr" presetSubtype="0" fill="hold" nodeType="withEffect">
                  <p:stCondLst>
                    <p:cond delay="100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3" grpId="2" build="p">
        <p:tmplLst>
          <p:tmpl lvl="1">
            <p:tnLst>
              <p:par>
                <p:cTn presetID="1" presetClass="exit" presetSubtype="0" fill="hold" nodeType="withEffect">
                  <p:stCondLst>
                    <p:cond delay="500"/>
                  </p:stCondLst>
                  <p:childTnLst>
                    <p:set>
                      <p:cBhvr>
                        <p:cTn dur="1" fill="hold">
                          <p:stCondLst>
                            <p:cond delay="0"/>
                          </p:stCondLst>
                        </p:cTn>
                        <p:tgtEl>
                          <p:spTgt spid="23"/>
                        </p:tgtEl>
                        <p:attrNameLst>
                          <p:attrName>style.visibility</p:attrName>
                        </p:attrNameLst>
                      </p:cBhvr>
                      <p:to>
                        <p:strVal val="hidden"/>
                      </p:to>
                    </p:set>
                  </p:childTnLst>
                </p:cTn>
              </p:par>
            </p:tnLst>
          </p:tmpl>
        </p:tmplLst>
      </p:bldP>
      <p:bldP spid="24" grpId="0"/>
      <p:bldP spid="25" grpId="0">
        <p:tmplLst>
          <p:tmpl>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P spid="26" grpId="0" build="p">
        <p:tmplLst>
          <p:tmpl lvl="1">
            <p:tnLst>
              <p:par>
                <p:cTn presetID="2" presetClass="entr" presetSubtype="2" decel="100000" fill="hold" nodeType="withEffect">
                  <p:stCondLst>
                    <p:cond delay="50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1000" fill="hold"/>
                        <p:tgtEl>
                          <p:spTgt spid="26"/>
                        </p:tgtEl>
                        <p:attrNameLst>
                          <p:attrName>ppt_x</p:attrName>
                        </p:attrNameLst>
                      </p:cBhvr>
                      <p:tavLst>
                        <p:tav tm="0">
                          <p:val>
                            <p:strVal val="1+#ppt_w/2"/>
                          </p:val>
                        </p:tav>
                        <p:tav tm="100000">
                          <p:val>
                            <p:strVal val="#ppt_x"/>
                          </p:val>
                        </p:tav>
                      </p:tavLst>
                    </p:anim>
                    <p:anim calcmode="lin" valueType="num">
                      <p:cBhvr additive="base">
                        <p:cTn dur="1000" fill="hold"/>
                        <p:tgtEl>
                          <p:spTgt spid="26"/>
                        </p:tgtEl>
                        <p:attrNameLst>
                          <p:attrName>ppt_y</p:attrName>
                        </p:attrNameLst>
                      </p:cBhvr>
                      <p:tavLst>
                        <p:tav tm="0">
                          <p:val>
                            <p:strVal val="#ppt_y"/>
                          </p:val>
                        </p:tav>
                        <p:tav tm="100000">
                          <p:val>
                            <p:strVal val="#ppt_y"/>
                          </p:val>
                        </p:tav>
                      </p:tavLst>
                    </p:anim>
                  </p:childTnLst>
                </p:cTn>
              </p:par>
            </p:tnLst>
          </p:tmpl>
        </p:tmplLst>
      </p:bldP>
      <p:bldP spid="26" grpId="1" build="p">
        <p:tmplLst>
          <p:tmpl lvl="1">
            <p:tnLst>
              <p:par>
                <p:cTn presetID="10" presetClass="entr" presetSubtype="0" fill="hold" nodeType="withEffect">
                  <p:stCondLst>
                    <p:cond delay="100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26" grpId="2" build="p">
        <p:tmplLst>
          <p:tmpl lvl="1">
            <p:tnLst>
              <p:par>
                <p:cTn presetID="1" presetClass="exit" presetSubtype="0" fill="hold" nodeType="withEffect">
                  <p:stCondLst>
                    <p:cond delay="500"/>
                  </p:stCondLst>
                  <p:childTnLst>
                    <p:set>
                      <p:cBhvr>
                        <p:cTn dur="1" fill="hold">
                          <p:stCondLst>
                            <p:cond delay="0"/>
                          </p:stCondLst>
                        </p:cTn>
                        <p:tgtEl>
                          <p:spTgt spid="26"/>
                        </p:tgtEl>
                        <p:attrNameLst>
                          <p:attrName>style.visibility</p:attrName>
                        </p:attrNameLst>
                      </p:cBhvr>
                      <p:to>
                        <p:strVal val="hidden"/>
                      </p:to>
                    </p:set>
                  </p:childTnLst>
                </p:cTn>
              </p:par>
            </p:tnLst>
          </p:tmpl>
        </p:tmplLst>
      </p:bldP>
    </p:bld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esktop Image">
    <p:spTree>
      <p:nvGrpSpPr>
        <p:cNvPr id="1" name=""/>
        <p:cNvGrpSpPr/>
        <p:nvPr/>
      </p:nvGrpSpPr>
      <p:grpSpPr>
        <a:xfrm>
          <a:off x="0" y="0"/>
          <a:ext cx="0" cy="0"/>
          <a:chOff x="0" y="0"/>
          <a:chExt cx="0" cy="0"/>
        </a:xfrm>
      </p:grpSpPr>
      <p:sp>
        <p:nvSpPr>
          <p:cNvPr id="7" name="正方形/長方形 6"/>
          <p:cNvSpPr/>
          <p:nvPr userDrawn="1"/>
        </p:nvSpPr>
        <p:spPr>
          <a:xfrm>
            <a:off x="-29029" y="5131136"/>
            <a:ext cx="18360000" cy="5184000"/>
          </a:xfrm>
          <a:prstGeom prst="rect">
            <a:avLst/>
          </a:pr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p:cNvCxnSpPr/>
          <p:nvPr userDrawn="1"/>
        </p:nvCxnSpPr>
        <p:spPr>
          <a:xfrm>
            <a:off x="0" y="5311252"/>
            <a:ext cx="18291175"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1" name="テキスト プレースホルダー 5"/>
          <p:cNvSpPr>
            <a:spLocks noGrp="1"/>
          </p:cNvSpPr>
          <p:nvPr>
            <p:ph type="body" sz="quarter" idx="16" hasCustomPrompt="1"/>
          </p:nvPr>
        </p:nvSpPr>
        <p:spPr>
          <a:xfrm>
            <a:off x="10438228" y="1859612"/>
            <a:ext cx="6991643" cy="3166349"/>
          </a:xfrm>
          <a:prstGeom prst="rect">
            <a:avLst/>
          </a:prstGeom>
          <a:noFill/>
        </p:spPr>
        <p:txBody>
          <a:bodyPr anchor="b">
            <a:noAutofit/>
          </a:bodyPr>
          <a:lstStyle>
            <a:lvl1pPr algn="l">
              <a:lnSpc>
                <a:spcPts val="6000"/>
              </a:lnSpc>
              <a:spcBef>
                <a:spcPts val="0"/>
              </a:spcBef>
              <a:defRPr sz="6000" i="0" baseline="0">
                <a:blipFill dpi="0" rotWithShape="1">
                  <a:blip r:embed="rId2"/>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a:t>
            </a:r>
            <a:br>
              <a:rPr kumimoji="1" lang="en-US" altLang="ja-JP" dirty="0"/>
            </a:br>
            <a:r>
              <a:rPr kumimoji="1" lang="en-US" altLang="ja-JP" dirty="0"/>
              <a:t>HERE</a:t>
            </a:r>
            <a:endParaRPr kumimoji="1" lang="ja-JP" altLang="en-US" dirty="0"/>
          </a:p>
        </p:txBody>
      </p:sp>
      <p:sp>
        <p:nvSpPr>
          <p:cNvPr id="13" name="テキスト プレースホルダー 5"/>
          <p:cNvSpPr>
            <a:spLocks noGrp="1"/>
          </p:cNvSpPr>
          <p:nvPr>
            <p:ph type="body" sz="quarter" idx="12" hasCustomPrompt="1"/>
          </p:nvPr>
        </p:nvSpPr>
        <p:spPr>
          <a:xfrm>
            <a:off x="10451725" y="5438774"/>
            <a:ext cx="6969799" cy="3932989"/>
          </a:xfrm>
          <a:prstGeom prst="rect">
            <a:avLst/>
          </a:prstGeom>
        </p:spPr>
        <p:txBody>
          <a:bodyPr anchor="t">
            <a:normAutofit/>
          </a:bodyPr>
          <a:lstStyle>
            <a:lvl1pPr marL="0" indent="0" algn="l">
              <a:lnSpc>
                <a:spcPct val="130000"/>
              </a:lnSpc>
              <a:buFontTx/>
              <a:buNone/>
              <a:defRPr sz="2000" baseline="0">
                <a:solidFill>
                  <a:schemeClr val="bg1"/>
                </a:solidFill>
              </a:defRPr>
            </a:lvl1pPr>
          </a:lstStyle>
          <a:p>
            <a:pPr lvl="0"/>
            <a:r>
              <a:rPr kumimoji="1" lang="en-US" altLang="ja-JP" dirty="0"/>
              <a:t>Text Here</a:t>
            </a:r>
            <a:endParaRPr kumimoji="1" lang="ja-JP" altLang="en-US" dirty="0"/>
          </a:p>
        </p:txBody>
      </p:sp>
      <p:pic>
        <p:nvPicPr>
          <p:cNvPr id="5" name="図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77799" y="1772528"/>
            <a:ext cx="8991826" cy="7284159"/>
          </a:xfrm>
          <a:prstGeom prst="rect">
            <a:avLst/>
          </a:prstGeom>
          <a:effectLst>
            <a:outerShdw blurRad="177800" dist="127000" dir="2700000" algn="tl" rotWithShape="0">
              <a:prstClr val="black">
                <a:alpha val="40000"/>
              </a:prstClr>
            </a:outerShdw>
          </a:effectLst>
        </p:spPr>
      </p:pic>
      <p:sp>
        <p:nvSpPr>
          <p:cNvPr id="10" name="図プレースホルダー 9"/>
          <p:cNvSpPr>
            <a:spLocks noGrp="1"/>
          </p:cNvSpPr>
          <p:nvPr>
            <p:ph type="pic" sz="quarter" idx="17" hasCustomPrompt="1"/>
          </p:nvPr>
        </p:nvSpPr>
        <p:spPr>
          <a:xfrm>
            <a:off x="1430777" y="2096087"/>
            <a:ext cx="8304066" cy="4557932"/>
          </a:xfrm>
          <a:prstGeom prst="rect">
            <a:avLst/>
          </a:prstGeom>
          <a:effectLst>
            <a:innerShdw blurRad="114300">
              <a:prstClr val="black"/>
            </a:innerShdw>
          </a:effectLst>
        </p:spPr>
        <p:txBody>
          <a:bodyPr/>
          <a:lstStyle>
            <a:lvl1pPr>
              <a:defRPr sz="2000">
                <a:solidFill>
                  <a:schemeClr val="bg1"/>
                </a:solidFill>
              </a:defRPr>
            </a:lvl1pPr>
          </a:lstStyle>
          <a:p>
            <a:r>
              <a:rPr kumimoji="1" lang="en-US" altLang="ja-JP" dirty="0"/>
              <a:t>Add an image</a:t>
            </a:r>
            <a:endParaRPr kumimoji="1" lang="ja-JP" altLang="en-US" dirty="0"/>
          </a:p>
        </p:txBody>
      </p:sp>
      <p:grpSp>
        <p:nvGrpSpPr>
          <p:cNvPr id="14" name="グループ化 13"/>
          <p:cNvGrpSpPr/>
          <p:nvPr userDrawn="1"/>
        </p:nvGrpSpPr>
        <p:grpSpPr>
          <a:xfrm>
            <a:off x="16778435" y="339170"/>
            <a:ext cx="1150664" cy="1150664"/>
            <a:chOff x="7418859" y="2569953"/>
            <a:chExt cx="934639" cy="934639"/>
          </a:xfrm>
        </p:grpSpPr>
        <p:sp>
          <p:nvSpPr>
            <p:cNvPr id="15" name="涙形 14"/>
            <p:cNvSpPr/>
            <p:nvPr/>
          </p:nvSpPr>
          <p:spPr>
            <a:xfrm>
              <a:off x="7418859" y="2569953"/>
              <a:ext cx="934639" cy="934639"/>
            </a:xfrm>
            <a:prstGeom prst="teardrop">
              <a:avLst/>
            </a:prstGeom>
            <a:blipFill>
              <a:blip r:embed="rId2"/>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涙形 15"/>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7"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Tree>
    <p:extLst>
      <p:ext uri="{BB962C8B-B14F-4D97-AF65-F5344CB8AC3E}">
        <p14:creationId xmlns:p14="http://schemas.microsoft.com/office/powerpoint/2010/main" val="1006541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2" fill="hold" nodeType="withEffect">
                                  <p:stCondLst>
                                    <p:cond delay="250"/>
                                  </p:stCondLst>
                                  <p:childTnLst>
                                    <p:set>
                                      <p:cBhvr>
                                        <p:cTn id="18" dur="1" fill="hold">
                                          <p:stCondLst>
                                            <p:cond delay="0"/>
                                          </p:stCondLst>
                                        </p:cTn>
                                        <p:tgtEl>
                                          <p:spTgt spid="8"/>
                                        </p:tgtEl>
                                        <p:attrNameLst>
                                          <p:attrName>style.visibility</p:attrName>
                                        </p:attrNameLst>
                                      </p:cBhvr>
                                      <p:to>
                                        <p:strVal val="visible"/>
                                      </p:to>
                                    </p:set>
                                    <p:animEffect transition="in" filter="wipe(right)">
                                      <p:cBhvr>
                                        <p:cTn id="19" dur="500"/>
                                        <p:tgtEl>
                                          <p:spTgt spid="8"/>
                                        </p:tgtEl>
                                      </p:cBhvr>
                                    </p:animEffect>
                                  </p:childTnLst>
                                </p:cTn>
                              </p:par>
                            </p:childTnLst>
                          </p:cTn>
                        </p:par>
                        <p:par>
                          <p:cTn id="20" fill="hold">
                            <p:stCondLst>
                              <p:cond delay="1250"/>
                            </p:stCondLst>
                            <p:childTnLst>
                              <p:par>
                                <p:cTn id="21" presetID="14" presetClass="entr" presetSubtype="1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randombar(horizontal)">
                                      <p:cBhvr>
                                        <p:cTn id="23" dur="500"/>
                                        <p:tgtEl>
                                          <p:spTgt spid="5"/>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randombar(horizontal)">
                                      <p:cBhvr>
                                        <p:cTn id="26" dur="500"/>
                                        <p:tgtEl>
                                          <p:spTgt spid="10"/>
                                        </p:tgtEl>
                                      </p:cBhvr>
                                    </p:animEffect>
                                  </p:childTnLst>
                                </p:cTn>
                              </p:par>
                              <p:par>
                                <p:cTn id="27" presetID="2" presetClass="entr" presetSubtype="3" decel="100000" fill="hold" grpId="0" nodeType="withEffect">
                                  <p:stCondLst>
                                    <p:cond delay="750"/>
                                  </p:stCondLst>
                                  <p:iterate type="wd">
                                    <p:tmPct val="10000"/>
                                  </p:iterate>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750" fill="hold"/>
                                        <p:tgtEl>
                                          <p:spTgt spid="11"/>
                                        </p:tgtEl>
                                        <p:attrNameLst>
                                          <p:attrName>ppt_x</p:attrName>
                                        </p:attrNameLst>
                                      </p:cBhvr>
                                      <p:tavLst>
                                        <p:tav tm="0">
                                          <p:val>
                                            <p:strVal val="1+#ppt_w/2"/>
                                          </p:val>
                                        </p:tav>
                                        <p:tav tm="100000">
                                          <p:val>
                                            <p:strVal val="#ppt_x"/>
                                          </p:val>
                                        </p:tav>
                                      </p:tavLst>
                                    </p:anim>
                                    <p:anim calcmode="lin" valueType="num">
                                      <p:cBhvr additive="base">
                                        <p:cTn id="30" dur="750" fill="hold"/>
                                        <p:tgtEl>
                                          <p:spTgt spid="11"/>
                                        </p:tgtEl>
                                        <p:attrNameLst>
                                          <p:attrName>ppt_y</p:attrName>
                                        </p:attrNameLst>
                                      </p:cBhvr>
                                      <p:tavLst>
                                        <p:tav tm="0">
                                          <p:val>
                                            <p:strVal val="0-#ppt_h/2"/>
                                          </p:val>
                                        </p:tav>
                                        <p:tav tm="100000">
                                          <p:val>
                                            <p:strVal val="#ppt_y"/>
                                          </p:val>
                                        </p:tav>
                                      </p:tavLst>
                                    </p:anim>
                                  </p:childTnLst>
                                </p:cTn>
                              </p:par>
                            </p:childTnLst>
                          </p:cTn>
                        </p:par>
                        <p:par>
                          <p:cTn id="31" fill="hold">
                            <p:stCondLst>
                              <p:cond delay="2825"/>
                            </p:stCondLst>
                            <p:childTnLst>
                              <p:par>
                                <p:cTn id="32" presetID="10" presetClass="entr" presetSubtype="0" fill="hold" grpId="0" nodeType="afterEffect">
                                  <p:stCondLst>
                                    <p:cond delay="2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1" grpId="0">
        <p:tmplLst>
          <p:tmpl>
            <p:tnLst>
              <p:par>
                <p:cTn presetID="2" presetClass="entr" presetSubtype="3" decel="100000" fill="hold" nodeType="withEffect">
                  <p:stCondLst>
                    <p:cond delay="750"/>
                  </p:stCondLst>
                  <p:iterate type="wd">
                    <p:tmPct val="10000"/>
                  </p:iterate>
                  <p:childTnLst>
                    <p:set>
                      <p:cBhvr>
                        <p:cTn dur="1" fill="hold">
                          <p:stCondLst>
                            <p:cond delay="0"/>
                          </p:stCondLst>
                        </p:cTn>
                        <p:tgtEl>
                          <p:spTgt spid="11"/>
                        </p:tgtEl>
                        <p:attrNameLst>
                          <p:attrName>style.visibility</p:attrName>
                        </p:attrNameLst>
                      </p:cBhvr>
                      <p:to>
                        <p:strVal val="visible"/>
                      </p:to>
                    </p:set>
                    <p:anim calcmode="lin" valueType="num">
                      <p:cBhvr additive="base">
                        <p:cTn dur="750" fill="hold"/>
                        <p:tgtEl>
                          <p:spTgt spid="11"/>
                        </p:tgtEl>
                        <p:attrNameLst>
                          <p:attrName>ppt_x</p:attrName>
                        </p:attrNameLst>
                      </p:cBhvr>
                      <p:tavLst>
                        <p:tav tm="0">
                          <p:val>
                            <p:strVal val="1+#ppt_w/2"/>
                          </p:val>
                        </p:tav>
                        <p:tav tm="100000">
                          <p:val>
                            <p:strVal val="#ppt_x"/>
                          </p:val>
                        </p:tav>
                      </p:tavLst>
                    </p:anim>
                    <p:anim calcmode="lin" valueType="num">
                      <p:cBhvr additive="base">
                        <p:cTn dur="750" fill="hold"/>
                        <p:tgtEl>
                          <p:spTgt spid="11"/>
                        </p:tgtEl>
                        <p:attrNameLst>
                          <p:attrName>ppt_y</p:attrName>
                        </p:attrNameLst>
                      </p:cBhvr>
                      <p:tavLst>
                        <p:tav tm="0">
                          <p:val>
                            <p:strVal val="0-#ppt_h/2"/>
                          </p:val>
                        </p:tav>
                        <p:tav tm="100000">
                          <p:val>
                            <p:strVal val="#ppt_y"/>
                          </p:val>
                        </p:tav>
                      </p:tavLst>
                    </p:anim>
                  </p:childTnLst>
                </p:cTn>
              </p:par>
            </p:tnLst>
          </p:tmpl>
        </p:tmplLst>
      </p:bldP>
      <p:bldP spid="13" grpId="0">
        <p:tmplLst>
          <p:tmpl>
            <p:tnLst>
              <p:par>
                <p:cTn presetID="10" presetClass="entr" presetSubtype="0" fill="hold" nodeType="afterEffect">
                  <p:stCondLst>
                    <p:cond delay="25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0" grpId="0"/>
      <p:bldP spid="17" grpId="0"/>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Mobile and 3 Points">
    <p:spTree>
      <p:nvGrpSpPr>
        <p:cNvPr id="1" name=""/>
        <p:cNvGrpSpPr/>
        <p:nvPr/>
      </p:nvGrpSpPr>
      <p:grpSpPr>
        <a:xfrm>
          <a:off x="0" y="0"/>
          <a:ext cx="0" cy="0"/>
          <a:chOff x="0" y="0"/>
          <a:chExt cx="0" cy="0"/>
        </a:xfrm>
      </p:grpSpPr>
      <p:sp>
        <p:nvSpPr>
          <p:cNvPr id="44" name="正方形/長方形 43"/>
          <p:cNvSpPr/>
          <p:nvPr userDrawn="1"/>
        </p:nvSpPr>
        <p:spPr>
          <a:xfrm>
            <a:off x="-29029" y="-29028"/>
            <a:ext cx="4340513" cy="10368000"/>
          </a:xfrm>
          <a:prstGeom prst="rect">
            <a:avLst/>
          </a:prstGeom>
          <a:blipFill dpi="0" rotWithShape="0">
            <a:blip r:embed="rId2"/>
            <a:srcRect/>
            <a:tile tx="0" ty="0" sx="100000" sy="100000" flip="none" algn="tl"/>
          </a:blipFill>
          <a:ln>
            <a:noFill/>
          </a:ln>
          <a:effectLst>
            <a:outerShdw blurRad="50800" dist="381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9" name="グループ化 8"/>
          <p:cNvGrpSpPr/>
          <p:nvPr userDrawn="1"/>
        </p:nvGrpSpPr>
        <p:grpSpPr>
          <a:xfrm>
            <a:off x="16778435" y="339170"/>
            <a:ext cx="1150664" cy="1150664"/>
            <a:chOff x="7418859" y="2569953"/>
            <a:chExt cx="934639" cy="934639"/>
          </a:xfrm>
        </p:grpSpPr>
        <p:sp>
          <p:nvSpPr>
            <p:cNvPr id="10" name="涙形 9"/>
            <p:cNvSpPr/>
            <p:nvPr/>
          </p:nvSpPr>
          <p:spPr>
            <a:xfrm>
              <a:off x="7418859" y="2569953"/>
              <a:ext cx="934639" cy="934639"/>
            </a:xfrm>
            <a:prstGeom prst="teardrop">
              <a:avLst/>
            </a:prstGeom>
            <a:blipFill>
              <a:blip r:embed="rId3"/>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涙形 10"/>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13" name="二等辺三角形 10"/>
          <p:cNvSpPr/>
          <p:nvPr userDrawn="1"/>
        </p:nvSpPr>
        <p:spPr>
          <a:xfrm rot="5400000">
            <a:off x="9801448" y="-1532943"/>
            <a:ext cx="900329" cy="7791726"/>
          </a:xfrm>
          <a:custGeom>
            <a:avLst/>
            <a:gdLst/>
            <a:ahLst/>
            <a:cxnLst/>
            <a:rect l="l" t="t" r="r" b="b"/>
            <a:pathLst>
              <a:path w="900329" h="7791726">
                <a:moveTo>
                  <a:pt x="0" y="7791726"/>
                </a:moveTo>
                <a:lnTo>
                  <a:pt x="0" y="7701661"/>
                </a:lnTo>
                <a:lnTo>
                  <a:pt x="0" y="4405936"/>
                </a:lnTo>
                <a:lnTo>
                  <a:pt x="0" y="4404936"/>
                </a:lnTo>
                <a:lnTo>
                  <a:pt x="0" y="2803892"/>
                </a:lnTo>
                <a:lnTo>
                  <a:pt x="0" y="2802892"/>
                </a:lnTo>
                <a:lnTo>
                  <a:pt x="441" y="2802892"/>
                </a:lnTo>
                <a:lnTo>
                  <a:pt x="441" y="2083768"/>
                </a:lnTo>
                <a:lnTo>
                  <a:pt x="441" y="2082768"/>
                </a:lnTo>
                <a:lnTo>
                  <a:pt x="441" y="481724"/>
                </a:lnTo>
                <a:lnTo>
                  <a:pt x="441" y="480724"/>
                </a:lnTo>
                <a:lnTo>
                  <a:pt x="1375" y="480724"/>
                </a:lnTo>
                <a:lnTo>
                  <a:pt x="450385" y="0"/>
                </a:lnTo>
                <a:lnTo>
                  <a:pt x="899395" y="480724"/>
                </a:lnTo>
                <a:lnTo>
                  <a:pt x="900329" y="480724"/>
                </a:lnTo>
                <a:lnTo>
                  <a:pt x="900329" y="481724"/>
                </a:lnTo>
                <a:lnTo>
                  <a:pt x="900329" y="2082768"/>
                </a:lnTo>
                <a:lnTo>
                  <a:pt x="900329" y="2083768"/>
                </a:lnTo>
                <a:lnTo>
                  <a:pt x="900329" y="5379493"/>
                </a:lnTo>
                <a:lnTo>
                  <a:pt x="900329" y="5469558"/>
                </a:lnTo>
                <a:lnTo>
                  <a:pt x="899888" y="5469558"/>
                </a:lnTo>
                <a:lnTo>
                  <a:pt x="899888" y="7701661"/>
                </a:lnTo>
                <a:lnTo>
                  <a:pt x="899888" y="7791726"/>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4" name="グループ化 13"/>
          <p:cNvGrpSpPr/>
          <p:nvPr userDrawn="1"/>
        </p:nvGrpSpPr>
        <p:grpSpPr>
          <a:xfrm>
            <a:off x="6480883" y="2023415"/>
            <a:ext cx="7455472" cy="663576"/>
            <a:chOff x="212789" y="3126253"/>
            <a:chExt cx="7455472" cy="663576"/>
          </a:xfrm>
        </p:grpSpPr>
        <p:cxnSp>
          <p:nvCxnSpPr>
            <p:cNvPr id="15" name="直線コネクタ 14"/>
            <p:cNvCxnSpPr/>
            <p:nvPr/>
          </p:nvCxnSpPr>
          <p:spPr>
            <a:xfrm>
              <a:off x="212789" y="3126253"/>
              <a:ext cx="710876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212789" y="3789829"/>
              <a:ext cx="710876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20" name="テキスト プレースホルダー 5"/>
          <p:cNvSpPr>
            <a:spLocks noGrp="1"/>
          </p:cNvSpPr>
          <p:nvPr>
            <p:ph type="body" sz="quarter" idx="15" hasCustomPrompt="1"/>
          </p:nvPr>
        </p:nvSpPr>
        <p:spPr>
          <a:xfrm>
            <a:off x="6607492" y="2023415"/>
            <a:ext cx="6982152" cy="647693"/>
          </a:xfrm>
          <a:prstGeom prst="rect">
            <a:avLst/>
          </a:prstGeo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21" name="テキスト プレースホルダー 5"/>
          <p:cNvSpPr>
            <a:spLocks noGrp="1"/>
          </p:cNvSpPr>
          <p:nvPr>
            <p:ph type="body" sz="quarter" idx="18" hasCustomPrompt="1"/>
          </p:nvPr>
        </p:nvSpPr>
        <p:spPr>
          <a:xfrm>
            <a:off x="6597582" y="2813085"/>
            <a:ext cx="10152716" cy="1210778"/>
          </a:xfrm>
          <a:prstGeom prst="rect">
            <a:avLst/>
          </a:prstGeo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p>
        </p:txBody>
      </p:sp>
      <p:sp>
        <p:nvSpPr>
          <p:cNvPr id="28" name="二等辺三角形 10"/>
          <p:cNvSpPr/>
          <p:nvPr userDrawn="1"/>
        </p:nvSpPr>
        <p:spPr>
          <a:xfrm rot="5400000">
            <a:off x="9801449" y="979787"/>
            <a:ext cx="900329" cy="7791726"/>
          </a:xfrm>
          <a:custGeom>
            <a:avLst/>
            <a:gdLst/>
            <a:ahLst/>
            <a:cxnLst/>
            <a:rect l="l" t="t" r="r" b="b"/>
            <a:pathLst>
              <a:path w="900329" h="7791726">
                <a:moveTo>
                  <a:pt x="0" y="7791726"/>
                </a:moveTo>
                <a:lnTo>
                  <a:pt x="0" y="7701661"/>
                </a:lnTo>
                <a:lnTo>
                  <a:pt x="0" y="4405936"/>
                </a:lnTo>
                <a:lnTo>
                  <a:pt x="0" y="4404936"/>
                </a:lnTo>
                <a:lnTo>
                  <a:pt x="0" y="2803892"/>
                </a:lnTo>
                <a:lnTo>
                  <a:pt x="0" y="2802892"/>
                </a:lnTo>
                <a:lnTo>
                  <a:pt x="441" y="2802892"/>
                </a:lnTo>
                <a:lnTo>
                  <a:pt x="441" y="2083768"/>
                </a:lnTo>
                <a:lnTo>
                  <a:pt x="441" y="2082768"/>
                </a:lnTo>
                <a:lnTo>
                  <a:pt x="441" y="481724"/>
                </a:lnTo>
                <a:lnTo>
                  <a:pt x="441" y="480724"/>
                </a:lnTo>
                <a:lnTo>
                  <a:pt x="1375" y="480724"/>
                </a:lnTo>
                <a:lnTo>
                  <a:pt x="450385" y="0"/>
                </a:lnTo>
                <a:lnTo>
                  <a:pt x="899395" y="480724"/>
                </a:lnTo>
                <a:lnTo>
                  <a:pt x="900329" y="480724"/>
                </a:lnTo>
                <a:lnTo>
                  <a:pt x="900329" y="481724"/>
                </a:lnTo>
                <a:lnTo>
                  <a:pt x="900329" y="2082768"/>
                </a:lnTo>
                <a:lnTo>
                  <a:pt x="900329" y="2083768"/>
                </a:lnTo>
                <a:lnTo>
                  <a:pt x="900329" y="5379493"/>
                </a:lnTo>
                <a:lnTo>
                  <a:pt x="900329" y="5469558"/>
                </a:lnTo>
                <a:lnTo>
                  <a:pt x="899888" y="5469558"/>
                </a:lnTo>
                <a:lnTo>
                  <a:pt x="899888" y="7701661"/>
                </a:lnTo>
                <a:lnTo>
                  <a:pt x="899888" y="7791726"/>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9" name="グループ化 28"/>
          <p:cNvGrpSpPr/>
          <p:nvPr userDrawn="1"/>
        </p:nvGrpSpPr>
        <p:grpSpPr>
          <a:xfrm>
            <a:off x="6480884" y="4536145"/>
            <a:ext cx="7455472" cy="663576"/>
            <a:chOff x="212789" y="3126253"/>
            <a:chExt cx="7455472" cy="663576"/>
          </a:xfrm>
        </p:grpSpPr>
        <p:cxnSp>
          <p:nvCxnSpPr>
            <p:cNvPr id="30" name="直線コネクタ 29"/>
            <p:cNvCxnSpPr/>
            <p:nvPr/>
          </p:nvCxnSpPr>
          <p:spPr>
            <a:xfrm>
              <a:off x="212789" y="3126253"/>
              <a:ext cx="710876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a:off x="212789" y="3789829"/>
              <a:ext cx="710876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34" name="テキスト プレースホルダー 5"/>
          <p:cNvSpPr>
            <a:spLocks noGrp="1"/>
          </p:cNvSpPr>
          <p:nvPr>
            <p:ph type="body" sz="quarter" idx="19" hasCustomPrompt="1"/>
          </p:nvPr>
        </p:nvSpPr>
        <p:spPr>
          <a:xfrm>
            <a:off x="6607493" y="4536145"/>
            <a:ext cx="6982152" cy="647693"/>
          </a:xfrm>
          <a:prstGeom prst="rect">
            <a:avLst/>
          </a:prstGeo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35" name="テキスト プレースホルダー 5"/>
          <p:cNvSpPr>
            <a:spLocks noGrp="1"/>
          </p:cNvSpPr>
          <p:nvPr>
            <p:ph type="body" sz="quarter" idx="20" hasCustomPrompt="1"/>
          </p:nvPr>
        </p:nvSpPr>
        <p:spPr>
          <a:xfrm>
            <a:off x="6597583" y="5325815"/>
            <a:ext cx="10152716" cy="1210778"/>
          </a:xfrm>
          <a:prstGeom prst="rect">
            <a:avLst/>
          </a:prstGeo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p>
        </p:txBody>
      </p:sp>
      <p:sp>
        <p:nvSpPr>
          <p:cNvPr id="36" name="二等辺三角形 10"/>
          <p:cNvSpPr/>
          <p:nvPr userDrawn="1"/>
        </p:nvSpPr>
        <p:spPr>
          <a:xfrm rot="5400000">
            <a:off x="9801449" y="3504595"/>
            <a:ext cx="900329" cy="7791726"/>
          </a:xfrm>
          <a:custGeom>
            <a:avLst/>
            <a:gdLst/>
            <a:ahLst/>
            <a:cxnLst/>
            <a:rect l="l" t="t" r="r" b="b"/>
            <a:pathLst>
              <a:path w="900329" h="7791726">
                <a:moveTo>
                  <a:pt x="0" y="7791726"/>
                </a:moveTo>
                <a:lnTo>
                  <a:pt x="0" y="7701661"/>
                </a:lnTo>
                <a:lnTo>
                  <a:pt x="0" y="4405936"/>
                </a:lnTo>
                <a:lnTo>
                  <a:pt x="0" y="4404936"/>
                </a:lnTo>
                <a:lnTo>
                  <a:pt x="0" y="2803892"/>
                </a:lnTo>
                <a:lnTo>
                  <a:pt x="0" y="2802892"/>
                </a:lnTo>
                <a:lnTo>
                  <a:pt x="441" y="2802892"/>
                </a:lnTo>
                <a:lnTo>
                  <a:pt x="441" y="2083768"/>
                </a:lnTo>
                <a:lnTo>
                  <a:pt x="441" y="2082768"/>
                </a:lnTo>
                <a:lnTo>
                  <a:pt x="441" y="481724"/>
                </a:lnTo>
                <a:lnTo>
                  <a:pt x="441" y="480724"/>
                </a:lnTo>
                <a:lnTo>
                  <a:pt x="1375" y="480724"/>
                </a:lnTo>
                <a:lnTo>
                  <a:pt x="450385" y="0"/>
                </a:lnTo>
                <a:lnTo>
                  <a:pt x="899395" y="480724"/>
                </a:lnTo>
                <a:lnTo>
                  <a:pt x="900329" y="480724"/>
                </a:lnTo>
                <a:lnTo>
                  <a:pt x="900329" y="481724"/>
                </a:lnTo>
                <a:lnTo>
                  <a:pt x="900329" y="2082768"/>
                </a:lnTo>
                <a:lnTo>
                  <a:pt x="900329" y="2083768"/>
                </a:lnTo>
                <a:lnTo>
                  <a:pt x="900329" y="5379493"/>
                </a:lnTo>
                <a:lnTo>
                  <a:pt x="900329" y="5469558"/>
                </a:lnTo>
                <a:lnTo>
                  <a:pt x="899888" y="5469558"/>
                </a:lnTo>
                <a:lnTo>
                  <a:pt x="899888" y="7701661"/>
                </a:lnTo>
                <a:lnTo>
                  <a:pt x="899888" y="7791726"/>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7" name="グループ化 36"/>
          <p:cNvGrpSpPr/>
          <p:nvPr userDrawn="1"/>
        </p:nvGrpSpPr>
        <p:grpSpPr>
          <a:xfrm>
            <a:off x="6480884" y="7060953"/>
            <a:ext cx="7455472" cy="663576"/>
            <a:chOff x="212789" y="3126253"/>
            <a:chExt cx="7455472" cy="663576"/>
          </a:xfrm>
        </p:grpSpPr>
        <p:cxnSp>
          <p:nvCxnSpPr>
            <p:cNvPr id="38" name="直線コネクタ 37"/>
            <p:cNvCxnSpPr/>
            <p:nvPr/>
          </p:nvCxnSpPr>
          <p:spPr>
            <a:xfrm>
              <a:off x="212789" y="3126253"/>
              <a:ext cx="710876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212789" y="3789829"/>
              <a:ext cx="710876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1" name="直線コネクタ 40"/>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42" name="テキスト プレースホルダー 5"/>
          <p:cNvSpPr>
            <a:spLocks noGrp="1"/>
          </p:cNvSpPr>
          <p:nvPr>
            <p:ph type="body" sz="quarter" idx="21" hasCustomPrompt="1"/>
          </p:nvPr>
        </p:nvSpPr>
        <p:spPr>
          <a:xfrm>
            <a:off x="6607493" y="7060953"/>
            <a:ext cx="6982152" cy="647693"/>
          </a:xfrm>
          <a:prstGeom prst="rect">
            <a:avLst/>
          </a:prstGeo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43" name="テキスト プレースホルダー 5"/>
          <p:cNvSpPr>
            <a:spLocks noGrp="1"/>
          </p:cNvSpPr>
          <p:nvPr>
            <p:ph type="body" sz="quarter" idx="22" hasCustomPrompt="1"/>
          </p:nvPr>
        </p:nvSpPr>
        <p:spPr>
          <a:xfrm>
            <a:off x="6597583" y="7850623"/>
            <a:ext cx="10152716" cy="1210778"/>
          </a:xfrm>
          <a:prstGeom prst="rect">
            <a:avLst/>
          </a:prstGeo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p>
        </p:txBody>
      </p:sp>
      <p:cxnSp>
        <p:nvCxnSpPr>
          <p:cNvPr id="45" name="直線コネクタ 44"/>
          <p:cNvCxnSpPr/>
          <p:nvPr userDrawn="1"/>
        </p:nvCxnSpPr>
        <p:spPr>
          <a:xfrm>
            <a:off x="4151085" y="0"/>
            <a:ext cx="0" cy="1033897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pic>
        <p:nvPicPr>
          <p:cNvPr id="3" name="図 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39084" y="866363"/>
            <a:ext cx="4144801" cy="8468751"/>
          </a:xfrm>
          <a:prstGeom prst="rect">
            <a:avLst/>
          </a:prstGeom>
          <a:effectLst>
            <a:outerShdw blurRad="177800" dist="127000" dir="2700000" algn="tl" rotWithShape="0">
              <a:prstClr val="black">
                <a:alpha val="40000"/>
              </a:prstClr>
            </a:outerShdw>
          </a:effectLst>
        </p:spPr>
      </p:pic>
      <p:sp>
        <p:nvSpPr>
          <p:cNvPr id="4" name="図プレースホルダー 3"/>
          <p:cNvSpPr>
            <a:spLocks noGrp="1"/>
          </p:cNvSpPr>
          <p:nvPr>
            <p:ph type="pic" sz="quarter" idx="17" hasCustomPrompt="1"/>
          </p:nvPr>
        </p:nvSpPr>
        <p:spPr>
          <a:xfrm>
            <a:off x="2531897" y="1964193"/>
            <a:ext cx="3559175" cy="6329362"/>
          </a:xfrm>
          <a:prstGeom prst="rect">
            <a:avLst/>
          </a:prstGeom>
          <a:effectLst>
            <a:innerShdw blurRad="114300">
              <a:prstClr val="black"/>
            </a:innerShdw>
          </a:effectLst>
        </p:spPr>
        <p:txBody>
          <a:bodyPr/>
          <a:lstStyle>
            <a:lvl1pPr>
              <a:defRPr sz="2000" baseline="0"/>
            </a:lvl1pPr>
          </a:lstStyle>
          <a:p>
            <a:r>
              <a:rPr kumimoji="1" lang="en-US" altLang="ja-JP" dirty="0"/>
              <a:t>Add an image</a:t>
            </a:r>
            <a:endParaRPr kumimoji="1" lang="ja-JP" altLang="en-US" dirty="0"/>
          </a:p>
        </p:txBody>
      </p:sp>
    </p:spTree>
    <p:extLst>
      <p:ext uri="{BB962C8B-B14F-4D97-AF65-F5344CB8AC3E}">
        <p14:creationId xmlns:p14="http://schemas.microsoft.com/office/powerpoint/2010/main" val="423101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wipe(down)">
                                      <p:cBhvr>
                                        <p:cTn id="16" dur="500"/>
                                        <p:tgtEl>
                                          <p:spTgt spid="44"/>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45"/>
                                        </p:tgtEl>
                                        <p:attrNameLst>
                                          <p:attrName>style.visibility</p:attrName>
                                        </p:attrNameLst>
                                      </p:cBhvr>
                                      <p:to>
                                        <p:strVal val="visible"/>
                                      </p:to>
                                    </p:set>
                                    <p:animEffect transition="in" filter="wipe(up)">
                                      <p:cBhvr>
                                        <p:cTn id="20" dur="500"/>
                                        <p:tgtEl>
                                          <p:spTgt spid="45"/>
                                        </p:tgtEl>
                                      </p:cBhvr>
                                    </p:animEffect>
                                  </p:childTnLst>
                                </p:cTn>
                              </p:par>
                            </p:childTnLst>
                          </p:cTn>
                        </p:par>
                        <p:par>
                          <p:cTn id="21" fill="hold">
                            <p:stCondLst>
                              <p:cond delay="1500"/>
                            </p:stCondLst>
                            <p:childTnLst>
                              <p:par>
                                <p:cTn id="22" presetID="2" presetClass="entr" presetSubtype="1" decel="100000"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1000" fill="hold"/>
                                        <p:tgtEl>
                                          <p:spTgt spid="3"/>
                                        </p:tgtEl>
                                        <p:attrNameLst>
                                          <p:attrName>ppt_x</p:attrName>
                                        </p:attrNameLst>
                                      </p:cBhvr>
                                      <p:tavLst>
                                        <p:tav tm="0">
                                          <p:val>
                                            <p:strVal val="#ppt_x"/>
                                          </p:val>
                                        </p:tav>
                                        <p:tav tm="100000">
                                          <p:val>
                                            <p:strVal val="#ppt_x"/>
                                          </p:val>
                                        </p:tav>
                                      </p:tavLst>
                                    </p:anim>
                                    <p:anim calcmode="lin" valueType="num">
                                      <p:cBhvr additive="base">
                                        <p:cTn id="25" dur="1000" fill="hold"/>
                                        <p:tgtEl>
                                          <p:spTgt spid="3"/>
                                        </p:tgtEl>
                                        <p:attrNameLst>
                                          <p:attrName>ppt_y</p:attrName>
                                        </p:attrNameLst>
                                      </p:cBhvr>
                                      <p:tavLst>
                                        <p:tav tm="0">
                                          <p:val>
                                            <p:strVal val="0-#ppt_h/2"/>
                                          </p:val>
                                        </p:tav>
                                        <p:tav tm="100000">
                                          <p:val>
                                            <p:strVal val="#ppt_y"/>
                                          </p:val>
                                        </p:tav>
                                      </p:tavLst>
                                    </p:anim>
                                  </p:childTnLst>
                                </p:cTn>
                              </p:par>
                              <p:par>
                                <p:cTn id="26" presetID="2" presetClass="entr" presetSubtype="1" decel="10000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1000" fill="hold"/>
                                        <p:tgtEl>
                                          <p:spTgt spid="4"/>
                                        </p:tgtEl>
                                        <p:attrNameLst>
                                          <p:attrName>ppt_x</p:attrName>
                                        </p:attrNameLst>
                                      </p:cBhvr>
                                      <p:tavLst>
                                        <p:tav tm="0">
                                          <p:val>
                                            <p:strVal val="#ppt_x"/>
                                          </p:val>
                                        </p:tav>
                                        <p:tav tm="100000">
                                          <p:val>
                                            <p:strVal val="#ppt_x"/>
                                          </p:val>
                                        </p:tav>
                                      </p:tavLst>
                                    </p:anim>
                                    <p:anim calcmode="lin" valueType="num">
                                      <p:cBhvr additive="base">
                                        <p:cTn id="29" dur="1000" fill="hold"/>
                                        <p:tgtEl>
                                          <p:spTgt spid="4"/>
                                        </p:tgtEl>
                                        <p:attrNameLst>
                                          <p:attrName>ppt_y</p:attrName>
                                        </p:attrNameLst>
                                      </p:cBhvr>
                                      <p:tavLst>
                                        <p:tav tm="0">
                                          <p:val>
                                            <p:strVal val="0-#ppt_h/2"/>
                                          </p:val>
                                        </p:tav>
                                        <p:tav tm="100000">
                                          <p:val>
                                            <p:strVal val="#ppt_y"/>
                                          </p:val>
                                        </p:tav>
                                      </p:tavLst>
                                    </p:anim>
                                  </p:childTnLst>
                                </p:cTn>
                              </p:par>
                            </p:childTnLst>
                          </p:cTn>
                        </p:par>
                        <p:par>
                          <p:cTn id="30" fill="hold">
                            <p:stCondLst>
                              <p:cond delay="2500"/>
                            </p:stCondLst>
                            <p:childTnLst>
                              <p:par>
                                <p:cTn id="31" presetID="22" presetClass="entr" presetSubtype="8"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500"/>
                                        <p:tgtEl>
                                          <p:spTgt spid="13"/>
                                        </p:tgtEl>
                                      </p:cBhvr>
                                    </p:animEffect>
                                  </p:childTnLst>
                                </p:cTn>
                              </p:par>
                              <p:par>
                                <p:cTn id="34" presetID="22" presetClass="entr" presetSubtype="8" fill="hold" nodeType="withEffect">
                                  <p:stCondLst>
                                    <p:cond delay="50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par>
                                <p:cTn id="37" presetID="2" presetClass="entr" presetSubtype="2" decel="100000" fill="hold" grpId="0" nodeType="withEffect">
                                  <p:stCondLst>
                                    <p:cond delay="500"/>
                                  </p:stCondLst>
                                  <p:childTnLst>
                                    <p:set>
                                      <p:cBhvr>
                                        <p:cTn id="38" dur="1" fill="hold">
                                          <p:stCondLst>
                                            <p:cond delay="0"/>
                                          </p:stCondLst>
                                        </p:cTn>
                                        <p:tgtEl>
                                          <p:spTgt spid="20">
                                            <p:txEl>
                                              <p:pRg st="0" end="0"/>
                                            </p:txEl>
                                          </p:spTgt>
                                        </p:tgtEl>
                                        <p:attrNameLst>
                                          <p:attrName>style.visibility</p:attrName>
                                        </p:attrNameLst>
                                      </p:cBhvr>
                                      <p:to>
                                        <p:strVal val="visible"/>
                                      </p:to>
                                    </p:set>
                                    <p:anim calcmode="lin" valueType="num">
                                      <p:cBhvr additive="base">
                                        <p:cTn id="39" dur="1000" fill="hold"/>
                                        <p:tgtEl>
                                          <p:spTgt spid="20">
                                            <p:txEl>
                                              <p:pRg st="0" end="0"/>
                                            </p:txEl>
                                          </p:spTgt>
                                        </p:tgtEl>
                                        <p:attrNameLst>
                                          <p:attrName>ppt_x</p:attrName>
                                        </p:attrNameLst>
                                      </p:cBhvr>
                                      <p:tavLst>
                                        <p:tav tm="0">
                                          <p:val>
                                            <p:strVal val="1+#ppt_w/2"/>
                                          </p:val>
                                        </p:tav>
                                        <p:tav tm="100000">
                                          <p:val>
                                            <p:strVal val="#ppt_x"/>
                                          </p:val>
                                        </p:tav>
                                      </p:tavLst>
                                    </p:anim>
                                    <p:anim calcmode="lin" valueType="num">
                                      <p:cBhvr additive="base">
                                        <p:cTn id="40" dur="1000" fill="hold"/>
                                        <p:tgtEl>
                                          <p:spTgt spid="20">
                                            <p:txEl>
                                              <p:pRg st="0" end="0"/>
                                            </p:txEl>
                                          </p:spTgt>
                                        </p:tgtEl>
                                        <p:attrNameLst>
                                          <p:attrName>ppt_y</p:attrName>
                                        </p:attrNameLst>
                                      </p:cBhvr>
                                      <p:tavLst>
                                        <p:tav tm="0">
                                          <p:val>
                                            <p:strVal val="#ppt_y"/>
                                          </p:val>
                                        </p:tav>
                                        <p:tav tm="100000">
                                          <p:val>
                                            <p:strVal val="#ppt_y"/>
                                          </p:val>
                                        </p:tav>
                                      </p:tavLst>
                                    </p:anim>
                                  </p:childTnLst>
                                </p:cTn>
                              </p:par>
                              <p:par>
                                <p:cTn id="41" presetID="10" presetClass="entr" presetSubtype="0" fill="hold" grpId="1" nodeType="withEffect">
                                  <p:stCondLst>
                                    <p:cond delay="1000"/>
                                  </p:stCondLst>
                                  <p:childTnLst>
                                    <p:set>
                                      <p:cBhvr>
                                        <p:cTn id="42" dur="1" fill="hold">
                                          <p:stCondLst>
                                            <p:cond delay="0"/>
                                          </p:stCondLst>
                                        </p:cTn>
                                        <p:tgtEl>
                                          <p:spTgt spid="20">
                                            <p:txEl>
                                              <p:pRg st="0" end="0"/>
                                            </p:txEl>
                                          </p:spTgt>
                                        </p:tgtEl>
                                        <p:attrNameLst>
                                          <p:attrName>style.visibility</p:attrName>
                                        </p:attrNameLst>
                                      </p:cBhvr>
                                      <p:to>
                                        <p:strVal val="visible"/>
                                      </p:to>
                                    </p:set>
                                    <p:animEffect transition="in" filter="fade">
                                      <p:cBhvr>
                                        <p:cTn id="43" dur="500"/>
                                        <p:tgtEl>
                                          <p:spTgt spid="20">
                                            <p:txEl>
                                              <p:pRg st="0" end="0"/>
                                            </p:txEl>
                                          </p:spTgt>
                                        </p:tgtEl>
                                      </p:cBhvr>
                                    </p:animEffect>
                                  </p:childTnLst>
                                </p:cTn>
                              </p:par>
                              <p:par>
                                <p:cTn id="44" presetID="1" presetClass="exit" presetSubtype="0" fill="hold" grpId="2" nodeType="withEffect">
                                  <p:stCondLst>
                                    <p:cond delay="500"/>
                                  </p:stCondLst>
                                  <p:childTnLst>
                                    <p:set>
                                      <p:cBhvr>
                                        <p:cTn id="45" dur="1" fill="hold">
                                          <p:stCondLst>
                                            <p:cond delay="0"/>
                                          </p:stCondLst>
                                        </p:cTn>
                                        <p:tgtEl>
                                          <p:spTgt spid="20">
                                            <p:txEl>
                                              <p:pRg st="0" end="0"/>
                                            </p:txEl>
                                          </p:spTgt>
                                        </p:tgtEl>
                                        <p:attrNameLst>
                                          <p:attrName>style.visibility</p:attrName>
                                        </p:attrNameLst>
                                      </p:cBhvr>
                                      <p:to>
                                        <p:strVal val="hidden"/>
                                      </p:to>
                                    </p:set>
                                  </p:childTnLst>
                                </p:cTn>
                              </p:par>
                            </p:childTnLst>
                          </p:cTn>
                        </p:par>
                        <p:par>
                          <p:cTn id="46" fill="hold">
                            <p:stCondLst>
                              <p:cond delay="4000"/>
                            </p:stCondLst>
                            <p:childTnLst>
                              <p:par>
                                <p:cTn id="47" presetID="22" presetClass="entr" presetSubtype="8" fill="hold" grpId="0" nodeType="afterEffect">
                                  <p:stCondLst>
                                    <p:cond delay="0"/>
                                  </p:stCondLst>
                                  <p:childTnLst>
                                    <p:set>
                                      <p:cBhvr>
                                        <p:cTn id="48" dur="1" fill="hold">
                                          <p:stCondLst>
                                            <p:cond delay="0"/>
                                          </p:stCondLst>
                                        </p:cTn>
                                        <p:tgtEl>
                                          <p:spTgt spid="21">
                                            <p:txEl>
                                              <p:pRg st="0" end="0"/>
                                            </p:txEl>
                                          </p:spTgt>
                                        </p:tgtEl>
                                        <p:attrNameLst>
                                          <p:attrName>style.visibility</p:attrName>
                                        </p:attrNameLst>
                                      </p:cBhvr>
                                      <p:to>
                                        <p:strVal val="visible"/>
                                      </p:to>
                                    </p:set>
                                    <p:animEffect transition="in" filter="wipe(left)">
                                      <p:cBhvr>
                                        <p:cTn id="49" dur="500"/>
                                        <p:tgtEl>
                                          <p:spTgt spid="21">
                                            <p:txEl>
                                              <p:pRg st="0" end="0"/>
                                            </p:txEl>
                                          </p:spTgt>
                                        </p:tgtEl>
                                      </p:cBhvr>
                                    </p:animEffect>
                                  </p:childTnLst>
                                </p:cTn>
                              </p:par>
                            </p:childTnLst>
                          </p:cTn>
                        </p:par>
                        <p:par>
                          <p:cTn id="50" fill="hold">
                            <p:stCondLst>
                              <p:cond delay="4500"/>
                            </p:stCondLst>
                            <p:childTnLst>
                              <p:par>
                                <p:cTn id="51" presetID="22" presetClass="entr" presetSubtype="8" fill="hold" grpId="0" nodeType="after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wipe(left)">
                                      <p:cBhvr>
                                        <p:cTn id="53" dur="500"/>
                                        <p:tgtEl>
                                          <p:spTgt spid="28"/>
                                        </p:tgtEl>
                                      </p:cBhvr>
                                    </p:animEffect>
                                  </p:childTnLst>
                                </p:cTn>
                              </p:par>
                              <p:par>
                                <p:cTn id="54" presetID="22" presetClass="entr" presetSubtype="8" fill="hold" nodeType="withEffect">
                                  <p:stCondLst>
                                    <p:cond delay="50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500"/>
                                        <p:tgtEl>
                                          <p:spTgt spid="29"/>
                                        </p:tgtEl>
                                      </p:cBhvr>
                                    </p:animEffect>
                                  </p:childTnLst>
                                </p:cTn>
                              </p:par>
                              <p:par>
                                <p:cTn id="57" presetID="2" presetClass="entr" presetSubtype="2" decel="100000" fill="hold" grpId="0" nodeType="withEffect">
                                  <p:stCondLst>
                                    <p:cond delay="500"/>
                                  </p:stCondLst>
                                  <p:childTnLst>
                                    <p:set>
                                      <p:cBhvr>
                                        <p:cTn id="58" dur="1" fill="hold">
                                          <p:stCondLst>
                                            <p:cond delay="0"/>
                                          </p:stCondLst>
                                        </p:cTn>
                                        <p:tgtEl>
                                          <p:spTgt spid="34">
                                            <p:txEl>
                                              <p:pRg st="0" end="0"/>
                                            </p:txEl>
                                          </p:spTgt>
                                        </p:tgtEl>
                                        <p:attrNameLst>
                                          <p:attrName>style.visibility</p:attrName>
                                        </p:attrNameLst>
                                      </p:cBhvr>
                                      <p:to>
                                        <p:strVal val="visible"/>
                                      </p:to>
                                    </p:set>
                                    <p:anim calcmode="lin" valueType="num">
                                      <p:cBhvr additive="base">
                                        <p:cTn id="59" dur="1000" fill="hold"/>
                                        <p:tgtEl>
                                          <p:spTgt spid="34">
                                            <p:txEl>
                                              <p:pRg st="0" end="0"/>
                                            </p:txEl>
                                          </p:spTgt>
                                        </p:tgtEl>
                                        <p:attrNameLst>
                                          <p:attrName>ppt_x</p:attrName>
                                        </p:attrNameLst>
                                      </p:cBhvr>
                                      <p:tavLst>
                                        <p:tav tm="0">
                                          <p:val>
                                            <p:strVal val="1+#ppt_w/2"/>
                                          </p:val>
                                        </p:tav>
                                        <p:tav tm="100000">
                                          <p:val>
                                            <p:strVal val="#ppt_x"/>
                                          </p:val>
                                        </p:tav>
                                      </p:tavLst>
                                    </p:anim>
                                    <p:anim calcmode="lin" valueType="num">
                                      <p:cBhvr additive="base">
                                        <p:cTn id="60" dur="1000" fill="hold"/>
                                        <p:tgtEl>
                                          <p:spTgt spid="34">
                                            <p:txEl>
                                              <p:pRg st="0" end="0"/>
                                            </p:txEl>
                                          </p:spTgt>
                                        </p:tgtEl>
                                        <p:attrNameLst>
                                          <p:attrName>ppt_y</p:attrName>
                                        </p:attrNameLst>
                                      </p:cBhvr>
                                      <p:tavLst>
                                        <p:tav tm="0">
                                          <p:val>
                                            <p:strVal val="#ppt_y"/>
                                          </p:val>
                                        </p:tav>
                                        <p:tav tm="100000">
                                          <p:val>
                                            <p:strVal val="#ppt_y"/>
                                          </p:val>
                                        </p:tav>
                                      </p:tavLst>
                                    </p:anim>
                                  </p:childTnLst>
                                </p:cTn>
                              </p:par>
                              <p:par>
                                <p:cTn id="61" presetID="10" presetClass="entr" presetSubtype="0" fill="hold" grpId="1" nodeType="withEffect">
                                  <p:stCondLst>
                                    <p:cond delay="1000"/>
                                  </p:stCondLst>
                                  <p:childTnLst>
                                    <p:set>
                                      <p:cBhvr>
                                        <p:cTn id="62" dur="1" fill="hold">
                                          <p:stCondLst>
                                            <p:cond delay="0"/>
                                          </p:stCondLst>
                                        </p:cTn>
                                        <p:tgtEl>
                                          <p:spTgt spid="34">
                                            <p:txEl>
                                              <p:pRg st="0" end="0"/>
                                            </p:txEl>
                                          </p:spTgt>
                                        </p:tgtEl>
                                        <p:attrNameLst>
                                          <p:attrName>style.visibility</p:attrName>
                                        </p:attrNameLst>
                                      </p:cBhvr>
                                      <p:to>
                                        <p:strVal val="visible"/>
                                      </p:to>
                                    </p:set>
                                    <p:animEffect transition="in" filter="fade">
                                      <p:cBhvr>
                                        <p:cTn id="63" dur="500"/>
                                        <p:tgtEl>
                                          <p:spTgt spid="34">
                                            <p:txEl>
                                              <p:pRg st="0" end="0"/>
                                            </p:txEl>
                                          </p:spTgt>
                                        </p:tgtEl>
                                      </p:cBhvr>
                                    </p:animEffect>
                                  </p:childTnLst>
                                </p:cTn>
                              </p:par>
                              <p:par>
                                <p:cTn id="64" presetID="1" presetClass="exit" presetSubtype="0" fill="hold" grpId="2" nodeType="withEffect">
                                  <p:stCondLst>
                                    <p:cond delay="500"/>
                                  </p:stCondLst>
                                  <p:childTnLst>
                                    <p:set>
                                      <p:cBhvr>
                                        <p:cTn id="65" dur="1" fill="hold">
                                          <p:stCondLst>
                                            <p:cond delay="0"/>
                                          </p:stCondLst>
                                        </p:cTn>
                                        <p:tgtEl>
                                          <p:spTgt spid="34">
                                            <p:txEl>
                                              <p:pRg st="0" end="0"/>
                                            </p:txEl>
                                          </p:spTgt>
                                        </p:tgtEl>
                                        <p:attrNameLst>
                                          <p:attrName>style.visibility</p:attrName>
                                        </p:attrNameLst>
                                      </p:cBhvr>
                                      <p:to>
                                        <p:strVal val="hidden"/>
                                      </p:to>
                                    </p:set>
                                  </p:childTnLst>
                                </p:cTn>
                              </p:par>
                            </p:childTnLst>
                          </p:cTn>
                        </p:par>
                        <p:par>
                          <p:cTn id="66" fill="hold">
                            <p:stCondLst>
                              <p:cond delay="6000"/>
                            </p:stCondLst>
                            <p:childTnLst>
                              <p:par>
                                <p:cTn id="67" presetID="22" presetClass="entr" presetSubtype="8" fill="hold" grpId="0" nodeType="afterEffect">
                                  <p:stCondLst>
                                    <p:cond delay="0"/>
                                  </p:stCondLst>
                                  <p:childTnLst>
                                    <p:set>
                                      <p:cBhvr>
                                        <p:cTn id="68" dur="1" fill="hold">
                                          <p:stCondLst>
                                            <p:cond delay="0"/>
                                          </p:stCondLst>
                                        </p:cTn>
                                        <p:tgtEl>
                                          <p:spTgt spid="35">
                                            <p:txEl>
                                              <p:pRg st="0" end="0"/>
                                            </p:txEl>
                                          </p:spTgt>
                                        </p:tgtEl>
                                        <p:attrNameLst>
                                          <p:attrName>style.visibility</p:attrName>
                                        </p:attrNameLst>
                                      </p:cBhvr>
                                      <p:to>
                                        <p:strVal val="visible"/>
                                      </p:to>
                                    </p:set>
                                    <p:animEffect transition="in" filter="wipe(left)">
                                      <p:cBhvr>
                                        <p:cTn id="69" dur="500"/>
                                        <p:tgtEl>
                                          <p:spTgt spid="35">
                                            <p:txEl>
                                              <p:pRg st="0" end="0"/>
                                            </p:txEl>
                                          </p:spTgt>
                                        </p:tgtEl>
                                      </p:cBhvr>
                                    </p:animEffect>
                                  </p:childTnLst>
                                </p:cTn>
                              </p:par>
                            </p:childTnLst>
                          </p:cTn>
                        </p:par>
                        <p:par>
                          <p:cTn id="70" fill="hold">
                            <p:stCondLst>
                              <p:cond delay="6500"/>
                            </p:stCondLst>
                            <p:childTnLst>
                              <p:par>
                                <p:cTn id="71" presetID="22" presetClass="entr" presetSubtype="8" fill="hold" grpId="0" nodeType="after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wipe(left)">
                                      <p:cBhvr>
                                        <p:cTn id="73" dur="500"/>
                                        <p:tgtEl>
                                          <p:spTgt spid="36"/>
                                        </p:tgtEl>
                                      </p:cBhvr>
                                    </p:animEffect>
                                  </p:childTnLst>
                                </p:cTn>
                              </p:par>
                              <p:par>
                                <p:cTn id="74" presetID="22" presetClass="entr" presetSubtype="8" fill="hold" nodeType="withEffect">
                                  <p:stCondLst>
                                    <p:cond delay="500"/>
                                  </p:stCondLst>
                                  <p:childTnLst>
                                    <p:set>
                                      <p:cBhvr>
                                        <p:cTn id="75" dur="1" fill="hold">
                                          <p:stCondLst>
                                            <p:cond delay="0"/>
                                          </p:stCondLst>
                                        </p:cTn>
                                        <p:tgtEl>
                                          <p:spTgt spid="37"/>
                                        </p:tgtEl>
                                        <p:attrNameLst>
                                          <p:attrName>style.visibility</p:attrName>
                                        </p:attrNameLst>
                                      </p:cBhvr>
                                      <p:to>
                                        <p:strVal val="visible"/>
                                      </p:to>
                                    </p:set>
                                    <p:animEffect transition="in" filter="wipe(left)">
                                      <p:cBhvr>
                                        <p:cTn id="76" dur="500"/>
                                        <p:tgtEl>
                                          <p:spTgt spid="37"/>
                                        </p:tgtEl>
                                      </p:cBhvr>
                                    </p:animEffect>
                                  </p:childTnLst>
                                </p:cTn>
                              </p:par>
                              <p:par>
                                <p:cTn id="77" presetID="2" presetClass="entr" presetSubtype="2" decel="100000" fill="hold" grpId="0" nodeType="withEffect">
                                  <p:stCondLst>
                                    <p:cond delay="500"/>
                                  </p:stCondLst>
                                  <p:childTnLst>
                                    <p:set>
                                      <p:cBhvr>
                                        <p:cTn id="78" dur="1" fill="hold">
                                          <p:stCondLst>
                                            <p:cond delay="0"/>
                                          </p:stCondLst>
                                        </p:cTn>
                                        <p:tgtEl>
                                          <p:spTgt spid="42">
                                            <p:txEl>
                                              <p:pRg st="0" end="0"/>
                                            </p:txEl>
                                          </p:spTgt>
                                        </p:tgtEl>
                                        <p:attrNameLst>
                                          <p:attrName>style.visibility</p:attrName>
                                        </p:attrNameLst>
                                      </p:cBhvr>
                                      <p:to>
                                        <p:strVal val="visible"/>
                                      </p:to>
                                    </p:set>
                                    <p:anim calcmode="lin" valueType="num">
                                      <p:cBhvr additive="base">
                                        <p:cTn id="79" dur="1000" fill="hold"/>
                                        <p:tgtEl>
                                          <p:spTgt spid="42">
                                            <p:txEl>
                                              <p:pRg st="0" end="0"/>
                                            </p:txEl>
                                          </p:spTgt>
                                        </p:tgtEl>
                                        <p:attrNameLst>
                                          <p:attrName>ppt_x</p:attrName>
                                        </p:attrNameLst>
                                      </p:cBhvr>
                                      <p:tavLst>
                                        <p:tav tm="0">
                                          <p:val>
                                            <p:strVal val="1+#ppt_w/2"/>
                                          </p:val>
                                        </p:tav>
                                        <p:tav tm="100000">
                                          <p:val>
                                            <p:strVal val="#ppt_x"/>
                                          </p:val>
                                        </p:tav>
                                      </p:tavLst>
                                    </p:anim>
                                    <p:anim calcmode="lin" valueType="num">
                                      <p:cBhvr additive="base">
                                        <p:cTn id="80" dur="1000" fill="hold"/>
                                        <p:tgtEl>
                                          <p:spTgt spid="42">
                                            <p:txEl>
                                              <p:pRg st="0" end="0"/>
                                            </p:txEl>
                                          </p:spTgt>
                                        </p:tgtEl>
                                        <p:attrNameLst>
                                          <p:attrName>ppt_y</p:attrName>
                                        </p:attrNameLst>
                                      </p:cBhvr>
                                      <p:tavLst>
                                        <p:tav tm="0">
                                          <p:val>
                                            <p:strVal val="#ppt_y"/>
                                          </p:val>
                                        </p:tav>
                                        <p:tav tm="100000">
                                          <p:val>
                                            <p:strVal val="#ppt_y"/>
                                          </p:val>
                                        </p:tav>
                                      </p:tavLst>
                                    </p:anim>
                                  </p:childTnLst>
                                </p:cTn>
                              </p:par>
                              <p:par>
                                <p:cTn id="81" presetID="10" presetClass="entr" presetSubtype="0" fill="hold" grpId="1" nodeType="withEffect">
                                  <p:stCondLst>
                                    <p:cond delay="1000"/>
                                  </p:stCondLst>
                                  <p:childTnLst>
                                    <p:set>
                                      <p:cBhvr>
                                        <p:cTn id="82" dur="1" fill="hold">
                                          <p:stCondLst>
                                            <p:cond delay="0"/>
                                          </p:stCondLst>
                                        </p:cTn>
                                        <p:tgtEl>
                                          <p:spTgt spid="42">
                                            <p:txEl>
                                              <p:pRg st="0" end="0"/>
                                            </p:txEl>
                                          </p:spTgt>
                                        </p:tgtEl>
                                        <p:attrNameLst>
                                          <p:attrName>style.visibility</p:attrName>
                                        </p:attrNameLst>
                                      </p:cBhvr>
                                      <p:to>
                                        <p:strVal val="visible"/>
                                      </p:to>
                                    </p:set>
                                    <p:animEffect transition="in" filter="fade">
                                      <p:cBhvr>
                                        <p:cTn id="83" dur="500"/>
                                        <p:tgtEl>
                                          <p:spTgt spid="42">
                                            <p:txEl>
                                              <p:pRg st="0" end="0"/>
                                            </p:txEl>
                                          </p:spTgt>
                                        </p:tgtEl>
                                      </p:cBhvr>
                                    </p:animEffect>
                                  </p:childTnLst>
                                </p:cTn>
                              </p:par>
                              <p:par>
                                <p:cTn id="84" presetID="1" presetClass="exit" presetSubtype="0" fill="hold" grpId="2" nodeType="withEffect">
                                  <p:stCondLst>
                                    <p:cond delay="500"/>
                                  </p:stCondLst>
                                  <p:childTnLst>
                                    <p:set>
                                      <p:cBhvr>
                                        <p:cTn id="85" dur="1" fill="hold">
                                          <p:stCondLst>
                                            <p:cond delay="0"/>
                                          </p:stCondLst>
                                        </p:cTn>
                                        <p:tgtEl>
                                          <p:spTgt spid="42">
                                            <p:txEl>
                                              <p:pRg st="0" end="0"/>
                                            </p:txEl>
                                          </p:spTgt>
                                        </p:tgtEl>
                                        <p:attrNameLst>
                                          <p:attrName>style.visibility</p:attrName>
                                        </p:attrNameLst>
                                      </p:cBhvr>
                                      <p:to>
                                        <p:strVal val="hidden"/>
                                      </p:to>
                                    </p:set>
                                  </p:childTnLst>
                                </p:cTn>
                              </p:par>
                            </p:childTnLst>
                          </p:cTn>
                        </p:par>
                        <p:par>
                          <p:cTn id="86" fill="hold">
                            <p:stCondLst>
                              <p:cond delay="8000"/>
                            </p:stCondLst>
                            <p:childTnLst>
                              <p:par>
                                <p:cTn id="87" presetID="22" presetClass="entr" presetSubtype="8" fill="hold" grpId="0" nodeType="afterEffect">
                                  <p:stCondLst>
                                    <p:cond delay="0"/>
                                  </p:stCondLst>
                                  <p:childTnLst>
                                    <p:set>
                                      <p:cBhvr>
                                        <p:cTn id="88" dur="1" fill="hold">
                                          <p:stCondLst>
                                            <p:cond delay="0"/>
                                          </p:stCondLst>
                                        </p:cTn>
                                        <p:tgtEl>
                                          <p:spTgt spid="43">
                                            <p:txEl>
                                              <p:pRg st="0" end="0"/>
                                            </p:txEl>
                                          </p:spTgt>
                                        </p:tgtEl>
                                        <p:attrNameLst>
                                          <p:attrName>style.visibility</p:attrName>
                                        </p:attrNameLst>
                                      </p:cBhvr>
                                      <p:to>
                                        <p:strVal val="visible"/>
                                      </p:to>
                                    </p:set>
                                    <p:animEffect transition="in" filter="wipe(left)">
                                      <p:cBhvr>
                                        <p:cTn id="89" dur="500"/>
                                        <p:tgtEl>
                                          <p:spTgt spid="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12" grpId="0"/>
      <p:bldP spid="13" grpId="0" animBg="1"/>
      <p:bldP spid="20" grpId="0" build="p">
        <p:tmplLst>
          <p:tmpl lvl="1">
            <p:tnLst>
              <p:par>
                <p:cTn presetID="2" presetClass="entr" presetSubtype="2" decel="100000" fill="hold" nodeType="withEffect">
                  <p:stCondLst>
                    <p:cond delay="500"/>
                  </p:stCondLst>
                  <p:childTnLst>
                    <p:set>
                      <p:cBhvr>
                        <p:cTn dur="1" fill="hold">
                          <p:stCondLst>
                            <p:cond delay="0"/>
                          </p:stCondLst>
                        </p:cTn>
                        <p:tgtEl>
                          <p:spTgt spid="20"/>
                        </p:tgtEl>
                        <p:attrNameLst>
                          <p:attrName>style.visibility</p:attrName>
                        </p:attrNameLst>
                      </p:cBhvr>
                      <p:to>
                        <p:strVal val="visible"/>
                      </p:to>
                    </p:set>
                    <p:anim calcmode="lin" valueType="num">
                      <p:cBhvr additive="base">
                        <p:cTn dur="1000" fill="hold"/>
                        <p:tgtEl>
                          <p:spTgt spid="20"/>
                        </p:tgtEl>
                        <p:attrNameLst>
                          <p:attrName>ppt_x</p:attrName>
                        </p:attrNameLst>
                      </p:cBhvr>
                      <p:tavLst>
                        <p:tav tm="0">
                          <p:val>
                            <p:strVal val="1+#ppt_w/2"/>
                          </p:val>
                        </p:tav>
                        <p:tav tm="100000">
                          <p:val>
                            <p:strVal val="#ppt_x"/>
                          </p:val>
                        </p:tav>
                      </p:tavLst>
                    </p:anim>
                    <p:anim calcmode="lin" valueType="num">
                      <p:cBhvr additive="base">
                        <p:cTn dur="1000" fill="hold"/>
                        <p:tgtEl>
                          <p:spTgt spid="20"/>
                        </p:tgtEl>
                        <p:attrNameLst>
                          <p:attrName>ppt_y</p:attrName>
                        </p:attrNameLst>
                      </p:cBhvr>
                      <p:tavLst>
                        <p:tav tm="0">
                          <p:val>
                            <p:strVal val="#ppt_y"/>
                          </p:val>
                        </p:tav>
                        <p:tav tm="100000">
                          <p:val>
                            <p:strVal val="#ppt_y"/>
                          </p:val>
                        </p:tav>
                      </p:tavLst>
                    </p:anim>
                  </p:childTnLst>
                </p:cTn>
              </p:par>
            </p:tnLst>
          </p:tmpl>
        </p:tmplLst>
      </p:bldP>
      <p:bldP spid="20" grpId="1" build="p">
        <p:tmplLst>
          <p:tmpl lvl="1">
            <p:tnLst>
              <p:par>
                <p:cTn presetID="10" presetClass="entr" presetSubtype="0" fill="hold" nodeType="withEffect">
                  <p:stCondLst>
                    <p:cond delay="10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0" grpId="2" build="p">
        <p:tmplLst>
          <p:tmpl lvl="1">
            <p:tnLst>
              <p:par>
                <p:cTn presetID="1" presetClass="exit" presetSubtype="0" fill="hold" nodeType="withEffect">
                  <p:stCondLst>
                    <p:cond delay="500"/>
                  </p:stCondLst>
                  <p:childTnLst>
                    <p:set>
                      <p:cBhvr>
                        <p:cTn dur="1" fill="hold">
                          <p:stCondLst>
                            <p:cond delay="0"/>
                          </p:stCondLst>
                        </p:cTn>
                        <p:tgtEl>
                          <p:spTgt spid="20"/>
                        </p:tgtEl>
                        <p:attrNameLst>
                          <p:attrName>style.visibility</p:attrName>
                        </p:attrNameLst>
                      </p:cBhvr>
                      <p:to>
                        <p:strVal val="hidden"/>
                      </p:to>
                    </p:set>
                  </p:childTnLst>
                </p:cTn>
              </p:par>
            </p:tnLst>
          </p:tmpl>
        </p:tmplLst>
      </p:bldP>
      <p:bldP spid="21" grpId="0" build="p">
        <p:tmplLst>
          <p:tmpl lvl="1">
            <p:tnLst>
              <p:par>
                <p:cTn presetID="22" presetClass="entr" presetSubtype="8"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wipe(left)">
                      <p:cBhvr>
                        <p:cTn dur="500"/>
                        <p:tgtEl>
                          <p:spTgt spid="21"/>
                        </p:tgtEl>
                      </p:cBhvr>
                    </p:animEffect>
                  </p:childTnLst>
                </p:cTn>
              </p:par>
            </p:tnLst>
          </p:tmpl>
        </p:tmplLst>
      </p:bldP>
      <p:bldP spid="28" grpId="0" animBg="1"/>
      <p:bldP spid="34" grpId="0" build="p">
        <p:tmplLst>
          <p:tmpl lvl="1">
            <p:tnLst>
              <p:par>
                <p:cTn presetID="2" presetClass="entr" presetSubtype="2" decel="100000" fill="hold" nodeType="withEffect">
                  <p:stCondLst>
                    <p:cond delay="50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1000" fill="hold"/>
                        <p:tgtEl>
                          <p:spTgt spid="34"/>
                        </p:tgtEl>
                        <p:attrNameLst>
                          <p:attrName>ppt_x</p:attrName>
                        </p:attrNameLst>
                      </p:cBhvr>
                      <p:tavLst>
                        <p:tav tm="0">
                          <p:val>
                            <p:strVal val="1+#ppt_w/2"/>
                          </p:val>
                        </p:tav>
                        <p:tav tm="100000">
                          <p:val>
                            <p:strVal val="#ppt_x"/>
                          </p:val>
                        </p:tav>
                      </p:tavLst>
                    </p:anim>
                    <p:anim calcmode="lin" valueType="num">
                      <p:cBhvr additive="base">
                        <p:cTn dur="1000" fill="hold"/>
                        <p:tgtEl>
                          <p:spTgt spid="34"/>
                        </p:tgtEl>
                        <p:attrNameLst>
                          <p:attrName>ppt_y</p:attrName>
                        </p:attrNameLst>
                      </p:cBhvr>
                      <p:tavLst>
                        <p:tav tm="0">
                          <p:val>
                            <p:strVal val="#ppt_y"/>
                          </p:val>
                        </p:tav>
                        <p:tav tm="100000">
                          <p:val>
                            <p:strVal val="#ppt_y"/>
                          </p:val>
                        </p:tav>
                      </p:tavLst>
                    </p:anim>
                  </p:childTnLst>
                </p:cTn>
              </p:par>
            </p:tnLst>
          </p:tmpl>
        </p:tmplLst>
      </p:bldP>
      <p:bldP spid="34" grpId="1" build="p">
        <p:tmplLst>
          <p:tmpl lvl="1">
            <p:tnLst>
              <p:par>
                <p:cTn presetID="10" presetClass="entr" presetSubtype="0" fill="hold" nodeType="withEffect">
                  <p:stCondLst>
                    <p:cond delay="100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4" grpId="2" build="p">
        <p:tmplLst>
          <p:tmpl lvl="1">
            <p:tnLst>
              <p:par>
                <p:cTn presetID="1" presetClass="exit" presetSubtype="0" fill="hold" nodeType="withEffect">
                  <p:stCondLst>
                    <p:cond delay="500"/>
                  </p:stCondLst>
                  <p:childTnLst>
                    <p:set>
                      <p:cBhvr>
                        <p:cTn dur="1" fill="hold">
                          <p:stCondLst>
                            <p:cond delay="0"/>
                          </p:stCondLst>
                        </p:cTn>
                        <p:tgtEl>
                          <p:spTgt spid="34"/>
                        </p:tgtEl>
                        <p:attrNameLst>
                          <p:attrName>style.visibility</p:attrName>
                        </p:attrNameLst>
                      </p:cBhvr>
                      <p:to>
                        <p:strVal val="hidden"/>
                      </p:to>
                    </p:set>
                  </p:childTnLst>
                </p:cTn>
              </p:par>
            </p:tnLst>
          </p:tmpl>
        </p:tmplLst>
      </p:bldP>
      <p:bldP spid="35" grpId="0" build="p">
        <p:tmplLst>
          <p:tmpl lvl="1">
            <p:tnLst>
              <p:par>
                <p:cTn presetID="22" presetClass="entr" presetSubtype="8" fill="hold" nodeType="after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wipe(left)">
                      <p:cBhvr>
                        <p:cTn dur="500"/>
                        <p:tgtEl>
                          <p:spTgt spid="35"/>
                        </p:tgtEl>
                      </p:cBhvr>
                    </p:animEffect>
                  </p:childTnLst>
                </p:cTn>
              </p:par>
            </p:tnLst>
          </p:tmpl>
        </p:tmplLst>
      </p:bldP>
      <p:bldP spid="36" grpId="0" animBg="1"/>
      <p:bldP spid="42" grpId="0" build="p">
        <p:tmplLst>
          <p:tmpl lvl="1">
            <p:tnLst>
              <p:par>
                <p:cTn presetID="2" presetClass="entr" presetSubtype="2" decel="100000" fill="hold" nodeType="withEffect">
                  <p:stCondLst>
                    <p:cond delay="50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1000" fill="hold"/>
                        <p:tgtEl>
                          <p:spTgt spid="42"/>
                        </p:tgtEl>
                        <p:attrNameLst>
                          <p:attrName>ppt_x</p:attrName>
                        </p:attrNameLst>
                      </p:cBhvr>
                      <p:tavLst>
                        <p:tav tm="0">
                          <p:val>
                            <p:strVal val="1+#ppt_w/2"/>
                          </p:val>
                        </p:tav>
                        <p:tav tm="100000">
                          <p:val>
                            <p:strVal val="#ppt_x"/>
                          </p:val>
                        </p:tav>
                      </p:tavLst>
                    </p:anim>
                    <p:anim calcmode="lin" valueType="num">
                      <p:cBhvr additive="base">
                        <p:cTn dur="1000" fill="hold"/>
                        <p:tgtEl>
                          <p:spTgt spid="42"/>
                        </p:tgtEl>
                        <p:attrNameLst>
                          <p:attrName>ppt_y</p:attrName>
                        </p:attrNameLst>
                      </p:cBhvr>
                      <p:tavLst>
                        <p:tav tm="0">
                          <p:val>
                            <p:strVal val="#ppt_y"/>
                          </p:val>
                        </p:tav>
                        <p:tav tm="100000">
                          <p:val>
                            <p:strVal val="#ppt_y"/>
                          </p:val>
                        </p:tav>
                      </p:tavLst>
                    </p:anim>
                  </p:childTnLst>
                </p:cTn>
              </p:par>
            </p:tnLst>
          </p:tmpl>
        </p:tmplLst>
      </p:bldP>
      <p:bldP spid="42" grpId="1" build="p">
        <p:tmplLst>
          <p:tmpl lvl="1">
            <p:tnLst>
              <p:par>
                <p:cTn presetID="10" presetClass="entr" presetSubtype="0" fill="hold" nodeType="withEffect">
                  <p:stCondLst>
                    <p:cond delay="100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2" grpId="2" build="p">
        <p:tmplLst>
          <p:tmpl lvl="1">
            <p:tnLst>
              <p:par>
                <p:cTn presetID="1" presetClass="exit" presetSubtype="0" fill="hold" nodeType="withEffect">
                  <p:stCondLst>
                    <p:cond delay="500"/>
                  </p:stCondLst>
                  <p:childTnLst>
                    <p:set>
                      <p:cBhvr>
                        <p:cTn dur="1" fill="hold">
                          <p:stCondLst>
                            <p:cond delay="0"/>
                          </p:stCondLst>
                        </p:cTn>
                        <p:tgtEl>
                          <p:spTgt spid="42"/>
                        </p:tgtEl>
                        <p:attrNameLst>
                          <p:attrName>style.visibility</p:attrName>
                        </p:attrNameLst>
                      </p:cBhvr>
                      <p:to>
                        <p:strVal val="hidden"/>
                      </p:to>
                    </p:set>
                  </p:childTnLst>
                </p:cTn>
              </p:par>
            </p:tnLst>
          </p:tmpl>
        </p:tmplLst>
      </p:bldP>
      <p:bldP spid="43" grpId="0" build="p">
        <p:tmplLst>
          <p:tmpl lvl="1">
            <p:tnLst>
              <p:par>
                <p:cTn presetID="22" presetClass="entr" presetSubtype="8" fill="hold" nodeType="after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wipe(left)">
                      <p:cBhvr>
                        <p:cTn dur="500"/>
                        <p:tgtEl>
                          <p:spTgt spid="43"/>
                        </p:tgtEl>
                      </p:cBhvr>
                    </p:animEffect>
                  </p:childTnLst>
                </p:cTn>
              </p:par>
            </p:tnLst>
          </p:tmpl>
        </p:tmplLst>
      </p:bldP>
      <p:bldP spid="4" grpId="0"/>
    </p:bld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Web 1">
    <p:spTree>
      <p:nvGrpSpPr>
        <p:cNvPr id="1" name=""/>
        <p:cNvGrpSpPr/>
        <p:nvPr/>
      </p:nvGrpSpPr>
      <p:grpSpPr>
        <a:xfrm>
          <a:off x="0" y="0"/>
          <a:ext cx="0" cy="0"/>
          <a:chOff x="0" y="0"/>
          <a:chExt cx="0" cy="0"/>
        </a:xfrm>
      </p:grpSpPr>
      <p:sp>
        <p:nvSpPr>
          <p:cNvPr id="3" name="正方形/長方形 2"/>
          <p:cNvSpPr/>
          <p:nvPr userDrawn="1"/>
        </p:nvSpPr>
        <p:spPr>
          <a:xfrm>
            <a:off x="-29029" y="5154972"/>
            <a:ext cx="18360000" cy="5184000"/>
          </a:xfrm>
          <a:prstGeom prst="rect">
            <a:avLst/>
          </a:prstGeom>
          <a:blipFill dpi="0" rotWithShape="0">
            <a:blip r:embed="rId2"/>
            <a:srcRect/>
            <a:tile tx="0" ty="0" sx="100000" sy="100000" flip="none" algn="tl"/>
          </a:blipFill>
          <a:ln>
            <a:noFill/>
          </a:ln>
          <a:effectLst>
            <a:outerShdw blurRad="50800" dist="38100" dir="16200000"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24" name="直線コネクタ 23"/>
          <p:cNvCxnSpPr/>
          <p:nvPr userDrawn="1"/>
        </p:nvCxnSpPr>
        <p:spPr>
          <a:xfrm>
            <a:off x="0" y="5316989"/>
            <a:ext cx="18291175"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8" name="角丸四角形 7"/>
          <p:cNvSpPr/>
          <p:nvPr userDrawn="1"/>
        </p:nvSpPr>
        <p:spPr>
          <a:xfrm>
            <a:off x="628206" y="2067583"/>
            <a:ext cx="10360933" cy="714377"/>
          </a:xfrm>
          <a:custGeom>
            <a:avLst/>
            <a:gdLst/>
            <a:ahLst/>
            <a:cxnLst/>
            <a:rect l="l" t="t" r="r" b="b"/>
            <a:pathLst>
              <a:path w="9179608" h="714377">
                <a:moveTo>
                  <a:pt x="169868" y="0"/>
                </a:moveTo>
                <a:lnTo>
                  <a:pt x="9009740" y="0"/>
                </a:lnTo>
                <a:cubicBezTo>
                  <a:pt x="9103556" y="0"/>
                  <a:pt x="9179608" y="76052"/>
                  <a:pt x="9179608" y="169868"/>
                </a:cubicBezTo>
                <a:lnTo>
                  <a:pt x="9179608" y="714377"/>
                </a:lnTo>
                <a:lnTo>
                  <a:pt x="0" y="714377"/>
                </a:lnTo>
                <a:lnTo>
                  <a:pt x="0" y="169868"/>
                </a:lnTo>
                <a:cubicBezTo>
                  <a:pt x="0" y="76052"/>
                  <a:pt x="76052" y="0"/>
                  <a:pt x="169868" y="0"/>
                </a:cubicBezTo>
                <a:close/>
              </a:path>
            </a:pathLst>
          </a:custGeom>
          <a:blipFill dpi="0" rotWithShape="0">
            <a:blip r:embed="rId3"/>
            <a:srcRect/>
            <a:tile tx="0" ty="0" sx="100000" sy="100000" flip="none" algn="tl"/>
          </a:blipFill>
          <a:ln>
            <a:noFill/>
          </a:ln>
          <a:effectLst>
            <a:outerShdw blurRad="177800" dist="88900" algn="l"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7" name="図プレースホルダー 6"/>
          <p:cNvSpPr>
            <a:spLocks noGrp="1"/>
          </p:cNvSpPr>
          <p:nvPr>
            <p:ph type="pic" sz="quarter" idx="10" hasCustomPrompt="1"/>
          </p:nvPr>
        </p:nvSpPr>
        <p:spPr>
          <a:xfrm>
            <a:off x="628207" y="2686710"/>
            <a:ext cx="10360932" cy="5880100"/>
          </a:xfrm>
          <a:prstGeom prst="rect">
            <a:avLst/>
          </a:prstGeom>
          <a:solidFill>
            <a:schemeClr val="tx1">
              <a:lumMod val="10000"/>
              <a:lumOff val="90000"/>
            </a:schemeClr>
          </a:solidFill>
          <a:effectLst>
            <a:outerShdw blurRad="177800" dist="127000" dir="2700000" algn="tl" rotWithShape="0">
              <a:prstClr val="black">
                <a:alpha val="40000"/>
              </a:prstClr>
            </a:outerShdw>
          </a:effectLst>
        </p:spPr>
        <p:txBody>
          <a:bodyPr/>
          <a:lstStyle>
            <a:lvl1pPr>
              <a:defRPr sz="2000" baseline="0"/>
            </a:lvl1pPr>
          </a:lstStyle>
          <a:p>
            <a:r>
              <a:rPr kumimoji="1" lang="en-US" altLang="ja-JP" dirty="0"/>
              <a:t>Add an image</a:t>
            </a:r>
            <a:endParaRPr kumimoji="1" lang="ja-JP" altLang="en-US" dirty="0"/>
          </a:p>
        </p:txBody>
      </p:sp>
      <p:grpSp>
        <p:nvGrpSpPr>
          <p:cNvPr id="13" name="グループ化 12"/>
          <p:cNvGrpSpPr/>
          <p:nvPr userDrawn="1"/>
        </p:nvGrpSpPr>
        <p:grpSpPr>
          <a:xfrm>
            <a:off x="817973" y="2232734"/>
            <a:ext cx="820614" cy="267286"/>
            <a:chOff x="1266091" y="2232734"/>
            <a:chExt cx="820614" cy="267286"/>
          </a:xfrm>
          <a:blipFill dpi="0" rotWithShape="1">
            <a:blip r:embed="rId4"/>
            <a:srcRect/>
            <a:tile tx="0" ty="0" sx="100000" sy="100000" flip="none" algn="tl"/>
          </a:blipFill>
          <a:effectLst>
            <a:outerShdw blurRad="50800" dist="38100" dir="2700000" algn="tl" rotWithShape="0">
              <a:prstClr val="black">
                <a:alpha val="40000"/>
              </a:prstClr>
            </a:outerShdw>
          </a:effectLst>
        </p:grpSpPr>
        <p:sp>
          <p:nvSpPr>
            <p:cNvPr id="10" name="円/楕円 9"/>
            <p:cNvSpPr/>
            <p:nvPr userDrawn="1"/>
          </p:nvSpPr>
          <p:spPr>
            <a:xfrm>
              <a:off x="1266091" y="2232734"/>
              <a:ext cx="267286" cy="267286"/>
            </a:xfrm>
            <a:prstGeom prst="ellipse">
              <a:avLst/>
            </a:prstGeom>
            <a:grpFill/>
            <a:ln>
              <a:noFill/>
            </a:ln>
            <a:effectLst>
              <a:innerShdw blurRad="114300">
                <a:prstClr val="black"/>
              </a:inn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1" name="円/楕円 10"/>
            <p:cNvSpPr/>
            <p:nvPr userDrawn="1"/>
          </p:nvSpPr>
          <p:spPr>
            <a:xfrm>
              <a:off x="1542755" y="2232734"/>
              <a:ext cx="267286" cy="267286"/>
            </a:xfrm>
            <a:prstGeom prst="ellipse">
              <a:avLst/>
            </a:prstGeom>
            <a:grpFill/>
            <a:ln>
              <a:noFill/>
            </a:ln>
            <a:effectLst>
              <a:innerShdw blurRad="114300">
                <a:prstClr val="black"/>
              </a:inn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2" name="円/楕円 11"/>
            <p:cNvSpPr/>
            <p:nvPr userDrawn="1"/>
          </p:nvSpPr>
          <p:spPr>
            <a:xfrm>
              <a:off x="1819419" y="2232734"/>
              <a:ext cx="267286" cy="267286"/>
            </a:xfrm>
            <a:prstGeom prst="ellipse">
              <a:avLst/>
            </a:prstGeom>
            <a:grpFill/>
            <a:ln>
              <a:noFill/>
            </a:ln>
            <a:effectLst>
              <a:innerShdw blurRad="114300">
                <a:prstClr val="black"/>
              </a:inn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grpSp>
        <p:nvGrpSpPr>
          <p:cNvPr id="17" name="グループ化 16"/>
          <p:cNvGrpSpPr/>
          <p:nvPr userDrawn="1"/>
        </p:nvGrpSpPr>
        <p:grpSpPr>
          <a:xfrm>
            <a:off x="10412105" y="2203721"/>
            <a:ext cx="432000" cy="348274"/>
            <a:chOff x="9655539" y="2203721"/>
            <a:chExt cx="432000" cy="348274"/>
          </a:xfrm>
          <a:blipFill dpi="0" rotWithShape="1">
            <a:blip r:embed="rId4"/>
            <a:srcRect/>
            <a:tile tx="0" ty="0" sx="100000" sy="100000" flip="none" algn="tl"/>
          </a:blipFill>
        </p:grpSpPr>
        <p:sp>
          <p:nvSpPr>
            <p:cNvPr id="14" name="正方形/長方形 13"/>
            <p:cNvSpPr/>
            <p:nvPr userDrawn="1"/>
          </p:nvSpPr>
          <p:spPr>
            <a:xfrm>
              <a:off x="9655539" y="2203721"/>
              <a:ext cx="432000" cy="108000"/>
            </a:xfrm>
            <a:prstGeom prst="rect">
              <a:avLst/>
            </a:prstGeom>
            <a:grpFill/>
            <a:ln>
              <a:noFill/>
            </a:ln>
            <a:effectLst>
              <a:outerShdw blurRad="88900" dist="762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 name="正方形/長方形 14"/>
            <p:cNvSpPr/>
            <p:nvPr userDrawn="1"/>
          </p:nvSpPr>
          <p:spPr>
            <a:xfrm>
              <a:off x="9655539" y="2323858"/>
              <a:ext cx="432000" cy="108000"/>
            </a:xfrm>
            <a:prstGeom prst="rect">
              <a:avLst/>
            </a:prstGeom>
            <a:grpFill/>
            <a:ln>
              <a:noFill/>
            </a:ln>
            <a:effectLst>
              <a:outerShdw blurRad="88900" dist="762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6" name="正方形/長方形 15"/>
            <p:cNvSpPr/>
            <p:nvPr userDrawn="1"/>
          </p:nvSpPr>
          <p:spPr>
            <a:xfrm>
              <a:off x="9655539" y="2443995"/>
              <a:ext cx="432000" cy="108000"/>
            </a:xfrm>
            <a:prstGeom prst="rect">
              <a:avLst/>
            </a:prstGeom>
            <a:grpFill/>
            <a:ln>
              <a:noFill/>
            </a:ln>
            <a:effectLst>
              <a:outerShdw blurRad="88900" dist="762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sp>
        <p:nvSpPr>
          <p:cNvPr id="18" name="テキスト プレースホルダー 5"/>
          <p:cNvSpPr>
            <a:spLocks noGrp="1"/>
          </p:cNvSpPr>
          <p:nvPr>
            <p:ph type="body" sz="quarter" idx="16" hasCustomPrompt="1"/>
          </p:nvPr>
        </p:nvSpPr>
        <p:spPr>
          <a:xfrm>
            <a:off x="11264913" y="1859612"/>
            <a:ext cx="6486058" cy="3166349"/>
          </a:xfrm>
          <a:prstGeom prst="rect">
            <a:avLst/>
          </a:prstGeom>
          <a:noFill/>
        </p:spPr>
        <p:txBody>
          <a:bodyPr anchor="b">
            <a:noAutofit/>
          </a:bodyPr>
          <a:lstStyle>
            <a:lvl1pPr algn="l">
              <a:lnSpc>
                <a:spcPts val="6000"/>
              </a:lnSpc>
              <a:spcBef>
                <a:spcPts val="0"/>
              </a:spcBef>
              <a:defRPr sz="6000" i="0" baseline="0">
                <a:blipFill dpi="0" rotWithShape="1">
                  <a:blip r:embed="rId5"/>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a:t>
            </a:r>
            <a:br>
              <a:rPr kumimoji="1" lang="en-US" altLang="ja-JP" dirty="0"/>
            </a:br>
            <a:r>
              <a:rPr kumimoji="1" lang="en-US" altLang="ja-JP" dirty="0"/>
              <a:t>HERE</a:t>
            </a:r>
            <a:endParaRPr kumimoji="1" lang="ja-JP" altLang="en-US" dirty="0"/>
          </a:p>
        </p:txBody>
      </p:sp>
      <p:sp>
        <p:nvSpPr>
          <p:cNvPr id="19" name="テキスト プレースホルダー 5"/>
          <p:cNvSpPr>
            <a:spLocks noGrp="1"/>
          </p:cNvSpPr>
          <p:nvPr>
            <p:ph type="body" sz="quarter" idx="12" hasCustomPrompt="1"/>
          </p:nvPr>
        </p:nvSpPr>
        <p:spPr>
          <a:xfrm>
            <a:off x="11274063" y="5438774"/>
            <a:ext cx="6476567" cy="3560083"/>
          </a:xfrm>
          <a:prstGeom prst="rect">
            <a:avLst/>
          </a:prstGeom>
        </p:spPr>
        <p:txBody>
          <a:bodyPr anchor="t">
            <a:normAutofit/>
          </a:bodyPr>
          <a:lstStyle>
            <a:lvl1pPr marL="0" indent="0" algn="l">
              <a:lnSpc>
                <a:spcPct val="130000"/>
              </a:lnSpc>
              <a:buFontTx/>
              <a:buNone/>
              <a:defRPr sz="2000" baseline="0">
                <a:solidFill>
                  <a:schemeClr val="tx2"/>
                </a:solidFill>
              </a:defRPr>
            </a:lvl1pPr>
          </a:lstStyle>
          <a:p>
            <a:pPr lvl="0"/>
            <a:r>
              <a:rPr kumimoji="1" lang="en-US" altLang="ja-JP" dirty="0"/>
              <a:t>Text Here</a:t>
            </a:r>
            <a:endParaRPr kumimoji="1" lang="ja-JP" altLang="en-US" dirty="0"/>
          </a:p>
        </p:txBody>
      </p:sp>
      <p:grpSp>
        <p:nvGrpSpPr>
          <p:cNvPr id="20" name="グループ化 19"/>
          <p:cNvGrpSpPr/>
          <p:nvPr userDrawn="1"/>
        </p:nvGrpSpPr>
        <p:grpSpPr>
          <a:xfrm>
            <a:off x="16778435" y="339170"/>
            <a:ext cx="1150664" cy="1150664"/>
            <a:chOff x="7418859" y="2569953"/>
            <a:chExt cx="934639" cy="934639"/>
          </a:xfrm>
        </p:grpSpPr>
        <p:sp>
          <p:nvSpPr>
            <p:cNvPr id="21" name="涙形 20"/>
            <p:cNvSpPr/>
            <p:nvPr/>
          </p:nvSpPr>
          <p:spPr>
            <a:xfrm>
              <a:off x="7418859" y="2569953"/>
              <a:ext cx="934639" cy="934639"/>
            </a:xfrm>
            <a:prstGeom prst="teardrop">
              <a:avLst/>
            </a:prstGeom>
            <a:blipFill>
              <a:blip r:embed="rId5"/>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涙形 21"/>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3"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Tree>
    <p:extLst>
      <p:ext uri="{BB962C8B-B14F-4D97-AF65-F5344CB8AC3E}">
        <p14:creationId xmlns:p14="http://schemas.microsoft.com/office/powerpoint/2010/main" val="295594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16" presetClass="entr" presetSubtype="37"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barn(outVertical)">
                                      <p:cBhvr>
                                        <p:cTn id="16" dur="500"/>
                                        <p:tgtEl>
                                          <p:spTgt spid="3"/>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left)">
                                      <p:cBhvr>
                                        <p:cTn id="20" dur="500"/>
                                        <p:tgtEl>
                                          <p:spTgt spid="24"/>
                                        </p:tgtEl>
                                      </p:cBhvr>
                                    </p:animEffect>
                                  </p:childTnLst>
                                </p:cTn>
                              </p:par>
                              <p:par>
                                <p:cTn id="21" presetID="2" presetClass="entr" presetSubtype="4" decel="10000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750" fill="hold"/>
                                        <p:tgtEl>
                                          <p:spTgt spid="8"/>
                                        </p:tgtEl>
                                        <p:attrNameLst>
                                          <p:attrName>ppt_x</p:attrName>
                                        </p:attrNameLst>
                                      </p:cBhvr>
                                      <p:tavLst>
                                        <p:tav tm="0">
                                          <p:val>
                                            <p:strVal val="#ppt_x"/>
                                          </p:val>
                                        </p:tav>
                                        <p:tav tm="100000">
                                          <p:val>
                                            <p:strVal val="#ppt_x"/>
                                          </p:val>
                                        </p:tav>
                                      </p:tavLst>
                                    </p:anim>
                                    <p:anim calcmode="lin" valueType="num">
                                      <p:cBhvr additive="base">
                                        <p:cTn id="24" dur="75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750" fill="hold"/>
                                        <p:tgtEl>
                                          <p:spTgt spid="7"/>
                                        </p:tgtEl>
                                        <p:attrNameLst>
                                          <p:attrName>ppt_x</p:attrName>
                                        </p:attrNameLst>
                                      </p:cBhvr>
                                      <p:tavLst>
                                        <p:tav tm="0">
                                          <p:val>
                                            <p:strVal val="#ppt_x"/>
                                          </p:val>
                                        </p:tav>
                                        <p:tav tm="100000">
                                          <p:val>
                                            <p:strVal val="#ppt_x"/>
                                          </p:val>
                                        </p:tav>
                                      </p:tavLst>
                                    </p:anim>
                                    <p:anim calcmode="lin" valueType="num">
                                      <p:cBhvr additive="base">
                                        <p:cTn id="28" dur="750" fill="hold"/>
                                        <p:tgtEl>
                                          <p:spTgt spid="7"/>
                                        </p:tgtEl>
                                        <p:attrNameLst>
                                          <p:attrName>ppt_y</p:attrName>
                                        </p:attrNameLst>
                                      </p:cBhvr>
                                      <p:tavLst>
                                        <p:tav tm="0">
                                          <p:val>
                                            <p:strVal val="1+#ppt_h/2"/>
                                          </p:val>
                                        </p:tav>
                                        <p:tav tm="100000">
                                          <p:val>
                                            <p:strVal val="#ppt_y"/>
                                          </p:val>
                                        </p:tav>
                                      </p:tavLst>
                                    </p:anim>
                                  </p:childTnLst>
                                </p:cTn>
                              </p:par>
                              <p:par>
                                <p:cTn id="29" presetID="2" presetClass="entr" presetSubtype="4" decel="10000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750" fill="hold"/>
                                        <p:tgtEl>
                                          <p:spTgt spid="13"/>
                                        </p:tgtEl>
                                        <p:attrNameLst>
                                          <p:attrName>ppt_x</p:attrName>
                                        </p:attrNameLst>
                                      </p:cBhvr>
                                      <p:tavLst>
                                        <p:tav tm="0">
                                          <p:val>
                                            <p:strVal val="#ppt_x"/>
                                          </p:val>
                                        </p:tav>
                                        <p:tav tm="100000">
                                          <p:val>
                                            <p:strVal val="#ppt_x"/>
                                          </p:val>
                                        </p:tav>
                                      </p:tavLst>
                                    </p:anim>
                                    <p:anim calcmode="lin" valueType="num">
                                      <p:cBhvr additive="base">
                                        <p:cTn id="32" dur="75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decel="10000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750" fill="hold"/>
                                        <p:tgtEl>
                                          <p:spTgt spid="17"/>
                                        </p:tgtEl>
                                        <p:attrNameLst>
                                          <p:attrName>ppt_x</p:attrName>
                                        </p:attrNameLst>
                                      </p:cBhvr>
                                      <p:tavLst>
                                        <p:tav tm="0">
                                          <p:val>
                                            <p:strVal val="#ppt_x"/>
                                          </p:val>
                                        </p:tav>
                                        <p:tav tm="100000">
                                          <p:val>
                                            <p:strVal val="#ppt_x"/>
                                          </p:val>
                                        </p:tav>
                                      </p:tavLst>
                                    </p:anim>
                                    <p:anim calcmode="lin" valueType="num">
                                      <p:cBhvr additive="base">
                                        <p:cTn id="36" dur="75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3" decel="100000" fill="hold" grpId="0" nodeType="withEffect">
                                  <p:stCondLst>
                                    <p:cond delay="750"/>
                                  </p:stCondLst>
                                  <p:iterate type="wd">
                                    <p:tmPct val="10000"/>
                                  </p:iterate>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750" fill="hold"/>
                                        <p:tgtEl>
                                          <p:spTgt spid="18"/>
                                        </p:tgtEl>
                                        <p:attrNameLst>
                                          <p:attrName>ppt_x</p:attrName>
                                        </p:attrNameLst>
                                      </p:cBhvr>
                                      <p:tavLst>
                                        <p:tav tm="0">
                                          <p:val>
                                            <p:strVal val="1+#ppt_w/2"/>
                                          </p:val>
                                        </p:tav>
                                        <p:tav tm="100000">
                                          <p:val>
                                            <p:strVal val="#ppt_x"/>
                                          </p:val>
                                        </p:tav>
                                      </p:tavLst>
                                    </p:anim>
                                    <p:anim calcmode="lin" valueType="num">
                                      <p:cBhvr additive="base">
                                        <p:cTn id="40" dur="750" fill="hold"/>
                                        <p:tgtEl>
                                          <p:spTgt spid="18"/>
                                        </p:tgtEl>
                                        <p:attrNameLst>
                                          <p:attrName>ppt_y</p:attrName>
                                        </p:attrNameLst>
                                      </p:cBhvr>
                                      <p:tavLst>
                                        <p:tav tm="0">
                                          <p:val>
                                            <p:strVal val="0-#ppt_h/2"/>
                                          </p:val>
                                        </p:tav>
                                        <p:tav tm="100000">
                                          <p:val>
                                            <p:strVal val="#ppt_y"/>
                                          </p:val>
                                        </p:tav>
                                      </p:tavLst>
                                    </p:anim>
                                  </p:childTnLst>
                                </p:cTn>
                              </p:par>
                            </p:childTnLst>
                          </p:cTn>
                        </p:par>
                        <p:par>
                          <p:cTn id="41" fill="hold">
                            <p:stCondLst>
                              <p:cond delay="2575"/>
                            </p:stCondLst>
                            <p:childTnLst>
                              <p:par>
                                <p:cTn id="42" presetID="10" presetClass="entr" presetSubtype="0" fill="hold" grpId="0" nodeType="afterEffect">
                                  <p:stCondLst>
                                    <p:cond delay="25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7" grpId="0" animBg="1"/>
      <p:bldP spid="18" grpId="0">
        <p:tmplLst>
          <p:tmpl>
            <p:tnLst>
              <p:par>
                <p:cTn presetID="2" presetClass="entr" presetSubtype="3" decel="100000" fill="hold" nodeType="withEffect">
                  <p:stCondLst>
                    <p:cond delay="750"/>
                  </p:stCondLst>
                  <p:iterate type="wd">
                    <p:tmPct val="10000"/>
                  </p:iterate>
                  <p:childTnLst>
                    <p:set>
                      <p:cBhvr>
                        <p:cTn dur="1" fill="hold">
                          <p:stCondLst>
                            <p:cond delay="0"/>
                          </p:stCondLst>
                        </p:cTn>
                        <p:tgtEl>
                          <p:spTgt spid="18"/>
                        </p:tgtEl>
                        <p:attrNameLst>
                          <p:attrName>style.visibility</p:attrName>
                        </p:attrNameLst>
                      </p:cBhvr>
                      <p:to>
                        <p:strVal val="visible"/>
                      </p:to>
                    </p:set>
                    <p:anim calcmode="lin" valueType="num">
                      <p:cBhvr additive="base">
                        <p:cTn dur="750" fill="hold"/>
                        <p:tgtEl>
                          <p:spTgt spid="18"/>
                        </p:tgtEl>
                        <p:attrNameLst>
                          <p:attrName>ppt_x</p:attrName>
                        </p:attrNameLst>
                      </p:cBhvr>
                      <p:tavLst>
                        <p:tav tm="0">
                          <p:val>
                            <p:strVal val="1+#ppt_w/2"/>
                          </p:val>
                        </p:tav>
                        <p:tav tm="100000">
                          <p:val>
                            <p:strVal val="#ppt_x"/>
                          </p:val>
                        </p:tav>
                      </p:tavLst>
                    </p:anim>
                    <p:anim calcmode="lin" valueType="num">
                      <p:cBhvr additive="base">
                        <p:cTn dur="750" fill="hold"/>
                        <p:tgtEl>
                          <p:spTgt spid="18"/>
                        </p:tgtEl>
                        <p:attrNameLst>
                          <p:attrName>ppt_y</p:attrName>
                        </p:attrNameLst>
                      </p:cBhvr>
                      <p:tavLst>
                        <p:tav tm="0">
                          <p:val>
                            <p:strVal val="0-#ppt_h/2"/>
                          </p:val>
                        </p:tav>
                        <p:tav tm="100000">
                          <p:val>
                            <p:strVal val="#ppt_y"/>
                          </p:val>
                        </p:tav>
                      </p:tavLst>
                    </p:anim>
                  </p:childTnLst>
                </p:cTn>
              </p:par>
            </p:tnLst>
          </p:tmpl>
        </p:tmplLst>
      </p:bldP>
      <p:bldP spid="19" grpId="0">
        <p:tmplLst>
          <p:tmpl>
            <p:tnLst>
              <p:par>
                <p:cTn presetID="10" presetClass="entr" presetSubtype="0" fill="hold" nodeType="afterEffect">
                  <p:stCondLst>
                    <p:cond delay="25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3" grpId="0"/>
    </p:bld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ntence">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3" name="テキスト プレースホルダー 5"/>
          <p:cNvSpPr>
            <a:spLocks noGrp="1"/>
          </p:cNvSpPr>
          <p:nvPr>
            <p:ph type="body" sz="quarter" idx="16" hasCustomPrompt="1"/>
          </p:nvPr>
        </p:nvSpPr>
        <p:spPr>
          <a:xfrm>
            <a:off x="1098867" y="3281656"/>
            <a:ext cx="16093440" cy="3976913"/>
          </a:xfrm>
          <a:prstGeom prst="rect">
            <a:avLst/>
          </a:prstGeom>
        </p:spPr>
        <p:txBody>
          <a:bodyPr anchor="ctr">
            <a:noAutofit/>
          </a:bodyPr>
          <a:lstStyle>
            <a:lvl1pPr algn="ctr">
              <a:lnSpc>
                <a:spcPts val="6000"/>
              </a:lnSpc>
              <a:spcBef>
                <a:spcPts val="0"/>
              </a:spcBef>
              <a:defRPr sz="6600" i="0" baseline="0">
                <a:blipFill dpi="0" rotWithShape="1">
                  <a:blip r:embed="rId3"/>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a:t>
            </a:r>
            <a:br>
              <a:rPr kumimoji="1" lang="en-US" altLang="ja-JP" dirty="0"/>
            </a:br>
            <a:r>
              <a:rPr kumimoji="1" lang="en-US" altLang="ja-JP" dirty="0"/>
              <a:t>HERE</a:t>
            </a:r>
            <a:endParaRPr kumimoji="1" lang="ja-JP" altLang="en-US" dirty="0"/>
          </a:p>
        </p:txBody>
      </p:sp>
    </p:spTree>
    <p:extLst>
      <p:ext uri="{BB962C8B-B14F-4D97-AF65-F5344CB8AC3E}">
        <p14:creationId xmlns:p14="http://schemas.microsoft.com/office/powerpoint/2010/main" val="746256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5000"/>
                                  </p:iterate>
                                  <p:childTnLst>
                                    <p:set>
                                      <p:cBhvr>
                                        <p:cTn id="6" dur="1" fill="hold">
                                          <p:stCondLst>
                                            <p:cond delay="0"/>
                                          </p:stCondLst>
                                        </p:cTn>
                                        <p:tgtEl>
                                          <p:spTgt spid="3">
                                            <p:txEl>
                                              <p:pRg st="0" end="0"/>
                                            </p:txEl>
                                          </p:spTgt>
                                        </p:tgtEl>
                                        <p:attrNameLst>
                                          <p:attrName>style.visibility</p:attrName>
                                        </p:attrNameLst>
                                      </p:cBhvr>
                                      <p:to>
                                        <p:strVal val="visible"/>
                                      </p:to>
                                    </p:set>
                                    <p:anim by="(-#ppt_w*2)" calcmode="lin" valueType="num">
                                      <p:cBhvr rctx="PPT">
                                        <p:cTn id="7" dur="500" autoRev="1" fill="hold">
                                          <p:stCondLst>
                                            <p:cond delay="0"/>
                                          </p:stCondLst>
                                        </p:cTn>
                                        <p:tgtEl>
                                          <p:spTgt spid="3">
                                            <p:txEl>
                                              <p:pRg st="0" end="0"/>
                                            </p:txEl>
                                          </p:spTgt>
                                        </p:tgtEl>
                                        <p:attrNameLst>
                                          <p:attrName>ppt_w</p:attrName>
                                        </p:attrNameLst>
                                      </p:cBhvr>
                                    </p:anim>
                                    <p:anim by="(#ppt_w*0.50)" calcmode="lin" valueType="num">
                                      <p:cBhvr>
                                        <p:cTn id="8" dur="500" decel="50000" autoRev="1" fill="hold">
                                          <p:stCondLst>
                                            <p:cond delay="0"/>
                                          </p:stCondLst>
                                        </p:cTn>
                                        <p:tgtEl>
                                          <p:spTgt spid="3">
                                            <p:txEl>
                                              <p:pRg st="0" end="0"/>
                                            </p:txEl>
                                          </p:spTgt>
                                        </p:tgtEl>
                                        <p:attrNameLst>
                                          <p:attrName>ppt_x</p:attrName>
                                        </p:attrNameLst>
                                      </p:cBhvr>
                                    </p:anim>
                                    <p:anim from="(-#ppt_h/2)" to="(#ppt_y)" calcmode="lin" valueType="num">
                                      <p:cBhvr>
                                        <p:cTn id="9" dur="1000" fill="hold">
                                          <p:stCondLst>
                                            <p:cond delay="0"/>
                                          </p:stCondLst>
                                        </p:cTn>
                                        <p:tgtEl>
                                          <p:spTgt spid="3">
                                            <p:txEl>
                                              <p:pRg st="0" end="0"/>
                                            </p:txEl>
                                          </p:spTgt>
                                        </p:tgtEl>
                                        <p:attrNameLst>
                                          <p:attrName>ppt_y</p:attrName>
                                        </p:attrNameLst>
                                      </p:cBhvr>
                                    </p:anim>
                                    <p:animRot by="21600000">
                                      <p:cBhvr>
                                        <p:cTn id="10" dur="1000" fill="hold">
                                          <p:stCondLst>
                                            <p:cond delay="0"/>
                                          </p:stCondLst>
                                        </p:cTn>
                                        <p:tgtEl>
                                          <p:spTgt spid="3">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56" presetClass="entr" presetSubtype="0" fill="hold" nodeType="afterEffect">
                  <p:stCondLst>
                    <p:cond delay="0"/>
                  </p:stCondLst>
                  <p:iterate type="lt">
                    <p:tmPct val="5000"/>
                  </p:iterate>
                  <p:childTnLst>
                    <p:set>
                      <p:cBhvr>
                        <p:cTn dur="1" fill="hold">
                          <p:stCondLst>
                            <p:cond delay="0"/>
                          </p:stCondLst>
                        </p:cTn>
                        <p:tgtEl>
                          <p:spTgt spid="3"/>
                        </p:tgtEl>
                        <p:attrNameLst>
                          <p:attrName>style.visibility</p:attrName>
                        </p:attrNameLst>
                      </p:cBhvr>
                      <p:to>
                        <p:strVal val="visible"/>
                      </p:to>
                    </p:set>
                    <p:anim by="(-#ppt_w*2)" calcmode="lin" valueType="num">
                      <p:cBhvr rctx="PPT">
                        <p:cTn dur="500" autoRev="1" fill="hold">
                          <p:stCondLst>
                            <p:cond delay="0"/>
                          </p:stCondLst>
                        </p:cTn>
                        <p:tgtEl>
                          <p:spTgt spid="3"/>
                        </p:tgtEl>
                        <p:attrNameLst>
                          <p:attrName>ppt_w</p:attrName>
                        </p:attrNameLst>
                      </p:cBhvr>
                    </p:anim>
                    <p:anim by="(#ppt_w*0.50)" calcmode="lin" valueType="num">
                      <p:cBhvr>
                        <p:cTn dur="500" decel="50000" autoRev="1" fill="hold">
                          <p:stCondLst>
                            <p:cond delay="0"/>
                          </p:stCondLst>
                        </p:cTn>
                        <p:tgtEl>
                          <p:spTgt spid="3"/>
                        </p:tgtEl>
                        <p:attrNameLst>
                          <p:attrName>ppt_x</p:attrName>
                        </p:attrNameLst>
                      </p:cBhvr>
                    </p:anim>
                    <p:anim from="(-#ppt_h/2)" to="(#ppt_y)" calcmode="lin" valueType="num">
                      <p:cBhvr>
                        <p:cTn dur="1000" fill="hold">
                          <p:stCondLst>
                            <p:cond delay="0"/>
                          </p:stCondLst>
                        </p:cTn>
                        <p:tgtEl>
                          <p:spTgt spid="3"/>
                        </p:tgtEl>
                        <p:attrNameLst>
                          <p:attrName>ppt_y</p:attrName>
                        </p:attrNameLst>
                      </p:cBhvr>
                    </p:anim>
                    <p:animRot by="21600000">
                      <p:cBhvr>
                        <p:cTn dur="1000" fill="hold">
                          <p:stCondLst>
                            <p:cond delay="0"/>
                          </p:stCondLst>
                        </p:cTn>
                        <p:tgtEl>
                          <p:spTgt spid="3"/>
                        </p:tgtEl>
                        <p:attrNameLst>
                          <p:attrName>r</p:attrName>
                        </p:attrNameLst>
                      </p:cBhvr>
                    </p:animRot>
                  </p:childTnLst>
                </p:cTn>
              </p:par>
            </p:tnLst>
          </p:tmpl>
        </p:tmplLst>
      </p:bldP>
    </p:bld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acts">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5" name="円/楕円 4"/>
          <p:cNvSpPr/>
          <p:nvPr userDrawn="1"/>
        </p:nvSpPr>
        <p:spPr>
          <a:xfrm>
            <a:off x="1046392" y="1517278"/>
            <a:ext cx="7325471" cy="7325471"/>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図プレースホルダー 5"/>
          <p:cNvSpPr>
            <a:spLocks noGrp="1" noChangeAspect="1"/>
          </p:cNvSpPr>
          <p:nvPr>
            <p:ph type="pic" sz="quarter" idx="14" hasCustomPrompt="1"/>
          </p:nvPr>
        </p:nvSpPr>
        <p:spPr>
          <a:xfrm>
            <a:off x="1163127" y="1634013"/>
            <a:ext cx="7092000" cy="7092000"/>
          </a:xfrm>
          <a:prstGeom prst="ellipse">
            <a:avLst/>
          </a:prstGeom>
          <a:effectLst>
            <a:innerShdw blurRad="114300">
              <a:prstClr val="black"/>
            </a:innerShdw>
          </a:effectLst>
        </p:spPr>
        <p:txBody>
          <a:bodyPr>
            <a:normAutofit/>
          </a:bodyPr>
          <a:lstStyle>
            <a:lvl1pPr>
              <a:defRPr sz="2000" baseline="0">
                <a:solidFill>
                  <a:schemeClr val="bg2"/>
                </a:solidFill>
              </a:defRPr>
            </a:lvl1pPr>
          </a:lstStyle>
          <a:p>
            <a:r>
              <a:rPr kumimoji="1" lang="en-US" altLang="ja-JP" dirty="0"/>
              <a:t>Add an image</a:t>
            </a:r>
            <a:endParaRPr kumimoji="1" lang="ja-JP" altLang="en-US" dirty="0"/>
          </a:p>
        </p:txBody>
      </p:sp>
      <p:sp>
        <p:nvSpPr>
          <p:cNvPr id="7" name="テキスト プレースホルダー 5"/>
          <p:cNvSpPr>
            <a:spLocks noGrp="1"/>
          </p:cNvSpPr>
          <p:nvPr>
            <p:ph type="body" sz="quarter" idx="16" hasCustomPrompt="1"/>
          </p:nvPr>
        </p:nvSpPr>
        <p:spPr>
          <a:xfrm>
            <a:off x="8949920" y="2590615"/>
            <a:ext cx="8517767" cy="1407886"/>
          </a:xfrm>
          <a:prstGeom prst="rect">
            <a:avLst/>
          </a:prstGeom>
        </p:spPr>
        <p:txBody>
          <a:bodyPr anchor="b">
            <a:noAutofit/>
          </a:bodyPr>
          <a:lstStyle>
            <a:lvl1pPr algn="l">
              <a:lnSpc>
                <a:spcPts val="8800"/>
              </a:lnSpc>
              <a:spcBef>
                <a:spcPts val="0"/>
              </a:spcBef>
              <a:defRPr sz="8800" i="0" baseline="0">
                <a:blipFill dpi="0" rotWithShape="1">
                  <a:blip r:embed="rId3"/>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8" name="図プレースホルダー 28"/>
          <p:cNvSpPr>
            <a:spLocks noGrp="1"/>
          </p:cNvSpPr>
          <p:nvPr>
            <p:ph type="pic" sz="quarter" idx="22" hasCustomPrompt="1"/>
          </p:nvPr>
        </p:nvSpPr>
        <p:spPr>
          <a:xfrm>
            <a:off x="8949920" y="4102238"/>
            <a:ext cx="1077775" cy="1077775"/>
          </a:xfrm>
          <a:prstGeom prst="rect">
            <a:avLst/>
          </a:prstGeom>
          <a:effectLst>
            <a:innerShdw blurRad="63500" dist="508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9" name="テキスト プレースホルダー 5"/>
          <p:cNvSpPr>
            <a:spLocks noGrp="1"/>
          </p:cNvSpPr>
          <p:nvPr>
            <p:ph type="body" sz="quarter" idx="25" hasCustomPrompt="1"/>
          </p:nvPr>
        </p:nvSpPr>
        <p:spPr>
          <a:xfrm>
            <a:off x="10069898" y="4161932"/>
            <a:ext cx="7397789" cy="958387"/>
          </a:xfrm>
          <a:prstGeom prst="rect">
            <a:avLst/>
          </a:prstGeom>
        </p:spPr>
        <p:txBody>
          <a:bodyPr anchor="ctr">
            <a:normAutofit/>
          </a:bodyPr>
          <a:lstStyle>
            <a:lvl1pPr algn="l">
              <a:lnSpc>
                <a:spcPct val="120000"/>
              </a:lnSpc>
              <a:spcBef>
                <a:spcPts val="0"/>
              </a:spcBef>
              <a:defRPr sz="2000" baseline="0">
                <a:solidFill>
                  <a:schemeClr val="bg1"/>
                </a:solidFill>
              </a:defRPr>
            </a:lvl1pPr>
          </a:lstStyle>
          <a:p>
            <a:pPr lvl="0"/>
            <a:r>
              <a:rPr kumimoji="1" lang="en-US" altLang="ja-JP" dirty="0"/>
              <a:t>Text Here</a:t>
            </a:r>
          </a:p>
          <a:p>
            <a:pPr lvl="0"/>
            <a:r>
              <a:rPr kumimoji="1" lang="en-US" altLang="ja-JP" dirty="0"/>
              <a:t>Text Here</a:t>
            </a:r>
            <a:endParaRPr kumimoji="1" lang="ja-JP" altLang="en-US" dirty="0"/>
          </a:p>
        </p:txBody>
      </p:sp>
      <p:sp>
        <p:nvSpPr>
          <p:cNvPr id="10" name="図プレースホルダー 28"/>
          <p:cNvSpPr>
            <a:spLocks noGrp="1"/>
          </p:cNvSpPr>
          <p:nvPr>
            <p:ph type="pic" sz="quarter" idx="26" hasCustomPrompt="1"/>
          </p:nvPr>
        </p:nvSpPr>
        <p:spPr>
          <a:xfrm>
            <a:off x="8949921" y="6400801"/>
            <a:ext cx="649459" cy="649459"/>
          </a:xfrm>
          <a:prstGeom prst="rect">
            <a:avLst/>
          </a:prstGeom>
          <a:effectLst>
            <a:innerShdw blurRad="63500" dist="254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11" name="テキスト プレースホルダー 5"/>
          <p:cNvSpPr>
            <a:spLocks noGrp="1"/>
          </p:cNvSpPr>
          <p:nvPr>
            <p:ph type="body" sz="quarter" idx="27" hasCustomPrompt="1"/>
          </p:nvPr>
        </p:nvSpPr>
        <p:spPr>
          <a:xfrm>
            <a:off x="9636368" y="6330461"/>
            <a:ext cx="3432516" cy="770854"/>
          </a:xfrm>
          <a:prstGeom prst="rect">
            <a:avLst/>
          </a:prstGeom>
        </p:spPr>
        <p:txBody>
          <a:bodyPr anchor="ctr">
            <a:normAutofit/>
          </a:bodyPr>
          <a:lstStyle>
            <a:lvl1pPr algn="l">
              <a:lnSpc>
                <a:spcPct val="120000"/>
              </a:lnSpc>
              <a:spcBef>
                <a:spcPts val="0"/>
              </a:spcBef>
              <a:defRPr sz="2000" baseline="0">
                <a:solidFill>
                  <a:schemeClr val="bg1"/>
                </a:solidFill>
              </a:defRPr>
            </a:lvl1pPr>
          </a:lstStyle>
          <a:p>
            <a:pPr lvl="0"/>
            <a:r>
              <a:rPr kumimoji="1" lang="en-US" altLang="ja-JP" dirty="0"/>
              <a:t>Text Here</a:t>
            </a:r>
            <a:endParaRPr kumimoji="1" lang="ja-JP" altLang="en-US" dirty="0"/>
          </a:p>
        </p:txBody>
      </p:sp>
      <p:sp>
        <p:nvSpPr>
          <p:cNvPr id="12" name="図プレースホルダー 28"/>
          <p:cNvSpPr>
            <a:spLocks noGrp="1"/>
          </p:cNvSpPr>
          <p:nvPr>
            <p:ph type="pic" sz="quarter" idx="28" hasCustomPrompt="1"/>
          </p:nvPr>
        </p:nvSpPr>
        <p:spPr>
          <a:xfrm>
            <a:off x="13305692" y="6400801"/>
            <a:ext cx="649459" cy="649459"/>
          </a:xfrm>
          <a:prstGeom prst="rect">
            <a:avLst/>
          </a:prstGeom>
          <a:effectLst>
            <a:innerShdw blurRad="63500" dist="254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13" name="テキスト プレースホルダー 5"/>
          <p:cNvSpPr>
            <a:spLocks noGrp="1"/>
          </p:cNvSpPr>
          <p:nvPr>
            <p:ph type="body" sz="quarter" idx="29" hasCustomPrompt="1"/>
          </p:nvPr>
        </p:nvSpPr>
        <p:spPr>
          <a:xfrm>
            <a:off x="13992139" y="6330461"/>
            <a:ext cx="3432516" cy="770854"/>
          </a:xfrm>
          <a:prstGeom prst="rect">
            <a:avLst/>
          </a:prstGeom>
        </p:spPr>
        <p:txBody>
          <a:bodyPr anchor="ctr">
            <a:normAutofit/>
          </a:bodyPr>
          <a:lstStyle>
            <a:lvl1pPr algn="l">
              <a:lnSpc>
                <a:spcPct val="120000"/>
              </a:lnSpc>
              <a:spcBef>
                <a:spcPts val="0"/>
              </a:spcBef>
              <a:defRPr sz="2000" baseline="0">
                <a:solidFill>
                  <a:schemeClr val="bg1"/>
                </a:solidFill>
              </a:defRPr>
            </a:lvl1pPr>
          </a:lstStyle>
          <a:p>
            <a:pPr lvl="0"/>
            <a:r>
              <a:rPr kumimoji="1" lang="en-US" altLang="ja-JP" dirty="0"/>
              <a:t>Text Here</a:t>
            </a:r>
            <a:endParaRPr kumimoji="1" lang="ja-JP" altLang="en-US" dirty="0"/>
          </a:p>
        </p:txBody>
      </p:sp>
      <p:sp>
        <p:nvSpPr>
          <p:cNvPr id="14" name="図プレースホルダー 28"/>
          <p:cNvSpPr>
            <a:spLocks noGrp="1"/>
          </p:cNvSpPr>
          <p:nvPr>
            <p:ph type="pic" sz="quarter" idx="30" hasCustomPrompt="1"/>
          </p:nvPr>
        </p:nvSpPr>
        <p:spPr>
          <a:xfrm>
            <a:off x="8950749" y="7365418"/>
            <a:ext cx="649459" cy="649459"/>
          </a:xfrm>
          <a:prstGeom prst="rect">
            <a:avLst/>
          </a:prstGeom>
          <a:effectLst>
            <a:innerShdw blurRad="63500" dist="254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15" name="テキスト プレースホルダー 5"/>
          <p:cNvSpPr>
            <a:spLocks noGrp="1"/>
          </p:cNvSpPr>
          <p:nvPr>
            <p:ph type="body" sz="quarter" idx="31" hasCustomPrompt="1"/>
          </p:nvPr>
        </p:nvSpPr>
        <p:spPr>
          <a:xfrm>
            <a:off x="9637196" y="7295078"/>
            <a:ext cx="3432516" cy="770854"/>
          </a:xfrm>
          <a:prstGeom prst="rect">
            <a:avLst/>
          </a:prstGeom>
        </p:spPr>
        <p:txBody>
          <a:bodyPr anchor="ctr">
            <a:normAutofit/>
          </a:bodyPr>
          <a:lstStyle>
            <a:lvl1pPr algn="l">
              <a:lnSpc>
                <a:spcPct val="120000"/>
              </a:lnSpc>
              <a:spcBef>
                <a:spcPts val="0"/>
              </a:spcBef>
              <a:defRPr sz="2000" baseline="0">
                <a:solidFill>
                  <a:schemeClr val="bg1"/>
                </a:solidFill>
              </a:defRPr>
            </a:lvl1pPr>
          </a:lstStyle>
          <a:p>
            <a:pPr lvl="0"/>
            <a:r>
              <a:rPr kumimoji="1" lang="en-US" altLang="ja-JP" dirty="0"/>
              <a:t>Text Here</a:t>
            </a:r>
            <a:endParaRPr kumimoji="1" lang="ja-JP" altLang="en-US" dirty="0"/>
          </a:p>
        </p:txBody>
      </p:sp>
      <p:sp>
        <p:nvSpPr>
          <p:cNvPr id="16" name="図プレースホルダー 28"/>
          <p:cNvSpPr>
            <a:spLocks noGrp="1"/>
          </p:cNvSpPr>
          <p:nvPr>
            <p:ph type="pic" sz="quarter" idx="32" hasCustomPrompt="1"/>
          </p:nvPr>
        </p:nvSpPr>
        <p:spPr>
          <a:xfrm>
            <a:off x="13306520" y="7365418"/>
            <a:ext cx="649459" cy="649459"/>
          </a:xfrm>
          <a:prstGeom prst="rect">
            <a:avLst/>
          </a:prstGeom>
          <a:effectLst>
            <a:innerShdw blurRad="63500" dist="254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17" name="テキスト プレースホルダー 5"/>
          <p:cNvSpPr>
            <a:spLocks noGrp="1"/>
          </p:cNvSpPr>
          <p:nvPr>
            <p:ph type="body" sz="quarter" idx="33" hasCustomPrompt="1"/>
          </p:nvPr>
        </p:nvSpPr>
        <p:spPr>
          <a:xfrm>
            <a:off x="13992967" y="7295078"/>
            <a:ext cx="3432516" cy="770854"/>
          </a:xfrm>
          <a:prstGeom prst="rect">
            <a:avLst/>
          </a:prstGeom>
        </p:spPr>
        <p:txBody>
          <a:bodyPr anchor="ctr">
            <a:normAutofit/>
          </a:bodyPr>
          <a:lstStyle>
            <a:lvl1pPr algn="l">
              <a:lnSpc>
                <a:spcPct val="120000"/>
              </a:lnSpc>
              <a:spcBef>
                <a:spcPts val="0"/>
              </a:spcBef>
              <a:defRPr sz="2000" baseline="0">
                <a:solidFill>
                  <a:schemeClr val="bg1"/>
                </a:solidFill>
              </a:defRPr>
            </a:lvl1pPr>
          </a:lstStyle>
          <a:p>
            <a:pPr lvl="0"/>
            <a:r>
              <a:rPr kumimoji="1" lang="en-US" altLang="ja-JP" dirty="0"/>
              <a:t>Text Here</a:t>
            </a:r>
            <a:endParaRPr kumimoji="1" lang="ja-JP" altLang="en-US" dirty="0"/>
          </a:p>
        </p:txBody>
      </p:sp>
      <p:cxnSp>
        <p:nvCxnSpPr>
          <p:cNvPr id="18" name="直線コネクタ 17"/>
          <p:cNvCxnSpPr/>
          <p:nvPr userDrawn="1"/>
        </p:nvCxnSpPr>
        <p:spPr>
          <a:xfrm>
            <a:off x="8949920" y="6093816"/>
            <a:ext cx="8517767"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7171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2"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1500"/>
                                        <p:tgtEl>
                                          <p:spTgt spid="5"/>
                                        </p:tgtEl>
                                      </p:cBhvr>
                                    </p:animEffect>
                                  </p:childTnLst>
                                </p:cTn>
                              </p:par>
                              <p:par>
                                <p:cTn id="8" presetID="2" presetClass="entr" presetSubtype="1" decel="10000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1000" fill="hold"/>
                                        <p:tgtEl>
                                          <p:spTgt spid="6"/>
                                        </p:tgtEl>
                                        <p:attrNameLst>
                                          <p:attrName>ppt_x</p:attrName>
                                        </p:attrNameLst>
                                      </p:cBhvr>
                                      <p:tavLst>
                                        <p:tav tm="0">
                                          <p:val>
                                            <p:strVal val="#ppt_x"/>
                                          </p:val>
                                        </p:tav>
                                        <p:tav tm="100000">
                                          <p:val>
                                            <p:strVal val="#ppt_x"/>
                                          </p:val>
                                        </p:tav>
                                      </p:tavLst>
                                    </p:anim>
                                    <p:anim calcmode="lin" valueType="num">
                                      <p:cBhvr additive="base">
                                        <p:cTn id="11" dur="1000" fill="hold"/>
                                        <p:tgtEl>
                                          <p:spTgt spid="6"/>
                                        </p:tgtEl>
                                        <p:attrNameLst>
                                          <p:attrName>ppt_y</p:attrName>
                                        </p:attrNameLst>
                                      </p:cBhvr>
                                      <p:tavLst>
                                        <p:tav tm="0">
                                          <p:val>
                                            <p:strVal val="0-#ppt_h/2"/>
                                          </p:val>
                                        </p:tav>
                                        <p:tav tm="100000">
                                          <p:val>
                                            <p:strVal val="#ppt_y"/>
                                          </p:val>
                                        </p:tav>
                                      </p:tavLst>
                                    </p:anim>
                                  </p:childTnLst>
                                </p:cTn>
                              </p:par>
                              <p:par>
                                <p:cTn id="12" presetID="2" presetClass="entr" presetSubtype="3" decel="100000" fill="hold" grpId="0" nodeType="withEffect">
                                  <p:stCondLst>
                                    <p:cond delay="500"/>
                                  </p:stCondLst>
                                  <p:iterate type="lt">
                                    <p:tmPct val="10000"/>
                                  </p:iterate>
                                  <p:childTnLst>
                                    <p:set>
                                      <p:cBhvr>
                                        <p:cTn id="13" dur="1" fill="hold">
                                          <p:stCondLst>
                                            <p:cond delay="0"/>
                                          </p:stCondLst>
                                        </p:cTn>
                                        <p:tgtEl>
                                          <p:spTgt spid="7"/>
                                        </p:tgtEl>
                                        <p:attrNameLst>
                                          <p:attrName>style.visibility</p:attrName>
                                        </p:attrNameLst>
                                      </p:cBhvr>
                                      <p:to>
                                        <p:strVal val="visible"/>
                                      </p:to>
                                    </p:set>
                                    <p:anim calcmode="lin" valueType="num">
                                      <p:cBhvr additive="base">
                                        <p:cTn id="14" dur="1000" fill="hold"/>
                                        <p:tgtEl>
                                          <p:spTgt spid="7"/>
                                        </p:tgtEl>
                                        <p:attrNameLst>
                                          <p:attrName>ppt_x</p:attrName>
                                        </p:attrNameLst>
                                      </p:cBhvr>
                                      <p:tavLst>
                                        <p:tav tm="0">
                                          <p:val>
                                            <p:strVal val="1+#ppt_w/2"/>
                                          </p:val>
                                        </p:tav>
                                        <p:tav tm="100000">
                                          <p:val>
                                            <p:strVal val="#ppt_x"/>
                                          </p:val>
                                        </p:tav>
                                      </p:tavLst>
                                    </p:anim>
                                    <p:anim calcmode="lin" valueType="num">
                                      <p:cBhvr additive="base">
                                        <p:cTn id="15" dur="1000" fill="hold"/>
                                        <p:tgtEl>
                                          <p:spTgt spid="7"/>
                                        </p:tgtEl>
                                        <p:attrNameLst>
                                          <p:attrName>ppt_y</p:attrName>
                                        </p:attrNameLst>
                                      </p:cBhvr>
                                      <p:tavLst>
                                        <p:tav tm="0">
                                          <p:val>
                                            <p:strVal val="0-#ppt_h/2"/>
                                          </p:val>
                                        </p:tav>
                                        <p:tav tm="100000">
                                          <p:val>
                                            <p:strVal val="#ppt_y"/>
                                          </p:val>
                                        </p:tav>
                                      </p:tavLst>
                                    </p:anim>
                                  </p:childTnLst>
                                </p:cTn>
                              </p:par>
                              <p:par>
                                <p:cTn id="16" presetID="2" presetClass="entr" presetSubtype="1" decel="100000" fill="hold" grpId="0" nodeType="withEffect">
                                  <p:stCondLst>
                                    <p:cond delay="50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1000" fill="hold"/>
                                        <p:tgtEl>
                                          <p:spTgt spid="8"/>
                                        </p:tgtEl>
                                        <p:attrNameLst>
                                          <p:attrName>ppt_x</p:attrName>
                                        </p:attrNameLst>
                                      </p:cBhvr>
                                      <p:tavLst>
                                        <p:tav tm="0">
                                          <p:val>
                                            <p:strVal val="#ppt_x"/>
                                          </p:val>
                                        </p:tav>
                                        <p:tav tm="100000">
                                          <p:val>
                                            <p:strVal val="#ppt_x"/>
                                          </p:val>
                                        </p:tav>
                                      </p:tavLst>
                                    </p:anim>
                                    <p:anim calcmode="lin" valueType="num">
                                      <p:cBhvr additive="base">
                                        <p:cTn id="19" dur="1000" fill="hold"/>
                                        <p:tgtEl>
                                          <p:spTgt spid="8"/>
                                        </p:tgtEl>
                                        <p:attrNameLst>
                                          <p:attrName>ppt_y</p:attrName>
                                        </p:attrNameLst>
                                      </p:cBhvr>
                                      <p:tavLst>
                                        <p:tav tm="0">
                                          <p:val>
                                            <p:strVal val="0-#ppt_h/2"/>
                                          </p:val>
                                        </p:tav>
                                        <p:tav tm="100000">
                                          <p:val>
                                            <p:strVal val="#ppt_y"/>
                                          </p:val>
                                        </p:tav>
                                      </p:tavLst>
                                    </p:anim>
                                  </p:childTnLst>
                                </p:cTn>
                              </p:par>
                              <p:par>
                                <p:cTn id="20" presetID="2" presetClass="entr" presetSubtype="2" decel="100000" fill="hold" grpId="0" nodeType="withEffect">
                                  <p:stCondLst>
                                    <p:cond delay="50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1000" fill="hold"/>
                                        <p:tgtEl>
                                          <p:spTgt spid="9"/>
                                        </p:tgtEl>
                                        <p:attrNameLst>
                                          <p:attrName>ppt_x</p:attrName>
                                        </p:attrNameLst>
                                      </p:cBhvr>
                                      <p:tavLst>
                                        <p:tav tm="0">
                                          <p:val>
                                            <p:strVal val="1+#ppt_w/2"/>
                                          </p:val>
                                        </p:tav>
                                        <p:tav tm="100000">
                                          <p:val>
                                            <p:strVal val="#ppt_x"/>
                                          </p:val>
                                        </p:tav>
                                      </p:tavLst>
                                    </p:anim>
                                    <p:anim calcmode="lin" valueType="num">
                                      <p:cBhvr additive="base">
                                        <p:cTn id="23" dur="1000" fill="hold"/>
                                        <p:tgtEl>
                                          <p:spTgt spid="9"/>
                                        </p:tgtEl>
                                        <p:attrNameLst>
                                          <p:attrName>ppt_y</p:attrName>
                                        </p:attrNameLst>
                                      </p:cBhvr>
                                      <p:tavLst>
                                        <p:tav tm="0">
                                          <p:val>
                                            <p:strVal val="#ppt_y"/>
                                          </p:val>
                                        </p:tav>
                                        <p:tav tm="100000">
                                          <p:val>
                                            <p:strVal val="#ppt_y"/>
                                          </p:val>
                                        </p:tav>
                                      </p:tavLst>
                                    </p:anim>
                                  </p:childTnLst>
                                </p:cTn>
                              </p:par>
                              <p:par>
                                <p:cTn id="24" presetID="16" presetClass="entr" presetSubtype="37" fill="hold" nodeType="withEffect">
                                  <p:stCondLst>
                                    <p:cond delay="500"/>
                                  </p:stCondLst>
                                  <p:childTnLst>
                                    <p:set>
                                      <p:cBhvr>
                                        <p:cTn id="25" dur="1" fill="hold">
                                          <p:stCondLst>
                                            <p:cond delay="0"/>
                                          </p:stCondLst>
                                        </p:cTn>
                                        <p:tgtEl>
                                          <p:spTgt spid="18"/>
                                        </p:tgtEl>
                                        <p:attrNameLst>
                                          <p:attrName>style.visibility</p:attrName>
                                        </p:attrNameLst>
                                      </p:cBhvr>
                                      <p:to>
                                        <p:strVal val="visible"/>
                                      </p:to>
                                    </p:set>
                                    <p:animEffect transition="in" filter="barn(outVertical)">
                                      <p:cBhvr>
                                        <p:cTn id="26" dur="500"/>
                                        <p:tgtEl>
                                          <p:spTgt spid="18"/>
                                        </p:tgtEl>
                                      </p:cBhvr>
                                    </p:animEffect>
                                  </p:childTnLst>
                                </p:cTn>
                              </p:par>
                              <p:par>
                                <p:cTn id="27" presetID="2" presetClass="entr" presetSubtype="6" decel="100000" fill="hold" grpId="0" nodeType="withEffect">
                                  <p:stCondLst>
                                    <p:cond delay="50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1000" fill="hold"/>
                                        <p:tgtEl>
                                          <p:spTgt spid="10"/>
                                        </p:tgtEl>
                                        <p:attrNameLst>
                                          <p:attrName>ppt_x</p:attrName>
                                        </p:attrNameLst>
                                      </p:cBhvr>
                                      <p:tavLst>
                                        <p:tav tm="0">
                                          <p:val>
                                            <p:strVal val="1+#ppt_w/2"/>
                                          </p:val>
                                        </p:tav>
                                        <p:tav tm="100000">
                                          <p:val>
                                            <p:strVal val="#ppt_x"/>
                                          </p:val>
                                        </p:tav>
                                      </p:tavLst>
                                    </p:anim>
                                    <p:anim calcmode="lin" valueType="num">
                                      <p:cBhvr additive="base">
                                        <p:cTn id="30" dur="1000" fill="hold"/>
                                        <p:tgtEl>
                                          <p:spTgt spid="10"/>
                                        </p:tgtEl>
                                        <p:attrNameLst>
                                          <p:attrName>ppt_y</p:attrName>
                                        </p:attrNameLst>
                                      </p:cBhvr>
                                      <p:tavLst>
                                        <p:tav tm="0">
                                          <p:val>
                                            <p:strVal val="1+#ppt_h/2"/>
                                          </p:val>
                                        </p:tav>
                                        <p:tav tm="100000">
                                          <p:val>
                                            <p:strVal val="#ppt_y"/>
                                          </p:val>
                                        </p:tav>
                                      </p:tavLst>
                                    </p:anim>
                                  </p:childTnLst>
                                </p:cTn>
                              </p:par>
                              <p:par>
                                <p:cTn id="31" presetID="2" presetClass="entr" presetSubtype="6" decel="100000" fill="hold" grpId="0" nodeType="withEffect">
                                  <p:stCondLst>
                                    <p:cond delay="70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1000" fill="hold"/>
                                        <p:tgtEl>
                                          <p:spTgt spid="14"/>
                                        </p:tgtEl>
                                        <p:attrNameLst>
                                          <p:attrName>ppt_x</p:attrName>
                                        </p:attrNameLst>
                                      </p:cBhvr>
                                      <p:tavLst>
                                        <p:tav tm="0">
                                          <p:val>
                                            <p:strVal val="1+#ppt_w/2"/>
                                          </p:val>
                                        </p:tav>
                                        <p:tav tm="100000">
                                          <p:val>
                                            <p:strVal val="#ppt_x"/>
                                          </p:val>
                                        </p:tav>
                                      </p:tavLst>
                                    </p:anim>
                                    <p:anim calcmode="lin" valueType="num">
                                      <p:cBhvr additive="base">
                                        <p:cTn id="34" dur="1000" fill="hold"/>
                                        <p:tgtEl>
                                          <p:spTgt spid="14"/>
                                        </p:tgtEl>
                                        <p:attrNameLst>
                                          <p:attrName>ppt_y</p:attrName>
                                        </p:attrNameLst>
                                      </p:cBhvr>
                                      <p:tavLst>
                                        <p:tav tm="0">
                                          <p:val>
                                            <p:strVal val="1+#ppt_h/2"/>
                                          </p:val>
                                        </p:tav>
                                        <p:tav tm="100000">
                                          <p:val>
                                            <p:strVal val="#ppt_y"/>
                                          </p:val>
                                        </p:tav>
                                      </p:tavLst>
                                    </p:anim>
                                  </p:childTnLst>
                                </p:cTn>
                              </p:par>
                              <p:par>
                                <p:cTn id="35" presetID="2" presetClass="entr" presetSubtype="6" decel="100000" fill="hold" grpId="0" nodeType="withEffect">
                                  <p:stCondLst>
                                    <p:cond delay="60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1000" fill="hold"/>
                                        <p:tgtEl>
                                          <p:spTgt spid="12"/>
                                        </p:tgtEl>
                                        <p:attrNameLst>
                                          <p:attrName>ppt_x</p:attrName>
                                        </p:attrNameLst>
                                      </p:cBhvr>
                                      <p:tavLst>
                                        <p:tav tm="0">
                                          <p:val>
                                            <p:strVal val="1+#ppt_w/2"/>
                                          </p:val>
                                        </p:tav>
                                        <p:tav tm="100000">
                                          <p:val>
                                            <p:strVal val="#ppt_x"/>
                                          </p:val>
                                        </p:tav>
                                      </p:tavLst>
                                    </p:anim>
                                    <p:anim calcmode="lin" valueType="num">
                                      <p:cBhvr additive="base">
                                        <p:cTn id="38" dur="1000" fill="hold"/>
                                        <p:tgtEl>
                                          <p:spTgt spid="12"/>
                                        </p:tgtEl>
                                        <p:attrNameLst>
                                          <p:attrName>ppt_y</p:attrName>
                                        </p:attrNameLst>
                                      </p:cBhvr>
                                      <p:tavLst>
                                        <p:tav tm="0">
                                          <p:val>
                                            <p:strVal val="1+#ppt_h/2"/>
                                          </p:val>
                                        </p:tav>
                                        <p:tav tm="100000">
                                          <p:val>
                                            <p:strVal val="#ppt_y"/>
                                          </p:val>
                                        </p:tav>
                                      </p:tavLst>
                                    </p:anim>
                                  </p:childTnLst>
                                </p:cTn>
                              </p:par>
                              <p:par>
                                <p:cTn id="39" presetID="2" presetClass="entr" presetSubtype="6" decel="100000" fill="hold" grpId="0" nodeType="withEffect">
                                  <p:stCondLst>
                                    <p:cond delay="800"/>
                                  </p:stCondLst>
                                  <p:childTnLst>
                                    <p:set>
                                      <p:cBhvr>
                                        <p:cTn id="40" dur="1" fill="hold">
                                          <p:stCondLst>
                                            <p:cond delay="0"/>
                                          </p:stCondLst>
                                        </p:cTn>
                                        <p:tgtEl>
                                          <p:spTgt spid="16"/>
                                        </p:tgtEl>
                                        <p:attrNameLst>
                                          <p:attrName>style.visibility</p:attrName>
                                        </p:attrNameLst>
                                      </p:cBhvr>
                                      <p:to>
                                        <p:strVal val="visible"/>
                                      </p:to>
                                    </p:set>
                                    <p:anim calcmode="lin" valueType="num">
                                      <p:cBhvr additive="base">
                                        <p:cTn id="41" dur="1000" fill="hold"/>
                                        <p:tgtEl>
                                          <p:spTgt spid="16"/>
                                        </p:tgtEl>
                                        <p:attrNameLst>
                                          <p:attrName>ppt_x</p:attrName>
                                        </p:attrNameLst>
                                      </p:cBhvr>
                                      <p:tavLst>
                                        <p:tav tm="0">
                                          <p:val>
                                            <p:strVal val="1+#ppt_w/2"/>
                                          </p:val>
                                        </p:tav>
                                        <p:tav tm="100000">
                                          <p:val>
                                            <p:strVal val="#ppt_x"/>
                                          </p:val>
                                        </p:tav>
                                      </p:tavLst>
                                    </p:anim>
                                    <p:anim calcmode="lin" valueType="num">
                                      <p:cBhvr additive="base">
                                        <p:cTn id="42" dur="1000" fill="hold"/>
                                        <p:tgtEl>
                                          <p:spTgt spid="16"/>
                                        </p:tgtEl>
                                        <p:attrNameLst>
                                          <p:attrName>ppt_y</p:attrName>
                                        </p:attrNameLst>
                                      </p:cBhvr>
                                      <p:tavLst>
                                        <p:tav tm="0">
                                          <p:val>
                                            <p:strVal val="1+#ppt_h/2"/>
                                          </p:val>
                                        </p:tav>
                                        <p:tav tm="100000">
                                          <p:val>
                                            <p:strVal val="#ppt_y"/>
                                          </p:val>
                                        </p:tav>
                                      </p:tavLst>
                                    </p:anim>
                                  </p:childTnLst>
                                </p:cTn>
                              </p:par>
                              <p:par>
                                <p:cTn id="43" presetID="2" presetClass="entr" presetSubtype="6" decel="100000" fill="hold" grpId="0" nodeType="withEffect">
                                  <p:stCondLst>
                                    <p:cond delay="700"/>
                                  </p:stCondLst>
                                  <p:childTnLst>
                                    <p:set>
                                      <p:cBhvr>
                                        <p:cTn id="44" dur="1" fill="hold">
                                          <p:stCondLst>
                                            <p:cond delay="0"/>
                                          </p:stCondLst>
                                        </p:cTn>
                                        <p:tgtEl>
                                          <p:spTgt spid="15">
                                            <p:txEl>
                                              <p:pRg st="0" end="0"/>
                                            </p:txEl>
                                          </p:spTgt>
                                        </p:tgtEl>
                                        <p:attrNameLst>
                                          <p:attrName>style.visibility</p:attrName>
                                        </p:attrNameLst>
                                      </p:cBhvr>
                                      <p:to>
                                        <p:strVal val="visible"/>
                                      </p:to>
                                    </p:set>
                                    <p:anim calcmode="lin" valueType="num">
                                      <p:cBhvr additive="base">
                                        <p:cTn id="45" dur="1000"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46" dur="1000" fill="hold"/>
                                        <p:tgtEl>
                                          <p:spTgt spid="15">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6" decel="100000" fill="hold" grpId="0" nodeType="withEffect">
                                  <p:stCondLst>
                                    <p:cond delay="500"/>
                                  </p:stCondLst>
                                  <p:childTnLst>
                                    <p:set>
                                      <p:cBhvr>
                                        <p:cTn id="48" dur="1" fill="hold">
                                          <p:stCondLst>
                                            <p:cond delay="0"/>
                                          </p:stCondLst>
                                        </p:cTn>
                                        <p:tgtEl>
                                          <p:spTgt spid="11">
                                            <p:txEl>
                                              <p:pRg st="0" end="0"/>
                                            </p:txEl>
                                          </p:spTgt>
                                        </p:tgtEl>
                                        <p:attrNameLst>
                                          <p:attrName>style.visibility</p:attrName>
                                        </p:attrNameLst>
                                      </p:cBhvr>
                                      <p:to>
                                        <p:strVal val="visible"/>
                                      </p:to>
                                    </p:set>
                                    <p:anim calcmode="lin" valueType="num">
                                      <p:cBhvr additive="base">
                                        <p:cTn id="49" dur="1000" fill="hold"/>
                                        <p:tgtEl>
                                          <p:spTgt spid="11">
                                            <p:txEl>
                                              <p:pRg st="0" end="0"/>
                                            </p:txEl>
                                          </p:spTgt>
                                        </p:tgtEl>
                                        <p:attrNameLst>
                                          <p:attrName>ppt_x</p:attrName>
                                        </p:attrNameLst>
                                      </p:cBhvr>
                                      <p:tavLst>
                                        <p:tav tm="0">
                                          <p:val>
                                            <p:strVal val="1+#ppt_w/2"/>
                                          </p:val>
                                        </p:tav>
                                        <p:tav tm="100000">
                                          <p:val>
                                            <p:strVal val="#ppt_x"/>
                                          </p:val>
                                        </p:tav>
                                      </p:tavLst>
                                    </p:anim>
                                    <p:anim calcmode="lin" valueType="num">
                                      <p:cBhvr additive="base">
                                        <p:cTn id="50" dur="1000" fill="hold"/>
                                        <p:tgtEl>
                                          <p:spTgt spid="11">
                                            <p:txEl>
                                              <p:pRg st="0" end="0"/>
                                            </p:txEl>
                                          </p:spTgt>
                                        </p:tgtEl>
                                        <p:attrNameLst>
                                          <p:attrName>ppt_y</p:attrName>
                                        </p:attrNameLst>
                                      </p:cBhvr>
                                      <p:tavLst>
                                        <p:tav tm="0">
                                          <p:val>
                                            <p:strVal val="1+#ppt_h/2"/>
                                          </p:val>
                                        </p:tav>
                                        <p:tav tm="100000">
                                          <p:val>
                                            <p:strVal val="#ppt_y"/>
                                          </p:val>
                                        </p:tav>
                                      </p:tavLst>
                                    </p:anim>
                                  </p:childTnLst>
                                </p:cTn>
                              </p:par>
                              <p:par>
                                <p:cTn id="51" presetID="2" presetClass="entr" presetSubtype="6" decel="100000" fill="hold" grpId="0" nodeType="withEffect">
                                  <p:stCondLst>
                                    <p:cond delay="600"/>
                                  </p:stCondLst>
                                  <p:childTnLst>
                                    <p:set>
                                      <p:cBhvr>
                                        <p:cTn id="52" dur="1" fill="hold">
                                          <p:stCondLst>
                                            <p:cond delay="0"/>
                                          </p:stCondLst>
                                        </p:cTn>
                                        <p:tgtEl>
                                          <p:spTgt spid="13">
                                            <p:txEl>
                                              <p:pRg st="0" end="0"/>
                                            </p:txEl>
                                          </p:spTgt>
                                        </p:tgtEl>
                                        <p:attrNameLst>
                                          <p:attrName>style.visibility</p:attrName>
                                        </p:attrNameLst>
                                      </p:cBhvr>
                                      <p:to>
                                        <p:strVal val="visible"/>
                                      </p:to>
                                    </p:set>
                                    <p:anim calcmode="lin" valueType="num">
                                      <p:cBhvr additive="base">
                                        <p:cTn id="53" dur="1000" fill="hold"/>
                                        <p:tgtEl>
                                          <p:spTgt spid="13">
                                            <p:txEl>
                                              <p:pRg st="0" end="0"/>
                                            </p:txEl>
                                          </p:spTgt>
                                        </p:tgtEl>
                                        <p:attrNameLst>
                                          <p:attrName>ppt_x</p:attrName>
                                        </p:attrNameLst>
                                      </p:cBhvr>
                                      <p:tavLst>
                                        <p:tav tm="0">
                                          <p:val>
                                            <p:strVal val="1+#ppt_w/2"/>
                                          </p:val>
                                        </p:tav>
                                        <p:tav tm="100000">
                                          <p:val>
                                            <p:strVal val="#ppt_x"/>
                                          </p:val>
                                        </p:tav>
                                      </p:tavLst>
                                    </p:anim>
                                    <p:anim calcmode="lin" valueType="num">
                                      <p:cBhvr additive="base">
                                        <p:cTn id="54" dur="1000" fill="hold"/>
                                        <p:tgtEl>
                                          <p:spTgt spid="13">
                                            <p:txEl>
                                              <p:pRg st="0" end="0"/>
                                            </p:txEl>
                                          </p:spTgt>
                                        </p:tgtEl>
                                        <p:attrNameLst>
                                          <p:attrName>ppt_y</p:attrName>
                                        </p:attrNameLst>
                                      </p:cBhvr>
                                      <p:tavLst>
                                        <p:tav tm="0">
                                          <p:val>
                                            <p:strVal val="1+#ppt_h/2"/>
                                          </p:val>
                                        </p:tav>
                                        <p:tav tm="100000">
                                          <p:val>
                                            <p:strVal val="#ppt_y"/>
                                          </p:val>
                                        </p:tav>
                                      </p:tavLst>
                                    </p:anim>
                                  </p:childTnLst>
                                </p:cTn>
                              </p:par>
                              <p:par>
                                <p:cTn id="55" presetID="2" presetClass="entr" presetSubtype="6" decel="100000" fill="hold" grpId="0" nodeType="withEffect">
                                  <p:stCondLst>
                                    <p:cond delay="800"/>
                                  </p:stCondLst>
                                  <p:childTnLst>
                                    <p:set>
                                      <p:cBhvr>
                                        <p:cTn id="56" dur="1" fill="hold">
                                          <p:stCondLst>
                                            <p:cond delay="0"/>
                                          </p:stCondLst>
                                        </p:cTn>
                                        <p:tgtEl>
                                          <p:spTgt spid="17">
                                            <p:txEl>
                                              <p:pRg st="0" end="0"/>
                                            </p:txEl>
                                          </p:spTgt>
                                        </p:tgtEl>
                                        <p:attrNameLst>
                                          <p:attrName>style.visibility</p:attrName>
                                        </p:attrNameLst>
                                      </p:cBhvr>
                                      <p:to>
                                        <p:strVal val="visible"/>
                                      </p:to>
                                    </p:set>
                                    <p:anim calcmode="lin" valueType="num">
                                      <p:cBhvr additive="base">
                                        <p:cTn id="57" dur="1000" fill="hold"/>
                                        <p:tgtEl>
                                          <p:spTgt spid="17">
                                            <p:txEl>
                                              <p:pRg st="0" end="0"/>
                                            </p:txEl>
                                          </p:spTgt>
                                        </p:tgtEl>
                                        <p:attrNameLst>
                                          <p:attrName>ppt_x</p:attrName>
                                        </p:attrNameLst>
                                      </p:cBhvr>
                                      <p:tavLst>
                                        <p:tav tm="0">
                                          <p:val>
                                            <p:strVal val="1+#ppt_w/2"/>
                                          </p:val>
                                        </p:tav>
                                        <p:tav tm="100000">
                                          <p:val>
                                            <p:strVal val="#ppt_x"/>
                                          </p:val>
                                        </p:tav>
                                      </p:tavLst>
                                    </p:anim>
                                    <p:anim calcmode="lin" valueType="num">
                                      <p:cBhvr additive="base">
                                        <p:cTn id="58" dur="1000" fill="hold"/>
                                        <p:tgtEl>
                                          <p:spTgt spid="17">
                                            <p:txEl>
                                              <p:pRg st="0" end="0"/>
                                            </p:txEl>
                                          </p:spTgt>
                                        </p:tgtEl>
                                        <p:attrNameLst>
                                          <p:attrName>ppt_y</p:attrName>
                                        </p:attrNameLst>
                                      </p:cBhvr>
                                      <p:tavLst>
                                        <p:tav tm="0">
                                          <p:val>
                                            <p:strVal val="1+#ppt_h/2"/>
                                          </p:val>
                                        </p:tav>
                                        <p:tav tm="100000">
                                          <p:val>
                                            <p:strVal val="#ppt_y"/>
                                          </p:val>
                                        </p:tav>
                                      </p:tavLst>
                                    </p:anim>
                                  </p:childTnLst>
                                </p:cTn>
                              </p:par>
                            </p:childTnLst>
                          </p:cTn>
                        </p:par>
                        <p:par>
                          <p:cTn id="59" fill="hold">
                            <p:stCondLst>
                              <p:cond delay="2200"/>
                            </p:stCondLst>
                            <p:childTnLst>
                              <p:par>
                                <p:cTn id="60" presetID="34" presetClass="emph" presetSubtype="0" fill="hold" grpId="1" nodeType="afterEffect">
                                  <p:stCondLst>
                                    <p:cond delay="250"/>
                                  </p:stCondLst>
                                  <p:iterate type="lt">
                                    <p:tmPct val="10000"/>
                                  </p:iterate>
                                  <p:childTnLst>
                                    <p:animMotion origin="layout" path="M 0.0 0.0 L 0.0 -0.07213" pathEditMode="relative" ptsTypes="">
                                      <p:cBhvr>
                                        <p:cTn id="61" dur="250" accel="50000" decel="50000" autoRev="1" fill="hold">
                                          <p:stCondLst>
                                            <p:cond delay="0"/>
                                          </p:stCondLst>
                                        </p:cTn>
                                        <p:tgtEl>
                                          <p:spTgt spid="7"/>
                                        </p:tgtEl>
                                        <p:attrNameLst>
                                          <p:attrName>ppt_x</p:attrName>
                                          <p:attrName>ppt_y</p:attrName>
                                        </p:attrNameLst>
                                      </p:cBhvr>
                                    </p:animMotion>
                                    <p:animRot by="1500000">
                                      <p:cBhvr>
                                        <p:cTn id="62" dur="125" fill="hold">
                                          <p:stCondLst>
                                            <p:cond delay="0"/>
                                          </p:stCondLst>
                                        </p:cTn>
                                        <p:tgtEl>
                                          <p:spTgt spid="7"/>
                                        </p:tgtEl>
                                        <p:attrNameLst>
                                          <p:attrName>r</p:attrName>
                                        </p:attrNameLst>
                                      </p:cBhvr>
                                    </p:animRot>
                                    <p:animRot by="-1500000">
                                      <p:cBhvr>
                                        <p:cTn id="63" dur="125" fill="hold">
                                          <p:stCondLst>
                                            <p:cond delay="125"/>
                                          </p:stCondLst>
                                        </p:cTn>
                                        <p:tgtEl>
                                          <p:spTgt spid="7"/>
                                        </p:tgtEl>
                                        <p:attrNameLst>
                                          <p:attrName>r</p:attrName>
                                        </p:attrNameLst>
                                      </p:cBhvr>
                                    </p:animRot>
                                    <p:animRot by="-1500000">
                                      <p:cBhvr>
                                        <p:cTn id="64" dur="125" fill="hold">
                                          <p:stCondLst>
                                            <p:cond delay="250"/>
                                          </p:stCondLst>
                                        </p:cTn>
                                        <p:tgtEl>
                                          <p:spTgt spid="7"/>
                                        </p:tgtEl>
                                        <p:attrNameLst>
                                          <p:attrName>r</p:attrName>
                                        </p:attrNameLst>
                                      </p:cBhvr>
                                    </p:animRot>
                                    <p:animRot by="1500000">
                                      <p:cBhvr>
                                        <p:cTn id="65" dur="125" fill="hold">
                                          <p:stCondLst>
                                            <p:cond delay="375"/>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animBg="1"/>
      <p:bldP spid="5" grpId="2" animBg="1"/>
      <p:bldP spid="6" grpId="0"/>
      <p:bldP spid="7" grpId="0">
        <p:tmplLst>
          <p:tmpl>
            <p:tnLst>
              <p:par>
                <p:cTn presetID="2" presetClass="entr" presetSubtype="3" decel="100000" fill="hold" nodeType="withEffect">
                  <p:stCondLst>
                    <p:cond delay="500"/>
                  </p:stCondLst>
                  <p:iterate type="lt">
                    <p:tmPct val="10000"/>
                  </p:iterate>
                  <p:childTnLst>
                    <p:set>
                      <p:cBhvr>
                        <p:cTn dur="1" fill="hold">
                          <p:stCondLst>
                            <p:cond delay="0"/>
                          </p:stCondLst>
                        </p:cTn>
                        <p:tgtEl>
                          <p:spTgt spid="7"/>
                        </p:tgtEl>
                        <p:attrNameLst>
                          <p:attrName>style.visibility</p:attrName>
                        </p:attrNameLst>
                      </p:cBhvr>
                      <p:to>
                        <p:strVal val="visible"/>
                      </p:to>
                    </p:set>
                    <p:anim calcmode="lin" valueType="num">
                      <p:cBhvr additive="base">
                        <p:cTn dur="1000" fill="hold"/>
                        <p:tgtEl>
                          <p:spTgt spid="7"/>
                        </p:tgtEl>
                        <p:attrNameLst>
                          <p:attrName>ppt_x</p:attrName>
                        </p:attrNameLst>
                      </p:cBhvr>
                      <p:tavLst>
                        <p:tav tm="0">
                          <p:val>
                            <p:strVal val="1+#ppt_w/2"/>
                          </p:val>
                        </p:tav>
                        <p:tav tm="100000">
                          <p:val>
                            <p:strVal val="#ppt_x"/>
                          </p:val>
                        </p:tav>
                      </p:tavLst>
                    </p:anim>
                    <p:anim calcmode="lin" valueType="num">
                      <p:cBhvr additive="base">
                        <p:cTn dur="1000" fill="hold"/>
                        <p:tgtEl>
                          <p:spTgt spid="7"/>
                        </p:tgtEl>
                        <p:attrNameLst>
                          <p:attrName>ppt_y</p:attrName>
                        </p:attrNameLst>
                      </p:cBhvr>
                      <p:tavLst>
                        <p:tav tm="0">
                          <p:val>
                            <p:strVal val="0-#ppt_h/2"/>
                          </p:val>
                        </p:tav>
                        <p:tav tm="100000">
                          <p:val>
                            <p:strVal val="#ppt_y"/>
                          </p:val>
                        </p:tav>
                      </p:tavLst>
                    </p:anim>
                  </p:childTnLst>
                </p:cTn>
              </p:par>
            </p:tnLst>
          </p:tmpl>
        </p:tmplLst>
      </p:bldP>
      <p:bldP spid="7" grpId="1">
        <p:tmplLst>
          <p:tmpl>
            <p:tnLst>
              <p:par>
                <p:cTn presetID="34" presetClass="emph" presetSubtype="0" fill="hold" nodeType="afterEffect">
                  <p:stCondLst>
                    <p:cond delay="250"/>
                  </p:stCondLst>
                  <p:iterate type="lt">
                    <p:tmPct val="10000"/>
                  </p:iterate>
                  <p:childTnLst>
                    <p:animMotion origin="layout" path="M 0.0 0.0 L 0.0 -0.07213" pathEditMode="relative" ptsTypes="">
                      <p:cBhvr>
                        <p:cTn dur="250" accel="50000" decel="50000" autoRev="1" fill="hold">
                          <p:stCondLst>
                            <p:cond delay="0"/>
                          </p:stCondLst>
                        </p:cTn>
                        <p:tgtEl>
                          <p:spTgt spid="7"/>
                        </p:tgtEl>
                        <p:attrNameLst>
                          <p:attrName>ppt_x</p:attrName>
                          <p:attrName>ppt_y</p:attrName>
                        </p:attrNameLst>
                      </p:cBhvr>
                    </p:animMotion>
                    <p:animRot by="1500000">
                      <p:cBhvr>
                        <p:cTn dur="125" fill="hold">
                          <p:stCondLst>
                            <p:cond delay="0"/>
                          </p:stCondLst>
                        </p:cTn>
                        <p:tgtEl>
                          <p:spTgt spid="7"/>
                        </p:tgtEl>
                        <p:attrNameLst>
                          <p:attrName>r</p:attrName>
                        </p:attrNameLst>
                      </p:cBhvr>
                    </p:animRot>
                    <p:animRot by="-1500000">
                      <p:cBhvr>
                        <p:cTn dur="125" fill="hold">
                          <p:stCondLst>
                            <p:cond delay="125"/>
                          </p:stCondLst>
                        </p:cTn>
                        <p:tgtEl>
                          <p:spTgt spid="7"/>
                        </p:tgtEl>
                        <p:attrNameLst>
                          <p:attrName>r</p:attrName>
                        </p:attrNameLst>
                      </p:cBhvr>
                    </p:animRot>
                    <p:animRot by="-1500000">
                      <p:cBhvr>
                        <p:cTn dur="125" fill="hold">
                          <p:stCondLst>
                            <p:cond delay="250"/>
                          </p:stCondLst>
                        </p:cTn>
                        <p:tgtEl>
                          <p:spTgt spid="7"/>
                        </p:tgtEl>
                        <p:attrNameLst>
                          <p:attrName>r</p:attrName>
                        </p:attrNameLst>
                      </p:cBhvr>
                    </p:animRot>
                    <p:animRot by="1500000">
                      <p:cBhvr>
                        <p:cTn dur="125" fill="hold">
                          <p:stCondLst>
                            <p:cond delay="375"/>
                          </p:stCondLst>
                        </p:cTn>
                        <p:tgtEl>
                          <p:spTgt spid="7"/>
                        </p:tgtEl>
                        <p:attrNameLst>
                          <p:attrName>r</p:attrName>
                        </p:attrNameLst>
                      </p:cBhvr>
                    </p:animRot>
                  </p:childTnLst>
                </p:cTn>
              </p:par>
            </p:tnLst>
          </p:tmpl>
        </p:tmplLst>
      </p:bldP>
      <p:bldP spid="8" grpId="0"/>
      <p:bldP spid="9" grpId="0">
        <p:tmplLst>
          <p:tmpl>
            <p:tnLst>
              <p:par>
                <p:cTn presetID="2" presetClass="entr" presetSubtype="2" decel="100000" fill="hold" nodeType="withEffect">
                  <p:stCondLst>
                    <p:cond delay="5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1000" fill="hold"/>
                        <p:tgtEl>
                          <p:spTgt spid="9"/>
                        </p:tgtEl>
                        <p:attrNameLst>
                          <p:attrName>ppt_x</p:attrName>
                        </p:attrNameLst>
                      </p:cBhvr>
                      <p:tavLst>
                        <p:tav tm="0">
                          <p:val>
                            <p:strVal val="1+#ppt_w/2"/>
                          </p:val>
                        </p:tav>
                        <p:tav tm="100000">
                          <p:val>
                            <p:strVal val="#ppt_x"/>
                          </p:val>
                        </p:tav>
                      </p:tavLst>
                    </p:anim>
                    <p:anim calcmode="lin" valueType="num">
                      <p:cBhvr additive="base">
                        <p:cTn dur="1000" fill="hold"/>
                        <p:tgtEl>
                          <p:spTgt spid="9"/>
                        </p:tgtEl>
                        <p:attrNameLst>
                          <p:attrName>ppt_y</p:attrName>
                        </p:attrNameLst>
                      </p:cBhvr>
                      <p:tavLst>
                        <p:tav tm="0">
                          <p:val>
                            <p:strVal val="#ppt_y"/>
                          </p:val>
                        </p:tav>
                        <p:tav tm="100000">
                          <p:val>
                            <p:strVal val="#ppt_y"/>
                          </p:val>
                        </p:tav>
                      </p:tavLst>
                    </p:anim>
                  </p:childTnLst>
                </p:cTn>
              </p:par>
            </p:tnLst>
          </p:tmpl>
        </p:tmplLst>
      </p:bldP>
      <p:bldP spid="10" grpId="0"/>
      <p:bldP spid="11" grpId="0" build="p">
        <p:tmplLst>
          <p:tmpl lvl="1">
            <p:tnLst>
              <p:par>
                <p:cTn presetID="2" presetClass="entr" presetSubtype="6" decel="100000" fill="hold" nodeType="withEffect">
                  <p:stCondLst>
                    <p:cond delay="500"/>
                  </p:stCondLst>
                  <p:childTnLst>
                    <p:set>
                      <p:cBhvr>
                        <p:cTn dur="1" fill="hold">
                          <p:stCondLst>
                            <p:cond delay="0"/>
                          </p:stCondLst>
                        </p:cTn>
                        <p:tgtEl>
                          <p:spTgt spid="11"/>
                        </p:tgtEl>
                        <p:attrNameLst>
                          <p:attrName>style.visibility</p:attrName>
                        </p:attrNameLst>
                      </p:cBhvr>
                      <p:to>
                        <p:strVal val="visible"/>
                      </p:to>
                    </p:set>
                    <p:anim calcmode="lin" valueType="num">
                      <p:cBhvr additive="base">
                        <p:cTn dur="1000" fill="hold"/>
                        <p:tgtEl>
                          <p:spTgt spid="11"/>
                        </p:tgtEl>
                        <p:attrNameLst>
                          <p:attrName>ppt_x</p:attrName>
                        </p:attrNameLst>
                      </p:cBhvr>
                      <p:tavLst>
                        <p:tav tm="0">
                          <p:val>
                            <p:strVal val="1+#ppt_w/2"/>
                          </p:val>
                        </p:tav>
                        <p:tav tm="100000">
                          <p:val>
                            <p:strVal val="#ppt_x"/>
                          </p:val>
                        </p:tav>
                      </p:tavLst>
                    </p:anim>
                    <p:anim calcmode="lin" valueType="num">
                      <p:cBhvr additive="base">
                        <p:cTn dur="1000" fill="hold"/>
                        <p:tgtEl>
                          <p:spTgt spid="11"/>
                        </p:tgtEl>
                        <p:attrNameLst>
                          <p:attrName>ppt_y</p:attrName>
                        </p:attrNameLst>
                      </p:cBhvr>
                      <p:tavLst>
                        <p:tav tm="0">
                          <p:val>
                            <p:strVal val="1+#ppt_h/2"/>
                          </p:val>
                        </p:tav>
                        <p:tav tm="100000">
                          <p:val>
                            <p:strVal val="#ppt_y"/>
                          </p:val>
                        </p:tav>
                      </p:tavLst>
                    </p:anim>
                  </p:childTnLst>
                </p:cTn>
              </p:par>
            </p:tnLst>
          </p:tmpl>
        </p:tmplLst>
      </p:bldP>
      <p:bldP spid="12" grpId="0"/>
      <p:bldP spid="13" grpId="0" build="p">
        <p:tmplLst>
          <p:tmpl lvl="1">
            <p:tnLst>
              <p:par>
                <p:cTn presetID="2" presetClass="entr" presetSubtype="6" decel="100000" fill="hold" nodeType="withEffect">
                  <p:stCondLst>
                    <p:cond delay="600"/>
                  </p:stCondLst>
                  <p:childTnLst>
                    <p:set>
                      <p:cBhvr>
                        <p:cTn dur="1" fill="hold">
                          <p:stCondLst>
                            <p:cond delay="0"/>
                          </p:stCondLst>
                        </p:cTn>
                        <p:tgtEl>
                          <p:spTgt spid="13"/>
                        </p:tgtEl>
                        <p:attrNameLst>
                          <p:attrName>style.visibility</p:attrName>
                        </p:attrNameLst>
                      </p:cBhvr>
                      <p:to>
                        <p:strVal val="visible"/>
                      </p:to>
                    </p:set>
                    <p:anim calcmode="lin" valueType="num">
                      <p:cBhvr additive="base">
                        <p:cTn dur="1000" fill="hold"/>
                        <p:tgtEl>
                          <p:spTgt spid="13"/>
                        </p:tgtEl>
                        <p:attrNameLst>
                          <p:attrName>ppt_x</p:attrName>
                        </p:attrNameLst>
                      </p:cBhvr>
                      <p:tavLst>
                        <p:tav tm="0">
                          <p:val>
                            <p:strVal val="1+#ppt_w/2"/>
                          </p:val>
                        </p:tav>
                        <p:tav tm="100000">
                          <p:val>
                            <p:strVal val="#ppt_x"/>
                          </p:val>
                        </p:tav>
                      </p:tavLst>
                    </p:anim>
                    <p:anim calcmode="lin" valueType="num">
                      <p:cBhvr additive="base">
                        <p:cTn dur="1000" fill="hold"/>
                        <p:tgtEl>
                          <p:spTgt spid="13"/>
                        </p:tgtEl>
                        <p:attrNameLst>
                          <p:attrName>ppt_y</p:attrName>
                        </p:attrNameLst>
                      </p:cBhvr>
                      <p:tavLst>
                        <p:tav tm="0">
                          <p:val>
                            <p:strVal val="1+#ppt_h/2"/>
                          </p:val>
                        </p:tav>
                        <p:tav tm="100000">
                          <p:val>
                            <p:strVal val="#ppt_y"/>
                          </p:val>
                        </p:tav>
                      </p:tavLst>
                    </p:anim>
                  </p:childTnLst>
                </p:cTn>
              </p:par>
            </p:tnLst>
          </p:tmpl>
        </p:tmplLst>
      </p:bldP>
      <p:bldP spid="14" grpId="0"/>
      <p:bldP spid="15" grpId="0" build="p">
        <p:tmplLst>
          <p:tmpl lvl="1">
            <p:tnLst>
              <p:par>
                <p:cTn presetID="2" presetClass="entr" presetSubtype="6" decel="100000" fill="hold" nodeType="withEffect">
                  <p:stCondLst>
                    <p:cond delay="700"/>
                  </p:stCondLst>
                  <p:childTnLst>
                    <p:set>
                      <p:cBhvr>
                        <p:cTn dur="1" fill="hold">
                          <p:stCondLst>
                            <p:cond delay="0"/>
                          </p:stCondLst>
                        </p:cTn>
                        <p:tgtEl>
                          <p:spTgt spid="15"/>
                        </p:tgtEl>
                        <p:attrNameLst>
                          <p:attrName>style.visibility</p:attrName>
                        </p:attrNameLst>
                      </p:cBhvr>
                      <p:to>
                        <p:strVal val="visible"/>
                      </p:to>
                    </p:set>
                    <p:anim calcmode="lin" valueType="num">
                      <p:cBhvr additive="base">
                        <p:cTn dur="1000" fill="hold"/>
                        <p:tgtEl>
                          <p:spTgt spid="15"/>
                        </p:tgtEl>
                        <p:attrNameLst>
                          <p:attrName>ppt_x</p:attrName>
                        </p:attrNameLst>
                      </p:cBhvr>
                      <p:tavLst>
                        <p:tav tm="0">
                          <p:val>
                            <p:strVal val="1+#ppt_w/2"/>
                          </p:val>
                        </p:tav>
                        <p:tav tm="100000">
                          <p:val>
                            <p:strVal val="#ppt_x"/>
                          </p:val>
                        </p:tav>
                      </p:tavLst>
                    </p:anim>
                    <p:anim calcmode="lin" valueType="num">
                      <p:cBhvr additive="base">
                        <p:cTn dur="1000" fill="hold"/>
                        <p:tgtEl>
                          <p:spTgt spid="15"/>
                        </p:tgtEl>
                        <p:attrNameLst>
                          <p:attrName>ppt_y</p:attrName>
                        </p:attrNameLst>
                      </p:cBhvr>
                      <p:tavLst>
                        <p:tav tm="0">
                          <p:val>
                            <p:strVal val="1+#ppt_h/2"/>
                          </p:val>
                        </p:tav>
                        <p:tav tm="100000">
                          <p:val>
                            <p:strVal val="#ppt_y"/>
                          </p:val>
                        </p:tav>
                      </p:tavLst>
                    </p:anim>
                  </p:childTnLst>
                </p:cTn>
              </p:par>
            </p:tnLst>
          </p:tmpl>
        </p:tmplLst>
      </p:bldP>
      <p:bldP spid="16" grpId="0"/>
      <p:bldP spid="17" grpId="0" build="p">
        <p:tmplLst>
          <p:tmpl lvl="1">
            <p:tnLst>
              <p:par>
                <p:cTn presetID="2" presetClass="entr" presetSubtype="6" decel="100000" fill="hold" nodeType="withEffect">
                  <p:stCondLst>
                    <p:cond delay="800"/>
                  </p:stCondLst>
                  <p:childTnLst>
                    <p:set>
                      <p:cBhvr>
                        <p:cTn dur="1" fill="hold">
                          <p:stCondLst>
                            <p:cond delay="0"/>
                          </p:stCondLst>
                        </p:cTn>
                        <p:tgtEl>
                          <p:spTgt spid="17"/>
                        </p:tgtEl>
                        <p:attrNameLst>
                          <p:attrName>style.visibility</p:attrName>
                        </p:attrNameLst>
                      </p:cBhvr>
                      <p:to>
                        <p:strVal val="visible"/>
                      </p:to>
                    </p:set>
                    <p:anim calcmode="lin" valueType="num">
                      <p:cBhvr additive="base">
                        <p:cTn dur="1000" fill="hold"/>
                        <p:tgtEl>
                          <p:spTgt spid="17"/>
                        </p:tgtEl>
                        <p:attrNameLst>
                          <p:attrName>ppt_x</p:attrName>
                        </p:attrNameLst>
                      </p:cBhvr>
                      <p:tavLst>
                        <p:tav tm="0">
                          <p:val>
                            <p:strVal val="1+#ppt_w/2"/>
                          </p:val>
                        </p:tav>
                        <p:tav tm="100000">
                          <p:val>
                            <p:strVal val="#ppt_x"/>
                          </p:val>
                        </p:tav>
                      </p:tavLst>
                    </p:anim>
                    <p:anim calcmode="lin" valueType="num">
                      <p:cBhvr additive="base">
                        <p:cTn dur="1000" fill="hold"/>
                        <p:tgtEl>
                          <p:spTgt spid="17"/>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0 Images">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3" name="図プレースホルダー 5"/>
          <p:cNvSpPr>
            <a:spLocks noGrp="1"/>
          </p:cNvSpPr>
          <p:nvPr>
            <p:ph type="pic" sz="quarter" idx="12" hasCustomPrompt="1"/>
          </p:nvPr>
        </p:nvSpPr>
        <p:spPr>
          <a:xfrm>
            <a:off x="38182" y="43542"/>
            <a:ext cx="3600000" cy="3600000"/>
          </a:xfrm>
          <a:prstGeom prst="rect">
            <a:avLst/>
          </a:prstGeom>
          <a:noFill/>
          <a:effectLst>
            <a:innerShdw blurRad="114300">
              <a:prstClr val="black"/>
            </a:innerShdw>
          </a:effectLst>
        </p:spPr>
        <p:txBody>
          <a:bodyPr/>
          <a:lstStyle>
            <a:lvl1pPr>
              <a:defRPr sz="1800"/>
            </a:lvl1pPr>
          </a:lstStyle>
          <a:p>
            <a:r>
              <a:rPr kumimoji="1" lang="en-US" altLang="ja-JP" dirty="0"/>
              <a:t>Add an image</a:t>
            </a:r>
            <a:endParaRPr kumimoji="1" lang="ja-JP" altLang="en-US" dirty="0"/>
          </a:p>
        </p:txBody>
      </p:sp>
      <p:sp>
        <p:nvSpPr>
          <p:cNvPr id="4" name="図プレースホルダー 5"/>
          <p:cNvSpPr>
            <a:spLocks noGrp="1"/>
          </p:cNvSpPr>
          <p:nvPr>
            <p:ph type="pic" sz="quarter" idx="13" hasCustomPrompt="1"/>
          </p:nvPr>
        </p:nvSpPr>
        <p:spPr>
          <a:xfrm>
            <a:off x="3687753" y="43542"/>
            <a:ext cx="3600000" cy="3600000"/>
          </a:xfrm>
          <a:prstGeom prst="rect">
            <a:avLst/>
          </a:prstGeom>
          <a:noFill/>
          <a:effectLst>
            <a:innerShdw blurRad="114300">
              <a:prstClr val="black"/>
            </a:innerShdw>
          </a:effectLst>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5" name="図プレースホルダー 5"/>
          <p:cNvSpPr>
            <a:spLocks noGrp="1"/>
          </p:cNvSpPr>
          <p:nvPr>
            <p:ph type="pic" sz="quarter" idx="14" hasCustomPrompt="1"/>
          </p:nvPr>
        </p:nvSpPr>
        <p:spPr>
          <a:xfrm>
            <a:off x="7337324" y="43542"/>
            <a:ext cx="3600000" cy="3600000"/>
          </a:xfrm>
          <a:prstGeom prst="rect">
            <a:avLst/>
          </a:prstGeom>
          <a:noFill/>
          <a:effectLst>
            <a:innerShdw blurRad="114300">
              <a:prstClr val="black"/>
            </a:innerShdw>
          </a:effectLst>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6" name="図プレースホルダー 5"/>
          <p:cNvSpPr>
            <a:spLocks noGrp="1"/>
          </p:cNvSpPr>
          <p:nvPr>
            <p:ph type="pic" sz="quarter" idx="15" hasCustomPrompt="1"/>
          </p:nvPr>
        </p:nvSpPr>
        <p:spPr>
          <a:xfrm>
            <a:off x="10988185" y="43542"/>
            <a:ext cx="3600000" cy="3600000"/>
          </a:xfrm>
          <a:prstGeom prst="rect">
            <a:avLst/>
          </a:prstGeom>
          <a:noFill/>
          <a:effectLst>
            <a:innerShdw blurRad="114300">
              <a:prstClr val="black"/>
            </a:innerShdw>
          </a:effectLst>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7" name="図プレースホルダー 5"/>
          <p:cNvSpPr>
            <a:spLocks noGrp="1"/>
          </p:cNvSpPr>
          <p:nvPr>
            <p:ph type="pic" sz="quarter" idx="16" hasCustomPrompt="1"/>
          </p:nvPr>
        </p:nvSpPr>
        <p:spPr>
          <a:xfrm>
            <a:off x="14636467" y="43542"/>
            <a:ext cx="3600000" cy="3600000"/>
          </a:xfrm>
          <a:prstGeom prst="rect">
            <a:avLst/>
          </a:prstGeom>
          <a:noFill/>
          <a:effectLst>
            <a:innerShdw blurRad="114300">
              <a:prstClr val="black"/>
            </a:innerShdw>
          </a:effectLst>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8" name="図プレースホルダー 5"/>
          <p:cNvSpPr>
            <a:spLocks noGrp="1"/>
          </p:cNvSpPr>
          <p:nvPr>
            <p:ph type="pic" sz="quarter" idx="17" hasCustomPrompt="1"/>
          </p:nvPr>
        </p:nvSpPr>
        <p:spPr>
          <a:xfrm>
            <a:off x="35931" y="6628665"/>
            <a:ext cx="3600000" cy="3600000"/>
          </a:xfrm>
          <a:prstGeom prst="rect">
            <a:avLst/>
          </a:prstGeom>
          <a:noFill/>
          <a:effectLst>
            <a:innerShdw blurRad="114300">
              <a:prstClr val="black"/>
            </a:innerShdw>
          </a:effectLst>
        </p:spPr>
        <p:txBody>
          <a:bodyPr/>
          <a:lstStyle>
            <a:lvl1pPr>
              <a:defRPr sz="1800"/>
            </a:lvl1pPr>
          </a:lstStyle>
          <a:p>
            <a:r>
              <a:rPr kumimoji="1" lang="en-US" altLang="ja-JP" dirty="0"/>
              <a:t>Add an image</a:t>
            </a:r>
            <a:endParaRPr kumimoji="1" lang="ja-JP" altLang="en-US" dirty="0"/>
          </a:p>
        </p:txBody>
      </p:sp>
      <p:sp>
        <p:nvSpPr>
          <p:cNvPr id="9" name="図プレースホルダー 5"/>
          <p:cNvSpPr>
            <a:spLocks noGrp="1"/>
          </p:cNvSpPr>
          <p:nvPr>
            <p:ph type="pic" sz="quarter" idx="18" hasCustomPrompt="1"/>
          </p:nvPr>
        </p:nvSpPr>
        <p:spPr>
          <a:xfrm>
            <a:off x="3685502" y="6628665"/>
            <a:ext cx="3600000" cy="3600000"/>
          </a:xfrm>
          <a:prstGeom prst="rect">
            <a:avLst/>
          </a:prstGeom>
          <a:noFill/>
          <a:effectLst>
            <a:innerShdw blurRad="114300">
              <a:prstClr val="black"/>
            </a:innerShdw>
          </a:effectLst>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0" name="図プレースホルダー 5"/>
          <p:cNvSpPr>
            <a:spLocks noGrp="1"/>
          </p:cNvSpPr>
          <p:nvPr>
            <p:ph type="pic" sz="quarter" idx="19" hasCustomPrompt="1"/>
          </p:nvPr>
        </p:nvSpPr>
        <p:spPr>
          <a:xfrm>
            <a:off x="7335073" y="6628665"/>
            <a:ext cx="3600000" cy="3600000"/>
          </a:xfrm>
          <a:prstGeom prst="rect">
            <a:avLst/>
          </a:prstGeom>
          <a:noFill/>
          <a:effectLst>
            <a:innerShdw blurRad="114300">
              <a:prstClr val="black"/>
            </a:innerShdw>
          </a:effectLst>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1" name="図プレースホルダー 5"/>
          <p:cNvSpPr>
            <a:spLocks noGrp="1"/>
          </p:cNvSpPr>
          <p:nvPr>
            <p:ph type="pic" sz="quarter" idx="20" hasCustomPrompt="1"/>
          </p:nvPr>
        </p:nvSpPr>
        <p:spPr>
          <a:xfrm>
            <a:off x="10985934" y="6628665"/>
            <a:ext cx="3600000" cy="3600000"/>
          </a:xfrm>
          <a:prstGeom prst="rect">
            <a:avLst/>
          </a:prstGeom>
          <a:noFill/>
          <a:effectLst>
            <a:innerShdw blurRad="114300">
              <a:prstClr val="black"/>
            </a:innerShdw>
          </a:effectLst>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2" name="図プレースホルダー 5"/>
          <p:cNvSpPr>
            <a:spLocks noGrp="1"/>
          </p:cNvSpPr>
          <p:nvPr>
            <p:ph type="pic" sz="quarter" idx="21" hasCustomPrompt="1"/>
          </p:nvPr>
        </p:nvSpPr>
        <p:spPr>
          <a:xfrm>
            <a:off x="14634216" y="6628665"/>
            <a:ext cx="3600000" cy="3600000"/>
          </a:xfrm>
          <a:prstGeom prst="rect">
            <a:avLst/>
          </a:prstGeom>
          <a:noFill/>
          <a:effectLst>
            <a:innerShdw blurRad="114300">
              <a:prstClr val="black"/>
            </a:innerShdw>
          </a:effectLst>
        </p:spPr>
        <p:txBody>
          <a:bodyPr>
            <a:normAutofit/>
          </a:bodyPr>
          <a:lstStyle>
            <a:lvl1pPr marL="0" marR="0" indent="0" algn="l" defTabSz="1632753" rtl="0" eaLnBrk="1" fontAlgn="auto" latinLnBrk="0" hangingPunct="1">
              <a:lnSpc>
                <a:spcPct val="100000"/>
              </a:lnSpc>
              <a:spcBef>
                <a:spcPct val="20000"/>
              </a:spcBef>
              <a:spcAft>
                <a:spcPts val="0"/>
              </a:spcAft>
              <a:buClrTx/>
              <a:buSzTx/>
              <a:buFont typeface="Arial" panose="020B0604020202020204" pitchFamily="34" charset="0"/>
              <a:buNone/>
              <a:tabLst/>
              <a:defRPr sz="1800"/>
            </a:lvl1pPr>
          </a:lstStyle>
          <a:p>
            <a:r>
              <a:rPr kumimoji="1" lang="en-US" altLang="ja-JP" dirty="0"/>
              <a:t>Add an image</a:t>
            </a:r>
            <a:endParaRPr kumimoji="1" lang="ja-JP" altLang="en-US" dirty="0"/>
          </a:p>
          <a:p>
            <a:endParaRPr kumimoji="1" lang="ja-JP" altLang="en-US" dirty="0"/>
          </a:p>
        </p:txBody>
      </p:sp>
      <p:sp>
        <p:nvSpPr>
          <p:cNvPr id="13" name="テキスト プレースホルダー 5"/>
          <p:cNvSpPr>
            <a:spLocks noGrp="1"/>
          </p:cNvSpPr>
          <p:nvPr>
            <p:ph type="body" sz="quarter" idx="22" hasCustomPrompt="1"/>
          </p:nvPr>
        </p:nvSpPr>
        <p:spPr>
          <a:xfrm>
            <a:off x="1098867" y="4276581"/>
            <a:ext cx="16093440" cy="1395804"/>
          </a:xfrm>
          <a:prstGeom prst="rect">
            <a:avLst/>
          </a:prstGeom>
        </p:spPr>
        <p:txBody>
          <a:bodyPr anchor="ctr">
            <a:noAutofit/>
          </a:bodyPr>
          <a:lstStyle>
            <a:lvl1pPr algn="ctr">
              <a:lnSpc>
                <a:spcPts val="6000"/>
              </a:lnSpc>
              <a:spcBef>
                <a:spcPts val="0"/>
              </a:spcBef>
              <a:defRPr sz="8800" i="0" baseline="0">
                <a:blipFill dpi="0" rotWithShape="1">
                  <a:blip r:embed="rId3"/>
                  <a:srcRect/>
                  <a:tile tx="0" ty="0" sx="100000" sy="100000" flip="none" algn="tl"/>
                </a:blipFill>
                <a:effectLst>
                  <a:innerShdw blurRad="63500" dist="38100" dir="18900000">
                    <a:prstClr val="black">
                      <a:alpha val="50000"/>
                    </a:prstClr>
                  </a:innerShdw>
                </a:effectLst>
                <a:latin typeface="+mj-lt"/>
              </a:defRPr>
            </a:lvl1pPr>
          </a:lstStyle>
          <a:p>
            <a:pPr lvl="0"/>
            <a:r>
              <a:rPr kumimoji="1" lang="en-US" altLang="ja-JP" dirty="0"/>
              <a:t>TEXT HERE</a:t>
            </a:r>
            <a:endParaRPr kumimoji="1" lang="ja-JP" altLang="en-US" dirty="0"/>
          </a:p>
        </p:txBody>
      </p:sp>
      <p:sp>
        <p:nvSpPr>
          <p:cNvPr id="14" name="テキスト プレースホルダー 5"/>
          <p:cNvSpPr>
            <a:spLocks noGrp="1"/>
          </p:cNvSpPr>
          <p:nvPr>
            <p:ph type="body" sz="quarter" idx="23" hasCustomPrompt="1"/>
          </p:nvPr>
        </p:nvSpPr>
        <p:spPr>
          <a:xfrm>
            <a:off x="1098867" y="5247247"/>
            <a:ext cx="16093440" cy="921326"/>
          </a:xfrm>
          <a:prstGeom prst="rect">
            <a:avLst/>
          </a:prstGeom>
        </p:spPr>
        <p:txBody>
          <a:bodyPr anchor="t">
            <a:noAutofit/>
          </a:bodyPr>
          <a:lstStyle>
            <a:lvl1pPr algn="ctr">
              <a:lnSpc>
                <a:spcPts val="6000"/>
              </a:lnSpc>
              <a:spcBef>
                <a:spcPts val="0"/>
              </a:spcBef>
              <a:defRPr sz="44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169203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225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par>
                                <p:cTn id="11" presetID="14" presetClass="entr" presetSubtype="10" fill="hold" grpId="0" nodeType="withEffect">
                                  <p:stCondLst>
                                    <p:cond delay="1750"/>
                                  </p:stCondLst>
                                  <p:childTnLst>
                                    <p:set>
                                      <p:cBhvr>
                                        <p:cTn id="12" dur="1" fill="hold">
                                          <p:stCondLst>
                                            <p:cond delay="0"/>
                                          </p:stCondLst>
                                        </p:cTn>
                                        <p:tgtEl>
                                          <p:spTgt spid="5"/>
                                        </p:tgtEl>
                                        <p:attrNameLst>
                                          <p:attrName>style.visibility</p:attrName>
                                        </p:attrNameLst>
                                      </p:cBhvr>
                                      <p:to>
                                        <p:strVal val="visible"/>
                                      </p:to>
                                    </p:set>
                                    <p:animEffect transition="in" filter="randombar(horizontal)">
                                      <p:cBhvr>
                                        <p:cTn id="13" dur="500"/>
                                        <p:tgtEl>
                                          <p:spTgt spid="5"/>
                                        </p:tgtEl>
                                      </p:cBhvr>
                                    </p:animEffect>
                                  </p:childTnLst>
                                </p:cTn>
                              </p:par>
                              <p:par>
                                <p:cTn id="14" presetID="14" presetClass="entr" presetSubtype="10" fill="hold" grpId="0" nodeType="withEffect">
                                  <p:stCondLst>
                                    <p:cond delay="500"/>
                                  </p:stCondLst>
                                  <p:childTnLst>
                                    <p:set>
                                      <p:cBhvr>
                                        <p:cTn id="15" dur="1" fill="hold">
                                          <p:stCondLst>
                                            <p:cond delay="0"/>
                                          </p:stCondLst>
                                        </p:cTn>
                                        <p:tgtEl>
                                          <p:spTgt spid="6"/>
                                        </p:tgtEl>
                                        <p:attrNameLst>
                                          <p:attrName>style.visibility</p:attrName>
                                        </p:attrNameLst>
                                      </p:cBhvr>
                                      <p:to>
                                        <p:strVal val="visible"/>
                                      </p:to>
                                    </p:set>
                                    <p:animEffect transition="in" filter="randombar(horizontal)">
                                      <p:cBhvr>
                                        <p:cTn id="16" dur="500"/>
                                        <p:tgtEl>
                                          <p:spTgt spid="6"/>
                                        </p:tgtEl>
                                      </p:cBhvr>
                                    </p:animEffect>
                                  </p:childTnLst>
                                </p:cTn>
                              </p:par>
                              <p:par>
                                <p:cTn id="17" presetID="14" presetClass="entr" presetSubtype="10" fill="hold" grpId="0" nodeType="withEffect">
                                  <p:stCondLst>
                                    <p:cond delay="1500"/>
                                  </p:stCondLst>
                                  <p:childTnLst>
                                    <p:set>
                                      <p:cBhvr>
                                        <p:cTn id="18" dur="1" fill="hold">
                                          <p:stCondLst>
                                            <p:cond delay="0"/>
                                          </p:stCondLst>
                                        </p:cTn>
                                        <p:tgtEl>
                                          <p:spTgt spid="7"/>
                                        </p:tgtEl>
                                        <p:attrNameLst>
                                          <p:attrName>style.visibility</p:attrName>
                                        </p:attrNameLst>
                                      </p:cBhvr>
                                      <p:to>
                                        <p:strVal val="visible"/>
                                      </p:to>
                                    </p:set>
                                    <p:animEffect transition="in" filter="randombar(horizontal)">
                                      <p:cBhvr>
                                        <p:cTn id="19" dur="500"/>
                                        <p:tgtEl>
                                          <p:spTgt spid="7"/>
                                        </p:tgtEl>
                                      </p:cBhvr>
                                    </p:animEffect>
                                  </p:childTnLst>
                                </p:cTn>
                              </p:par>
                              <p:par>
                                <p:cTn id="20" presetID="14" presetClass="entr" presetSubtype="10" fill="hold" grpId="0" nodeType="withEffect">
                                  <p:stCondLst>
                                    <p:cond delay="250"/>
                                  </p:stCondLst>
                                  <p:childTnLst>
                                    <p:set>
                                      <p:cBhvr>
                                        <p:cTn id="21" dur="1" fill="hold">
                                          <p:stCondLst>
                                            <p:cond delay="0"/>
                                          </p:stCondLst>
                                        </p:cTn>
                                        <p:tgtEl>
                                          <p:spTgt spid="12"/>
                                        </p:tgtEl>
                                        <p:attrNameLst>
                                          <p:attrName>style.visibility</p:attrName>
                                        </p:attrNameLst>
                                      </p:cBhvr>
                                      <p:to>
                                        <p:strVal val="visible"/>
                                      </p:to>
                                    </p:set>
                                    <p:animEffect transition="in" filter="randombar(horizontal)">
                                      <p:cBhvr>
                                        <p:cTn id="22" dur="500"/>
                                        <p:tgtEl>
                                          <p:spTgt spid="12"/>
                                        </p:tgtEl>
                                      </p:cBhvr>
                                    </p:animEffect>
                                  </p:childTnLst>
                                </p:cTn>
                              </p:par>
                              <p:par>
                                <p:cTn id="23" presetID="14" presetClass="entr" presetSubtype="10" fill="hold" grpId="0" nodeType="withEffect">
                                  <p:stCondLst>
                                    <p:cond delay="750"/>
                                  </p:stCondLst>
                                  <p:childTnLst>
                                    <p:set>
                                      <p:cBhvr>
                                        <p:cTn id="24" dur="1" fill="hold">
                                          <p:stCondLst>
                                            <p:cond delay="0"/>
                                          </p:stCondLst>
                                        </p:cTn>
                                        <p:tgtEl>
                                          <p:spTgt spid="11"/>
                                        </p:tgtEl>
                                        <p:attrNameLst>
                                          <p:attrName>style.visibility</p:attrName>
                                        </p:attrNameLst>
                                      </p:cBhvr>
                                      <p:to>
                                        <p:strVal val="visible"/>
                                      </p:to>
                                    </p:set>
                                    <p:animEffect transition="in" filter="randombar(horizontal)">
                                      <p:cBhvr>
                                        <p:cTn id="25" dur="500"/>
                                        <p:tgtEl>
                                          <p:spTgt spid="11"/>
                                        </p:tgtEl>
                                      </p:cBhvr>
                                    </p:animEffect>
                                  </p:childTnLst>
                                </p:cTn>
                              </p:par>
                              <p:par>
                                <p:cTn id="26" presetID="14" presetClass="entr" presetSubtype="10" fill="hold" grpId="0" nodeType="withEffect">
                                  <p:stCondLst>
                                    <p:cond delay="1250"/>
                                  </p:stCondLst>
                                  <p:childTnLst>
                                    <p:set>
                                      <p:cBhvr>
                                        <p:cTn id="27" dur="1" fill="hold">
                                          <p:stCondLst>
                                            <p:cond delay="0"/>
                                          </p:stCondLst>
                                        </p:cTn>
                                        <p:tgtEl>
                                          <p:spTgt spid="10"/>
                                        </p:tgtEl>
                                        <p:attrNameLst>
                                          <p:attrName>style.visibility</p:attrName>
                                        </p:attrNameLst>
                                      </p:cBhvr>
                                      <p:to>
                                        <p:strVal val="visible"/>
                                      </p:to>
                                    </p:set>
                                    <p:animEffect transition="in" filter="randombar(horizontal)">
                                      <p:cBhvr>
                                        <p:cTn id="28" dur="500"/>
                                        <p:tgtEl>
                                          <p:spTgt spid="10"/>
                                        </p:tgtEl>
                                      </p:cBhvr>
                                    </p:animEffect>
                                  </p:childTnLst>
                                </p:cTn>
                              </p:par>
                              <p:par>
                                <p:cTn id="29" presetID="14" presetClass="entr" presetSubtype="10" fill="hold" grpId="0" nodeType="withEffect">
                                  <p:stCondLst>
                                    <p:cond delay="1000"/>
                                  </p:stCondLst>
                                  <p:childTnLst>
                                    <p:set>
                                      <p:cBhvr>
                                        <p:cTn id="30" dur="1" fill="hold">
                                          <p:stCondLst>
                                            <p:cond delay="0"/>
                                          </p:stCondLst>
                                        </p:cTn>
                                        <p:tgtEl>
                                          <p:spTgt spid="9"/>
                                        </p:tgtEl>
                                        <p:attrNameLst>
                                          <p:attrName>style.visibility</p:attrName>
                                        </p:attrNameLst>
                                      </p:cBhvr>
                                      <p:to>
                                        <p:strVal val="visible"/>
                                      </p:to>
                                    </p:set>
                                    <p:animEffect transition="in" filter="randombar(horizontal)">
                                      <p:cBhvr>
                                        <p:cTn id="31" dur="500"/>
                                        <p:tgtEl>
                                          <p:spTgt spid="9"/>
                                        </p:tgtEl>
                                      </p:cBhvr>
                                    </p:animEffect>
                                  </p:childTnLst>
                                </p:cTn>
                              </p:par>
                              <p:par>
                                <p:cTn id="32" presetID="14" presetClass="entr" presetSubtype="10" fill="hold" grpId="0" nodeType="withEffect">
                                  <p:stCondLst>
                                    <p:cond delay="2000"/>
                                  </p:stCondLst>
                                  <p:childTnLst>
                                    <p:set>
                                      <p:cBhvr>
                                        <p:cTn id="33" dur="1" fill="hold">
                                          <p:stCondLst>
                                            <p:cond delay="0"/>
                                          </p:stCondLst>
                                        </p:cTn>
                                        <p:tgtEl>
                                          <p:spTgt spid="8"/>
                                        </p:tgtEl>
                                        <p:attrNameLst>
                                          <p:attrName>style.visibility</p:attrName>
                                        </p:attrNameLst>
                                      </p:cBhvr>
                                      <p:to>
                                        <p:strVal val="visible"/>
                                      </p:to>
                                    </p:set>
                                    <p:animEffect transition="in" filter="randombar(horizontal)">
                                      <p:cBhvr>
                                        <p:cTn id="34" dur="500"/>
                                        <p:tgtEl>
                                          <p:spTgt spid="8"/>
                                        </p:tgtEl>
                                      </p:cBhvr>
                                    </p:animEffect>
                                  </p:childTnLst>
                                </p:cTn>
                              </p:par>
                            </p:childTnLst>
                          </p:cTn>
                        </p:par>
                        <p:par>
                          <p:cTn id="35" fill="hold">
                            <p:stCondLst>
                              <p:cond delay="2750"/>
                            </p:stCondLst>
                            <p:childTnLst>
                              <p:par>
                                <p:cTn id="36" presetID="2" presetClass="entr" presetSubtype="9" decel="100000" fill="hold" grpId="0" nodeType="afterEffect">
                                  <p:stCondLst>
                                    <p:cond delay="0"/>
                                  </p:stCondLst>
                                  <p:iterate type="wd">
                                    <p:tmPct val="10000"/>
                                  </p:iterate>
                                  <p:childTnLst>
                                    <p:set>
                                      <p:cBhvr>
                                        <p:cTn id="37" dur="1" fill="hold">
                                          <p:stCondLst>
                                            <p:cond delay="0"/>
                                          </p:stCondLst>
                                        </p:cTn>
                                        <p:tgtEl>
                                          <p:spTgt spid="13">
                                            <p:txEl>
                                              <p:pRg st="0" end="0"/>
                                            </p:txEl>
                                          </p:spTgt>
                                        </p:tgtEl>
                                        <p:attrNameLst>
                                          <p:attrName>style.visibility</p:attrName>
                                        </p:attrNameLst>
                                      </p:cBhvr>
                                      <p:to>
                                        <p:strVal val="visible"/>
                                      </p:to>
                                    </p:set>
                                    <p:anim calcmode="lin" valueType="num">
                                      <p:cBhvr additive="base">
                                        <p:cTn id="38" dur="10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39" dur="1000" fill="hold"/>
                                        <p:tgtEl>
                                          <p:spTgt spid="13">
                                            <p:txEl>
                                              <p:pRg st="0" end="0"/>
                                            </p:txEl>
                                          </p:spTgt>
                                        </p:tgtEl>
                                        <p:attrNameLst>
                                          <p:attrName>ppt_y</p:attrName>
                                        </p:attrNameLst>
                                      </p:cBhvr>
                                      <p:tavLst>
                                        <p:tav tm="0">
                                          <p:val>
                                            <p:strVal val="0-#ppt_h/2"/>
                                          </p:val>
                                        </p:tav>
                                        <p:tav tm="100000">
                                          <p:val>
                                            <p:strVal val="#ppt_y"/>
                                          </p:val>
                                        </p:tav>
                                      </p:tavLst>
                                    </p:anim>
                                  </p:childTnLst>
                                </p:cTn>
                              </p:par>
                              <p:par>
                                <p:cTn id="40" presetID="2" presetClass="entr" presetSubtype="2" decel="100000" fill="hold" grpId="0" nodeType="withEffect">
                                  <p:stCondLst>
                                    <p:cond delay="25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750" fill="hold"/>
                                        <p:tgtEl>
                                          <p:spTgt spid="14"/>
                                        </p:tgtEl>
                                        <p:attrNameLst>
                                          <p:attrName>ppt_x</p:attrName>
                                        </p:attrNameLst>
                                      </p:cBhvr>
                                      <p:tavLst>
                                        <p:tav tm="0">
                                          <p:val>
                                            <p:strVal val="1+#ppt_w/2"/>
                                          </p:val>
                                        </p:tav>
                                        <p:tav tm="100000">
                                          <p:val>
                                            <p:strVal val="#ppt_x"/>
                                          </p:val>
                                        </p:tav>
                                      </p:tavLst>
                                    </p:anim>
                                    <p:anim calcmode="lin" valueType="num">
                                      <p:cBhvr additive="base">
                                        <p:cTn id="43" dur="75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build="p">
        <p:tmplLst>
          <p:tmpl lvl="1">
            <p:tnLst>
              <p:par>
                <p:cTn presetID="2" presetClass="entr" presetSubtype="9" decel="100000" fill="hold" nodeType="afterEffect">
                  <p:stCondLst>
                    <p:cond delay="0"/>
                  </p:stCondLst>
                  <p:iterate type="wd">
                    <p:tmPct val="10000"/>
                  </p:iterate>
                  <p:childTnLst>
                    <p:set>
                      <p:cBhvr>
                        <p:cTn dur="1" fill="hold">
                          <p:stCondLst>
                            <p:cond delay="0"/>
                          </p:stCondLst>
                        </p:cTn>
                        <p:tgtEl>
                          <p:spTgt spid="13"/>
                        </p:tgtEl>
                        <p:attrNameLst>
                          <p:attrName>style.visibility</p:attrName>
                        </p:attrNameLst>
                      </p:cBhvr>
                      <p:to>
                        <p:strVal val="visible"/>
                      </p:to>
                    </p:set>
                    <p:anim calcmode="lin" valueType="num">
                      <p:cBhvr additive="base">
                        <p:cTn dur="1000" fill="hold"/>
                        <p:tgtEl>
                          <p:spTgt spid="13"/>
                        </p:tgtEl>
                        <p:attrNameLst>
                          <p:attrName>ppt_x</p:attrName>
                        </p:attrNameLst>
                      </p:cBhvr>
                      <p:tavLst>
                        <p:tav tm="0">
                          <p:val>
                            <p:strVal val="0-#ppt_w/2"/>
                          </p:val>
                        </p:tav>
                        <p:tav tm="100000">
                          <p:val>
                            <p:strVal val="#ppt_x"/>
                          </p:val>
                        </p:tav>
                      </p:tavLst>
                    </p:anim>
                    <p:anim calcmode="lin" valueType="num">
                      <p:cBhvr additive="base">
                        <p:cTn dur="1000" fill="hold"/>
                        <p:tgtEl>
                          <p:spTgt spid="13"/>
                        </p:tgtEl>
                        <p:attrNameLst>
                          <p:attrName>ppt_y</p:attrName>
                        </p:attrNameLst>
                      </p:cBhvr>
                      <p:tavLst>
                        <p:tav tm="0">
                          <p:val>
                            <p:strVal val="0-#ppt_h/2"/>
                          </p:val>
                        </p:tav>
                        <p:tav tm="100000">
                          <p:val>
                            <p:strVal val="#ppt_y"/>
                          </p:val>
                        </p:tav>
                      </p:tavLst>
                    </p:anim>
                  </p:childTnLst>
                </p:cTn>
              </p:par>
            </p:tnLst>
          </p:tmpl>
        </p:tmplLst>
      </p:bldP>
      <p:bldP spid="14" grpId="0">
        <p:tmplLst>
          <p:tmpl>
            <p:tnLst>
              <p:par>
                <p:cTn presetID="2" presetClass="entr" presetSubtype="2" decel="100000" fill="hold" nodeType="withEffect">
                  <p:stCondLst>
                    <p:cond delay="25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750" fill="hold"/>
                        <p:tgtEl>
                          <p:spTgt spid="14"/>
                        </p:tgtEl>
                        <p:attrNameLst>
                          <p:attrName>ppt_x</p:attrName>
                        </p:attrNameLst>
                      </p:cBhvr>
                      <p:tavLst>
                        <p:tav tm="0">
                          <p:val>
                            <p:strVal val="1+#ppt_w/2"/>
                          </p:val>
                        </p:tav>
                        <p:tav tm="100000">
                          <p:val>
                            <p:strVal val="#ppt_x"/>
                          </p:val>
                        </p:tav>
                      </p:tavLst>
                    </p:anim>
                    <p:anim calcmode="lin" valueType="num">
                      <p:cBhvr additive="base">
                        <p:cTn dur="750" fill="hold"/>
                        <p:tgtEl>
                          <p:spTgt spid="1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 Columns 2">
    <p:spTree>
      <p:nvGrpSpPr>
        <p:cNvPr id="1" name=""/>
        <p:cNvGrpSpPr/>
        <p:nvPr/>
      </p:nvGrpSpPr>
      <p:grpSpPr>
        <a:xfrm>
          <a:off x="0" y="0"/>
          <a:ext cx="0" cy="0"/>
          <a:chOff x="0" y="0"/>
          <a:chExt cx="0" cy="0"/>
        </a:xfrm>
      </p:grpSpPr>
      <p:sp>
        <p:nvSpPr>
          <p:cNvPr id="16" name="直角三角形 15"/>
          <p:cNvSpPr/>
          <p:nvPr userDrawn="1"/>
        </p:nvSpPr>
        <p:spPr>
          <a:xfrm flipH="1">
            <a:off x="7475650" y="0"/>
            <a:ext cx="10815525" cy="10287000"/>
          </a:xfrm>
          <a:custGeom>
            <a:avLst/>
            <a:gdLst/>
            <a:ahLst/>
            <a:cxnLst/>
            <a:rect l="l" t="t" r="r" b="b"/>
            <a:pathLst>
              <a:path w="10815525" h="10287000">
                <a:moveTo>
                  <a:pt x="7475651" y="0"/>
                </a:moveTo>
                <a:lnTo>
                  <a:pt x="0" y="0"/>
                </a:lnTo>
                <a:lnTo>
                  <a:pt x="0" y="10287000"/>
                </a:lnTo>
                <a:lnTo>
                  <a:pt x="7475651" y="10287000"/>
                </a:lnTo>
                <a:lnTo>
                  <a:pt x="10815525" y="10287000"/>
                </a:lnTo>
                <a:close/>
              </a:path>
            </a:pathLst>
          </a:custGeom>
          <a:blipFill dpi="0" rotWithShape="0">
            <a:blip r:embed="rId2"/>
            <a:srcRect/>
            <a:tile tx="0" ty="0" sx="100000" sy="100000" flip="none" algn="tl"/>
          </a:blip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p:cNvCxnSpPr/>
          <p:nvPr userDrawn="1"/>
        </p:nvCxnSpPr>
        <p:spPr>
          <a:xfrm flipV="1">
            <a:off x="7590971" y="0"/>
            <a:ext cx="3352800" cy="1028700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 name="タイトル 1"/>
          <p:cNvSpPr>
            <a:spLocks noGrp="1"/>
          </p:cNvSpPr>
          <p:nvPr>
            <p:ph type="title" hasCustomPrompt="1"/>
          </p:nvPr>
        </p:nvSpPr>
        <p:spPr>
          <a:xfrm>
            <a:off x="450504" y="253186"/>
            <a:ext cx="9738525" cy="1368152"/>
          </a:xfrm>
        </p:spPr>
        <p:txBody>
          <a:bodyPr/>
          <a:lstStyle>
            <a:lvl1pPr>
              <a:defRPr baseline="0"/>
            </a:lvl1pPr>
          </a:lstStyle>
          <a:p>
            <a:r>
              <a:rPr kumimoji="1" lang="en-US" altLang="ja-JP" dirty="0"/>
              <a:t>SLIDE TITLE GOES HERE</a:t>
            </a:r>
            <a:endParaRPr kumimoji="1" lang="ja-JP" altLang="en-US" dirty="0"/>
          </a:p>
        </p:txBody>
      </p:sp>
      <p:grpSp>
        <p:nvGrpSpPr>
          <p:cNvPr id="17" name="グループ化 16"/>
          <p:cNvGrpSpPr/>
          <p:nvPr userDrawn="1"/>
        </p:nvGrpSpPr>
        <p:grpSpPr>
          <a:xfrm>
            <a:off x="16778435" y="339170"/>
            <a:ext cx="1150664" cy="1150664"/>
            <a:chOff x="7418859" y="2569953"/>
            <a:chExt cx="934639" cy="934639"/>
          </a:xfrm>
          <a:effectLst>
            <a:outerShdw blurRad="50800" dist="38100" dir="2700000" algn="tl" rotWithShape="0">
              <a:prstClr val="black">
                <a:alpha val="40000"/>
              </a:prstClr>
            </a:outerShdw>
          </a:effectLst>
        </p:grpSpPr>
        <p:sp>
          <p:nvSpPr>
            <p:cNvPr id="18" name="涙形 17"/>
            <p:cNvSpPr/>
            <p:nvPr/>
          </p:nvSpPr>
          <p:spPr>
            <a:xfrm>
              <a:off x="7418859" y="2569953"/>
              <a:ext cx="934639" cy="934639"/>
            </a:xfrm>
            <a:prstGeom prst="teardrop">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涙形 18"/>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0"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22" name="テキスト プレースホルダー 21"/>
          <p:cNvSpPr>
            <a:spLocks noGrp="1"/>
          </p:cNvSpPr>
          <p:nvPr>
            <p:ph type="body" sz="quarter" idx="10" hasCustomPrompt="1"/>
          </p:nvPr>
        </p:nvSpPr>
        <p:spPr>
          <a:xfrm>
            <a:off x="682625" y="3033488"/>
            <a:ext cx="6908346" cy="2801257"/>
          </a:xfrm>
        </p:spPr>
        <p:txBody>
          <a:bodyPr anchor="b">
            <a:noAutofit/>
          </a:bodyPr>
          <a:lstStyle>
            <a:lvl1pPr marL="0" marR="0" indent="0" algn="l" defTabSz="1633027" rtl="0" eaLnBrk="1" fontAlgn="auto" latinLnBrk="0" hangingPunct="1">
              <a:lnSpc>
                <a:spcPts val="8000"/>
              </a:lnSpc>
              <a:spcBef>
                <a:spcPts val="0"/>
              </a:spcBef>
              <a:spcAft>
                <a:spcPts val="0"/>
              </a:spcAft>
              <a:buClrTx/>
              <a:buSzTx/>
              <a:buFontTx/>
              <a:buNone/>
              <a:tabLst/>
              <a:defRPr sz="8000" baseline="0">
                <a:solidFill>
                  <a:schemeClr val="tx2"/>
                </a:solidFill>
                <a:latin typeface="Bebas Neue Regular" panose="00000500000000000000" pitchFamily="2" charset="0"/>
              </a:defRPr>
            </a:lvl1pPr>
          </a:lstStyle>
          <a:p>
            <a:pPr lvl="0"/>
            <a:r>
              <a:rPr kumimoji="1" lang="en-US" altLang="ja-JP" dirty="0"/>
              <a:t>HEADING GOES HERE</a:t>
            </a:r>
          </a:p>
        </p:txBody>
      </p:sp>
      <p:sp>
        <p:nvSpPr>
          <p:cNvPr id="23" name="テキスト プレースホルダー 5"/>
          <p:cNvSpPr>
            <a:spLocks noGrp="1"/>
          </p:cNvSpPr>
          <p:nvPr>
            <p:ph type="body" sz="quarter" idx="12" hasCustomPrompt="1"/>
          </p:nvPr>
        </p:nvSpPr>
        <p:spPr>
          <a:xfrm>
            <a:off x="696686" y="5878287"/>
            <a:ext cx="6894286" cy="2421393"/>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4" name="テキスト プレースホルダー 21"/>
          <p:cNvSpPr>
            <a:spLocks noGrp="1"/>
          </p:cNvSpPr>
          <p:nvPr>
            <p:ph type="body" sz="quarter" idx="13" hasCustomPrompt="1"/>
          </p:nvPr>
        </p:nvSpPr>
        <p:spPr>
          <a:xfrm>
            <a:off x="10240288" y="3026230"/>
            <a:ext cx="6908346" cy="2801257"/>
          </a:xfrm>
        </p:spPr>
        <p:txBody>
          <a:bodyPr anchor="b">
            <a:noAutofit/>
          </a:bodyPr>
          <a:lstStyle>
            <a:lvl1pPr marL="0" marR="0" indent="0" algn="l" defTabSz="1633027" rtl="0" eaLnBrk="1" fontAlgn="auto" latinLnBrk="0" hangingPunct="1">
              <a:lnSpc>
                <a:spcPts val="8000"/>
              </a:lnSpc>
              <a:spcBef>
                <a:spcPts val="0"/>
              </a:spcBef>
              <a:spcAft>
                <a:spcPts val="0"/>
              </a:spcAft>
              <a:buClrTx/>
              <a:buSzTx/>
              <a:buFontTx/>
              <a:buNone/>
              <a:tabLst/>
              <a:defRPr sz="8000" baseline="0">
                <a:solidFill>
                  <a:schemeClr val="bg1"/>
                </a:solidFill>
                <a:latin typeface="Bebas Neue Regular" panose="00000500000000000000" pitchFamily="2" charset="0"/>
              </a:defRPr>
            </a:lvl1pPr>
          </a:lstStyle>
          <a:p>
            <a:pPr lvl="0"/>
            <a:r>
              <a:rPr kumimoji="1" lang="en-US" altLang="ja-JP" dirty="0"/>
              <a:t>HEADING GOES HERE</a:t>
            </a:r>
            <a:endParaRPr kumimoji="1" lang="ja-JP" altLang="en-US" dirty="0"/>
          </a:p>
        </p:txBody>
      </p:sp>
      <p:sp>
        <p:nvSpPr>
          <p:cNvPr id="25" name="テキスト プレースホルダー 5"/>
          <p:cNvSpPr>
            <a:spLocks noGrp="1"/>
          </p:cNvSpPr>
          <p:nvPr>
            <p:ph type="body" sz="quarter" idx="14" hasCustomPrompt="1"/>
          </p:nvPr>
        </p:nvSpPr>
        <p:spPr>
          <a:xfrm>
            <a:off x="10254349" y="5871029"/>
            <a:ext cx="6894286" cy="2421393"/>
          </a:xfrm>
        </p:spPr>
        <p:txBody>
          <a:bodyPr anchor="t">
            <a:normAutofit/>
          </a:bodyPr>
          <a:lstStyle>
            <a:lvl1pPr algn="l">
              <a:lnSpc>
                <a:spcPct val="130000"/>
              </a:lnSpc>
              <a:defRPr sz="2000" baseline="0">
                <a:solidFill>
                  <a:schemeClr val="bg1"/>
                </a:solidFill>
              </a:defRPr>
            </a:lvl1pPr>
          </a:lstStyle>
          <a:p>
            <a:pPr lvl="0"/>
            <a:r>
              <a:rPr kumimoji="1" lang="en-US" altLang="ja-JP" dirty="0"/>
              <a:t>Text Here</a:t>
            </a:r>
            <a:endParaRPr kumimoji="1" lang="ja-JP" altLang="en-US" dirty="0"/>
          </a:p>
        </p:txBody>
      </p:sp>
      <p:sp>
        <p:nvSpPr>
          <p:cNvPr id="36" name="テキスト プレースホルダー 5"/>
          <p:cNvSpPr>
            <a:spLocks noGrp="1"/>
          </p:cNvSpPr>
          <p:nvPr>
            <p:ph type="body" sz="quarter" idx="15" hasCustomPrompt="1"/>
          </p:nvPr>
        </p:nvSpPr>
        <p:spPr>
          <a:xfrm>
            <a:off x="454042" y="1652593"/>
            <a:ext cx="9168929" cy="647693"/>
          </a:xfrm>
        </p:spPr>
        <p:txBody>
          <a:bodyPr anchor="t">
            <a:noAutofit/>
          </a:bodyPr>
          <a:lstStyle>
            <a:lvl1pPr algn="l">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393425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 calcmode="lin" valueType="num">
                                      <p:cBhvr additive="base">
                                        <p:cTn id="7" dur="500" fill="hold"/>
                                        <p:tgtEl>
                                          <p:spTgt spid="3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1" decel="100000" fill="hold" nodeType="after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ppt_x"/>
                                          </p:val>
                                        </p:tav>
                                        <p:tav tm="100000">
                                          <p:val>
                                            <p:strVal val="#ppt_x"/>
                                          </p:val>
                                        </p:tav>
                                      </p:tavLst>
                                    </p:anim>
                                    <p:anim calcmode="lin" valueType="num">
                                      <p:cBhvr additive="base">
                                        <p:cTn id="13" dur="500" fill="hold"/>
                                        <p:tgtEl>
                                          <p:spTgt spid="17"/>
                                        </p:tgtEl>
                                        <p:attrNameLst>
                                          <p:attrName>ppt_y</p:attrName>
                                        </p:attrNameLst>
                                      </p:cBhvr>
                                      <p:tavLst>
                                        <p:tav tm="0">
                                          <p:val>
                                            <p:strVal val="0-#ppt_h/2"/>
                                          </p:val>
                                        </p:tav>
                                        <p:tav tm="100000">
                                          <p:val>
                                            <p:strVal val="#ppt_y"/>
                                          </p:val>
                                        </p:tav>
                                      </p:tavLst>
                                    </p:anim>
                                  </p:childTnLst>
                                </p:cTn>
                              </p:par>
                              <p:par>
                                <p:cTn id="14" presetID="2" presetClass="entr" presetSubtype="1" decel="10000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 calcmode="lin" valueType="num">
                                      <p:cBhvr additive="base">
                                        <p:cTn id="16" dur="500" fill="hold"/>
                                        <p:tgtEl>
                                          <p:spTgt spid="20"/>
                                        </p:tgtEl>
                                        <p:attrNameLst>
                                          <p:attrName>ppt_x</p:attrName>
                                        </p:attrNameLst>
                                      </p:cBhvr>
                                      <p:tavLst>
                                        <p:tav tm="0">
                                          <p:val>
                                            <p:strVal val="#ppt_x"/>
                                          </p:val>
                                        </p:tav>
                                        <p:tav tm="100000">
                                          <p:val>
                                            <p:strVal val="#ppt_x"/>
                                          </p:val>
                                        </p:tav>
                                      </p:tavLst>
                                    </p:anim>
                                    <p:anim calcmode="lin" valueType="num">
                                      <p:cBhvr additive="base">
                                        <p:cTn id="17" dur="500" fill="hold"/>
                                        <p:tgtEl>
                                          <p:spTgt spid="20"/>
                                        </p:tgtEl>
                                        <p:attrNameLst>
                                          <p:attrName>ppt_y</p:attrName>
                                        </p:attrNameLst>
                                      </p:cBhvr>
                                      <p:tavLst>
                                        <p:tav tm="0">
                                          <p:val>
                                            <p:strVal val="0-#ppt_h/2"/>
                                          </p:val>
                                        </p:tav>
                                        <p:tav tm="100000">
                                          <p:val>
                                            <p:strVal val="#ppt_y"/>
                                          </p:val>
                                        </p:tav>
                                      </p:tavLst>
                                    </p:anim>
                                  </p:childTnLst>
                                </p:cTn>
                              </p:par>
                            </p:childTnLst>
                          </p:cTn>
                        </p:par>
                        <p:par>
                          <p:cTn id="18" fill="hold">
                            <p:stCondLst>
                              <p:cond delay="1000"/>
                            </p:stCondLst>
                            <p:childTnLst>
                              <p:par>
                                <p:cTn id="19" presetID="2" presetClass="entr" presetSubtype="9" decel="100000" fill="hold" grpId="0" nodeType="afterEffect">
                                  <p:stCondLst>
                                    <p:cond delay="0"/>
                                  </p:stCondLst>
                                  <p:iterate type="wd">
                                    <p:tmPct val="10000"/>
                                  </p:iterate>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1000" fill="hold"/>
                                        <p:tgtEl>
                                          <p:spTgt spid="22"/>
                                        </p:tgtEl>
                                        <p:attrNameLst>
                                          <p:attrName>ppt_x</p:attrName>
                                        </p:attrNameLst>
                                      </p:cBhvr>
                                      <p:tavLst>
                                        <p:tav tm="0">
                                          <p:val>
                                            <p:strVal val="0-#ppt_w/2"/>
                                          </p:val>
                                        </p:tav>
                                        <p:tav tm="100000">
                                          <p:val>
                                            <p:strVal val="#ppt_x"/>
                                          </p:val>
                                        </p:tav>
                                      </p:tavLst>
                                    </p:anim>
                                    <p:anim calcmode="lin" valueType="num">
                                      <p:cBhvr additive="base">
                                        <p:cTn id="22" dur="1000" fill="hold"/>
                                        <p:tgtEl>
                                          <p:spTgt spid="22"/>
                                        </p:tgtEl>
                                        <p:attrNameLst>
                                          <p:attrName>ppt_y</p:attrName>
                                        </p:attrNameLst>
                                      </p:cBhvr>
                                      <p:tavLst>
                                        <p:tav tm="0">
                                          <p:val>
                                            <p:strVal val="0-#ppt_h/2"/>
                                          </p:val>
                                        </p:tav>
                                        <p:tav tm="100000">
                                          <p:val>
                                            <p:strVal val="#ppt_y"/>
                                          </p:val>
                                        </p:tav>
                                      </p:tavLst>
                                    </p:anim>
                                  </p:childTnLst>
                                </p:cTn>
                              </p:par>
                              <p:par>
                                <p:cTn id="23" presetID="2" presetClass="entr" presetSubtype="8" decel="100000" fill="hold" grpId="0" nodeType="withEffect">
                                  <p:stCondLst>
                                    <p:cond delay="0"/>
                                  </p:stCondLst>
                                  <p:childTnLst>
                                    <p:set>
                                      <p:cBhvr>
                                        <p:cTn id="24" dur="1" fill="hold">
                                          <p:stCondLst>
                                            <p:cond delay="0"/>
                                          </p:stCondLst>
                                        </p:cTn>
                                        <p:tgtEl>
                                          <p:spTgt spid="23">
                                            <p:txEl>
                                              <p:pRg st="0" end="0"/>
                                            </p:txEl>
                                          </p:spTgt>
                                        </p:tgtEl>
                                        <p:attrNameLst>
                                          <p:attrName>style.visibility</p:attrName>
                                        </p:attrNameLst>
                                      </p:cBhvr>
                                      <p:to>
                                        <p:strVal val="visible"/>
                                      </p:to>
                                    </p:set>
                                    <p:anim calcmode="lin" valueType="num">
                                      <p:cBhvr additive="base">
                                        <p:cTn id="25" dur="1000" fill="hold"/>
                                        <p:tgtEl>
                                          <p:spTgt spid="23">
                                            <p:txEl>
                                              <p:pRg st="0" end="0"/>
                                            </p:txEl>
                                          </p:spTgt>
                                        </p:tgtEl>
                                        <p:attrNameLst>
                                          <p:attrName>ppt_x</p:attrName>
                                        </p:attrNameLst>
                                      </p:cBhvr>
                                      <p:tavLst>
                                        <p:tav tm="0">
                                          <p:val>
                                            <p:strVal val="0-#ppt_w/2"/>
                                          </p:val>
                                        </p:tav>
                                        <p:tav tm="100000">
                                          <p:val>
                                            <p:strVal val="#ppt_x"/>
                                          </p:val>
                                        </p:tav>
                                      </p:tavLst>
                                    </p:anim>
                                    <p:anim calcmode="lin" valueType="num">
                                      <p:cBhvr additive="base">
                                        <p:cTn id="26" dur="1000" fill="hold"/>
                                        <p:tgtEl>
                                          <p:spTgt spid="23">
                                            <p:txEl>
                                              <p:pRg st="0" end="0"/>
                                            </p:txEl>
                                          </p:spTgt>
                                        </p:tgtEl>
                                        <p:attrNameLst>
                                          <p:attrName>ppt_y</p:attrName>
                                        </p:attrNameLst>
                                      </p:cBhvr>
                                      <p:tavLst>
                                        <p:tav tm="0">
                                          <p:val>
                                            <p:strVal val="#ppt_y"/>
                                          </p:val>
                                        </p:tav>
                                        <p:tav tm="100000">
                                          <p:val>
                                            <p:strVal val="#ppt_y"/>
                                          </p:val>
                                        </p:tav>
                                      </p:tavLst>
                                    </p:anim>
                                  </p:childTnLst>
                                </p:cTn>
                              </p:par>
                              <p:par>
                                <p:cTn id="27" presetID="22" presetClass="entr" presetSubtype="4"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down)">
                                      <p:cBhvr>
                                        <p:cTn id="29" dur="500"/>
                                        <p:tgtEl>
                                          <p:spTgt spid="16"/>
                                        </p:tgtEl>
                                      </p:cBhvr>
                                    </p:animEffect>
                                  </p:childTnLst>
                                </p:cTn>
                              </p:par>
                              <p:par>
                                <p:cTn id="30" presetID="22" presetClass="entr" presetSubtype="4" fill="hold"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down)">
                                      <p:cBhvr>
                                        <p:cTn id="32" dur="500"/>
                                        <p:tgtEl>
                                          <p:spTgt spid="27"/>
                                        </p:tgtEl>
                                      </p:cBhvr>
                                    </p:animEffect>
                                  </p:childTnLst>
                                </p:cTn>
                              </p:par>
                              <p:par>
                                <p:cTn id="33" presetID="2" presetClass="entr" presetSubtype="6" decel="100000" fill="hold" grpId="0" nodeType="withEffect">
                                  <p:stCondLst>
                                    <p:cond delay="0"/>
                                  </p:stCondLst>
                                  <p:iterate type="wd">
                                    <p:tmPct val="10000"/>
                                  </p:iterate>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1000" fill="hold"/>
                                        <p:tgtEl>
                                          <p:spTgt spid="24"/>
                                        </p:tgtEl>
                                        <p:attrNameLst>
                                          <p:attrName>ppt_x</p:attrName>
                                        </p:attrNameLst>
                                      </p:cBhvr>
                                      <p:tavLst>
                                        <p:tav tm="0">
                                          <p:val>
                                            <p:strVal val="1+#ppt_w/2"/>
                                          </p:val>
                                        </p:tav>
                                        <p:tav tm="100000">
                                          <p:val>
                                            <p:strVal val="#ppt_x"/>
                                          </p:val>
                                        </p:tav>
                                      </p:tavLst>
                                    </p:anim>
                                    <p:anim calcmode="lin" valueType="num">
                                      <p:cBhvr additive="base">
                                        <p:cTn id="36" dur="1000" fill="hold"/>
                                        <p:tgtEl>
                                          <p:spTgt spid="24"/>
                                        </p:tgtEl>
                                        <p:attrNameLst>
                                          <p:attrName>ppt_y</p:attrName>
                                        </p:attrNameLst>
                                      </p:cBhvr>
                                      <p:tavLst>
                                        <p:tav tm="0">
                                          <p:val>
                                            <p:strVal val="1+#ppt_h/2"/>
                                          </p:val>
                                        </p:tav>
                                        <p:tav tm="100000">
                                          <p:val>
                                            <p:strVal val="#ppt_y"/>
                                          </p:val>
                                        </p:tav>
                                      </p:tavLst>
                                    </p:anim>
                                  </p:childTnLst>
                                </p:cTn>
                              </p:par>
                              <p:par>
                                <p:cTn id="37" presetID="2" presetClass="entr" presetSubtype="2" decel="100000" fill="hold" grpId="0" nodeType="withEffect">
                                  <p:stCondLst>
                                    <p:cond delay="0"/>
                                  </p:stCondLst>
                                  <p:childTnLst>
                                    <p:set>
                                      <p:cBhvr>
                                        <p:cTn id="38" dur="1" fill="hold">
                                          <p:stCondLst>
                                            <p:cond delay="0"/>
                                          </p:stCondLst>
                                        </p:cTn>
                                        <p:tgtEl>
                                          <p:spTgt spid="25">
                                            <p:txEl>
                                              <p:pRg st="0" end="0"/>
                                            </p:txEl>
                                          </p:spTgt>
                                        </p:tgtEl>
                                        <p:attrNameLst>
                                          <p:attrName>style.visibility</p:attrName>
                                        </p:attrNameLst>
                                      </p:cBhvr>
                                      <p:to>
                                        <p:strVal val="visible"/>
                                      </p:to>
                                    </p:set>
                                    <p:anim calcmode="lin" valueType="num">
                                      <p:cBhvr additive="base">
                                        <p:cTn id="39" dur="1000" fill="hold"/>
                                        <p:tgtEl>
                                          <p:spTgt spid="25">
                                            <p:txEl>
                                              <p:pRg st="0" end="0"/>
                                            </p:txEl>
                                          </p:spTgt>
                                        </p:tgtEl>
                                        <p:attrNameLst>
                                          <p:attrName>ppt_x</p:attrName>
                                        </p:attrNameLst>
                                      </p:cBhvr>
                                      <p:tavLst>
                                        <p:tav tm="0">
                                          <p:val>
                                            <p:strVal val="1+#ppt_w/2"/>
                                          </p:val>
                                        </p:tav>
                                        <p:tav tm="100000">
                                          <p:val>
                                            <p:strVal val="#ppt_x"/>
                                          </p:val>
                                        </p:tav>
                                      </p:tavLst>
                                    </p:anim>
                                    <p:anim calcmode="lin" valueType="num">
                                      <p:cBhvr additive="base">
                                        <p:cTn id="40" dur="1000" fill="hold"/>
                                        <p:tgtEl>
                                          <p:spTgt spid="25">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0" grpId="0"/>
      <p:bldP spid="22" grpId="0">
        <p:tmplLst>
          <p:tmpl>
            <p:tnLst>
              <p:par>
                <p:cTn presetID="2" presetClass="entr" presetSubtype="9" decel="100000" fill="hold" nodeType="afterEffect">
                  <p:stCondLst>
                    <p:cond delay="0"/>
                  </p:stCondLst>
                  <p:iterate type="wd">
                    <p:tmPct val="10000"/>
                  </p:iterate>
                  <p:childTnLst>
                    <p:set>
                      <p:cBhvr>
                        <p:cTn dur="1" fill="hold">
                          <p:stCondLst>
                            <p:cond delay="0"/>
                          </p:stCondLst>
                        </p:cTn>
                        <p:tgtEl>
                          <p:spTgt spid="22"/>
                        </p:tgtEl>
                        <p:attrNameLst>
                          <p:attrName>style.visibility</p:attrName>
                        </p:attrNameLst>
                      </p:cBhvr>
                      <p:to>
                        <p:strVal val="visible"/>
                      </p:to>
                    </p:set>
                    <p:anim calcmode="lin" valueType="num">
                      <p:cBhvr additive="base">
                        <p:cTn dur="1000" fill="hold"/>
                        <p:tgtEl>
                          <p:spTgt spid="22"/>
                        </p:tgtEl>
                        <p:attrNameLst>
                          <p:attrName>ppt_x</p:attrName>
                        </p:attrNameLst>
                      </p:cBhvr>
                      <p:tavLst>
                        <p:tav tm="0">
                          <p:val>
                            <p:strVal val="0-#ppt_w/2"/>
                          </p:val>
                        </p:tav>
                        <p:tav tm="100000">
                          <p:val>
                            <p:strVal val="#ppt_x"/>
                          </p:val>
                        </p:tav>
                      </p:tavLst>
                    </p:anim>
                    <p:anim calcmode="lin" valueType="num">
                      <p:cBhvr additive="base">
                        <p:cTn dur="1000" fill="hold"/>
                        <p:tgtEl>
                          <p:spTgt spid="22"/>
                        </p:tgtEl>
                        <p:attrNameLst>
                          <p:attrName>ppt_y</p:attrName>
                        </p:attrNameLst>
                      </p:cBhvr>
                      <p:tavLst>
                        <p:tav tm="0">
                          <p:val>
                            <p:strVal val="0-#ppt_h/2"/>
                          </p:val>
                        </p:tav>
                        <p:tav tm="100000">
                          <p:val>
                            <p:strVal val="#ppt_y"/>
                          </p:val>
                        </p:tav>
                      </p:tavLst>
                    </p:anim>
                  </p:childTnLst>
                </p:cTn>
              </p:par>
            </p:tnLst>
          </p:tmpl>
        </p:tmplLst>
      </p:bldP>
      <p:bldP spid="23" grpId="0" build="p">
        <p:tmplLst>
          <p:tmpl lvl="1">
            <p:tnLst>
              <p:par>
                <p:cTn presetID="2" presetClass="entr" presetSubtype="8" decel="10000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 calcmode="lin" valueType="num">
                      <p:cBhvr additive="base">
                        <p:cTn dur="1000" fill="hold"/>
                        <p:tgtEl>
                          <p:spTgt spid="23"/>
                        </p:tgtEl>
                        <p:attrNameLst>
                          <p:attrName>ppt_x</p:attrName>
                        </p:attrNameLst>
                      </p:cBhvr>
                      <p:tavLst>
                        <p:tav tm="0">
                          <p:val>
                            <p:strVal val="0-#ppt_w/2"/>
                          </p:val>
                        </p:tav>
                        <p:tav tm="100000">
                          <p:val>
                            <p:strVal val="#ppt_x"/>
                          </p:val>
                        </p:tav>
                      </p:tavLst>
                    </p:anim>
                    <p:anim calcmode="lin" valueType="num">
                      <p:cBhvr additive="base">
                        <p:cTn dur="1000" fill="hold"/>
                        <p:tgtEl>
                          <p:spTgt spid="23"/>
                        </p:tgtEl>
                        <p:attrNameLst>
                          <p:attrName>ppt_y</p:attrName>
                        </p:attrNameLst>
                      </p:cBhvr>
                      <p:tavLst>
                        <p:tav tm="0">
                          <p:val>
                            <p:strVal val="#ppt_y"/>
                          </p:val>
                        </p:tav>
                        <p:tav tm="100000">
                          <p:val>
                            <p:strVal val="#ppt_y"/>
                          </p:val>
                        </p:tav>
                      </p:tavLst>
                    </p:anim>
                  </p:childTnLst>
                </p:cTn>
              </p:par>
            </p:tnLst>
          </p:tmpl>
        </p:tmplLst>
      </p:bldP>
      <p:bldP spid="24" grpId="0">
        <p:tmplLst>
          <p:tmpl>
            <p:tnLst>
              <p:par>
                <p:cTn presetID="2" presetClass="entr" presetSubtype="6" decel="100000" fill="hold" nodeType="withEffect">
                  <p:stCondLst>
                    <p:cond delay="0"/>
                  </p:stCondLst>
                  <p:iterate type="wd">
                    <p:tmPct val="10000"/>
                  </p:iterate>
                  <p:childTnLst>
                    <p:set>
                      <p:cBhvr>
                        <p:cTn dur="1" fill="hold">
                          <p:stCondLst>
                            <p:cond delay="0"/>
                          </p:stCondLst>
                        </p:cTn>
                        <p:tgtEl>
                          <p:spTgt spid="24"/>
                        </p:tgtEl>
                        <p:attrNameLst>
                          <p:attrName>style.visibility</p:attrName>
                        </p:attrNameLst>
                      </p:cBhvr>
                      <p:to>
                        <p:strVal val="visible"/>
                      </p:to>
                    </p:set>
                    <p:anim calcmode="lin" valueType="num">
                      <p:cBhvr additive="base">
                        <p:cTn dur="1000" fill="hold"/>
                        <p:tgtEl>
                          <p:spTgt spid="24"/>
                        </p:tgtEl>
                        <p:attrNameLst>
                          <p:attrName>ppt_x</p:attrName>
                        </p:attrNameLst>
                      </p:cBhvr>
                      <p:tavLst>
                        <p:tav tm="0">
                          <p:val>
                            <p:strVal val="1+#ppt_w/2"/>
                          </p:val>
                        </p:tav>
                        <p:tav tm="100000">
                          <p:val>
                            <p:strVal val="#ppt_x"/>
                          </p:val>
                        </p:tav>
                      </p:tavLst>
                    </p:anim>
                    <p:anim calcmode="lin" valueType="num">
                      <p:cBhvr additive="base">
                        <p:cTn dur="1000" fill="hold"/>
                        <p:tgtEl>
                          <p:spTgt spid="24"/>
                        </p:tgtEl>
                        <p:attrNameLst>
                          <p:attrName>ppt_y</p:attrName>
                        </p:attrNameLst>
                      </p:cBhvr>
                      <p:tavLst>
                        <p:tav tm="0">
                          <p:val>
                            <p:strVal val="1+#ppt_h/2"/>
                          </p:val>
                        </p:tav>
                        <p:tav tm="100000">
                          <p:val>
                            <p:strVal val="#ppt_y"/>
                          </p:val>
                        </p:tav>
                      </p:tavLst>
                    </p:anim>
                  </p:childTnLst>
                </p:cTn>
              </p:par>
            </p:tnLst>
          </p:tmpl>
        </p:tmplLst>
      </p:bldP>
      <p:bldP spid="25" grpId="0" build="p">
        <p:tmplLst>
          <p:tmpl lvl="1">
            <p:tnLst>
              <p:par>
                <p:cTn presetID="2" presetClass="entr" presetSubtype="2" decel="10000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1000" fill="hold"/>
                        <p:tgtEl>
                          <p:spTgt spid="25"/>
                        </p:tgtEl>
                        <p:attrNameLst>
                          <p:attrName>ppt_x</p:attrName>
                        </p:attrNameLst>
                      </p:cBhvr>
                      <p:tavLst>
                        <p:tav tm="0">
                          <p:val>
                            <p:strVal val="1+#ppt_w/2"/>
                          </p:val>
                        </p:tav>
                        <p:tav tm="100000">
                          <p:val>
                            <p:strVal val="#ppt_x"/>
                          </p:val>
                        </p:tav>
                      </p:tavLst>
                    </p:anim>
                    <p:anim calcmode="lin" valueType="num">
                      <p:cBhvr additive="base">
                        <p:cTn dur="1000" fill="hold"/>
                        <p:tgtEl>
                          <p:spTgt spid="25"/>
                        </p:tgtEl>
                        <p:attrNameLst>
                          <p:attrName>ppt_y</p:attrName>
                        </p:attrNameLst>
                      </p:cBhvr>
                      <p:tavLst>
                        <p:tav tm="0">
                          <p:val>
                            <p:strVal val="#ppt_y"/>
                          </p:val>
                        </p:tav>
                        <p:tav tm="100000">
                          <p:val>
                            <p:strVal val="#ppt_y"/>
                          </p:val>
                        </p:tav>
                      </p:tavLst>
                    </p:anim>
                  </p:childTnLst>
                </p:cTn>
              </p:par>
            </p:tnLst>
          </p:tmpl>
        </p:tmplLst>
      </p:bldP>
      <p:bldP spid="36" grpId="0" build="p">
        <p:tmplLst>
          <p:tmpl lvl="1">
            <p:tnLst>
              <p:par>
                <p:cTn presetID="2" presetClass="entr" presetSubtype="8" decel="100000" fill="hold" nodeType="afterEffect">
                  <p:stCondLst>
                    <p:cond delay="0"/>
                  </p:stCondLst>
                  <p:childTnLst>
                    <p:set>
                      <p:cBhvr>
                        <p:cTn dur="1" fill="hold">
                          <p:stCondLst>
                            <p:cond delay="0"/>
                          </p:stCondLst>
                        </p:cTn>
                        <p:tgtEl>
                          <p:spTgt spid="36"/>
                        </p:tgtEl>
                        <p:attrNameLst>
                          <p:attrName>style.visibility</p:attrName>
                        </p:attrNameLst>
                      </p:cBhvr>
                      <p:to>
                        <p:strVal val="visible"/>
                      </p:to>
                    </p:set>
                    <p:anim calcmode="lin" valueType="num">
                      <p:cBhvr additive="base">
                        <p:cTn dur="500" fill="hold"/>
                        <p:tgtEl>
                          <p:spTgt spid="36"/>
                        </p:tgtEl>
                        <p:attrNameLst>
                          <p:attrName>ppt_x</p:attrName>
                        </p:attrNameLst>
                      </p:cBhvr>
                      <p:tavLst>
                        <p:tav tm="0">
                          <p:val>
                            <p:strVal val="0-#ppt_w/2"/>
                          </p:val>
                        </p:tav>
                        <p:tav tm="100000">
                          <p:val>
                            <p:strVal val="#ppt_x"/>
                          </p:val>
                        </p:tav>
                      </p:tavLst>
                    </p:anim>
                    <p:anim calcmode="lin" valueType="num">
                      <p:cBhvr additive="base">
                        <p:cTn dur="500" fill="hold"/>
                        <p:tgtEl>
                          <p:spTgt spid="36"/>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History 1">
    <p:spTree>
      <p:nvGrpSpPr>
        <p:cNvPr id="1" name=""/>
        <p:cNvGrpSpPr/>
        <p:nvPr/>
      </p:nvGrpSpPr>
      <p:grpSpPr>
        <a:xfrm>
          <a:off x="0" y="0"/>
          <a:ext cx="0" cy="0"/>
          <a:chOff x="0" y="0"/>
          <a:chExt cx="0" cy="0"/>
        </a:xfrm>
      </p:grpSpPr>
      <p:sp>
        <p:nvSpPr>
          <p:cNvPr id="11" name="正方形/長方形 10"/>
          <p:cNvSpPr/>
          <p:nvPr userDrawn="1"/>
        </p:nvSpPr>
        <p:spPr>
          <a:xfrm>
            <a:off x="9637486" y="4895440"/>
            <a:ext cx="7402285" cy="2670628"/>
          </a:xfrm>
          <a:custGeom>
            <a:avLst/>
            <a:gdLst/>
            <a:ahLst/>
            <a:cxnLst/>
            <a:rect l="l" t="t" r="r" b="b"/>
            <a:pathLst>
              <a:path w="7402285" h="2670628">
                <a:moveTo>
                  <a:pt x="246743" y="0"/>
                </a:moveTo>
                <a:lnTo>
                  <a:pt x="7402285" y="0"/>
                </a:lnTo>
                <a:lnTo>
                  <a:pt x="7402285" y="2670628"/>
                </a:lnTo>
                <a:lnTo>
                  <a:pt x="246743" y="2670628"/>
                </a:lnTo>
                <a:lnTo>
                  <a:pt x="246743" y="1478425"/>
                </a:lnTo>
                <a:lnTo>
                  <a:pt x="0" y="1335314"/>
                </a:lnTo>
                <a:lnTo>
                  <a:pt x="246743" y="1192203"/>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hasCustomPrompt="1"/>
          </p:nvPr>
        </p:nvSpPr>
        <p:spPr>
          <a:xfrm>
            <a:off x="450504" y="253186"/>
            <a:ext cx="8214525" cy="1368152"/>
          </a:xfrm>
        </p:spPr>
        <p:txBody>
          <a:bodyPr/>
          <a:lstStyle/>
          <a:p>
            <a:r>
              <a:rPr kumimoji="1" lang="en-US" altLang="ja-JP" dirty="0"/>
              <a:t>SLIDE TITLE GOES HERE</a:t>
            </a:r>
            <a:endParaRPr kumimoji="1" lang="ja-JP" altLang="en-US" dirty="0"/>
          </a:p>
        </p:txBody>
      </p:sp>
      <p:sp>
        <p:nvSpPr>
          <p:cNvPr id="3" name="テキスト プレースホルダー 5"/>
          <p:cNvSpPr>
            <a:spLocks noGrp="1"/>
          </p:cNvSpPr>
          <p:nvPr>
            <p:ph type="body" sz="quarter" idx="15" hasCustomPrompt="1"/>
          </p:nvPr>
        </p:nvSpPr>
        <p:spPr>
          <a:xfrm>
            <a:off x="454042" y="1652593"/>
            <a:ext cx="8210987" cy="647693"/>
          </a:xfrm>
        </p:spPr>
        <p:txBody>
          <a:bodyPr anchor="t">
            <a:noAutofit/>
          </a:bodyPr>
          <a:lstStyle>
            <a:lvl1pPr algn="l">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4" name="正方形/長方形 3"/>
          <p:cNvSpPr/>
          <p:nvPr userDrawn="1"/>
        </p:nvSpPr>
        <p:spPr>
          <a:xfrm>
            <a:off x="9054873" y="-29028"/>
            <a:ext cx="181429" cy="10332000"/>
          </a:xfrm>
          <a:prstGeom prst="rect">
            <a:avLst/>
          </a:prstGeom>
          <a:blipFill dpi="0" rotWithShape="0">
            <a:blip r:embed="rId2"/>
            <a:srcRect/>
            <a:tile tx="0" ty="0" sx="100000" sy="100000" flip="none" algn="tl"/>
          </a:blipFill>
          <a:ln>
            <a:noFill/>
          </a:ln>
          <a:effectLst>
            <a:outerShdw blurRad="50800" dist="381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 name="円/楕円 4"/>
          <p:cNvSpPr/>
          <p:nvPr userDrawn="1"/>
        </p:nvSpPr>
        <p:spPr>
          <a:xfrm>
            <a:off x="8760165" y="1493887"/>
            <a:ext cx="770846" cy="770846"/>
          </a:xfrm>
          <a:prstGeom prst="ellipse">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 name="円/楕円 5"/>
          <p:cNvSpPr/>
          <p:nvPr userDrawn="1"/>
        </p:nvSpPr>
        <p:spPr>
          <a:xfrm>
            <a:off x="8760165" y="3669609"/>
            <a:ext cx="770846" cy="770846"/>
          </a:xfrm>
          <a:prstGeom prst="ellipse">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7" name="円/楕円 6"/>
          <p:cNvSpPr/>
          <p:nvPr userDrawn="1"/>
        </p:nvSpPr>
        <p:spPr>
          <a:xfrm>
            <a:off x="8760165" y="5845331"/>
            <a:ext cx="770846" cy="770846"/>
          </a:xfrm>
          <a:prstGeom prst="ellipse">
            <a:avLst/>
          </a:pr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8" name="円/楕円 7"/>
          <p:cNvSpPr/>
          <p:nvPr userDrawn="1"/>
        </p:nvSpPr>
        <p:spPr>
          <a:xfrm>
            <a:off x="8760165" y="8021053"/>
            <a:ext cx="770846" cy="770846"/>
          </a:xfrm>
          <a:prstGeom prst="ellipse">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9" name="テキスト プレースホルダー 21"/>
          <p:cNvSpPr>
            <a:spLocks noGrp="1"/>
          </p:cNvSpPr>
          <p:nvPr>
            <p:ph type="body" sz="quarter" idx="10" hasCustomPrompt="1"/>
          </p:nvPr>
        </p:nvSpPr>
        <p:spPr>
          <a:xfrm>
            <a:off x="11763827" y="4970343"/>
            <a:ext cx="4826001" cy="1092363"/>
          </a:xfrm>
        </p:spPr>
        <p:txBody>
          <a:bodyPr anchor="ctr">
            <a:noAutofit/>
          </a:bodyPr>
          <a:lstStyle>
            <a:lvl1pPr marL="0" marR="0" indent="0" algn="l" defTabSz="1633027" rtl="0" eaLnBrk="1" fontAlgn="auto" latinLnBrk="0" hangingPunct="1">
              <a:lnSpc>
                <a:spcPct val="100000"/>
              </a:lnSpc>
              <a:spcBef>
                <a:spcPts val="0"/>
              </a:spcBef>
              <a:spcAft>
                <a:spcPts val="0"/>
              </a:spcAft>
              <a:buClrTx/>
              <a:buSzTx/>
              <a:buFontTx/>
              <a:buNone/>
              <a:tabLst/>
              <a:defRPr sz="4400" baseline="0">
                <a:solidFill>
                  <a:schemeClr val="accent2">
                    <a:lumMod val="75000"/>
                  </a:schemeClr>
                </a:solidFill>
                <a:effectLst/>
                <a:latin typeface="Bebas Neue Regular" panose="00000500000000000000" pitchFamily="2" charset="0"/>
              </a:defRPr>
            </a:lvl1pPr>
          </a:lstStyle>
          <a:p>
            <a:pPr lvl="0"/>
            <a:r>
              <a:rPr kumimoji="1" lang="en-US" altLang="ja-JP" dirty="0"/>
              <a:t>HEADING GOES HERE</a:t>
            </a:r>
          </a:p>
        </p:txBody>
      </p:sp>
      <p:sp>
        <p:nvSpPr>
          <p:cNvPr id="17" name="正方形/長方形 16"/>
          <p:cNvSpPr/>
          <p:nvPr userDrawn="1"/>
        </p:nvSpPr>
        <p:spPr>
          <a:xfrm>
            <a:off x="10072914" y="5055330"/>
            <a:ext cx="6792686" cy="2340000"/>
          </a:xfrm>
          <a:prstGeom prst="rect">
            <a:avLst/>
          </a:pr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8" name="グループ化 17"/>
          <p:cNvGrpSpPr/>
          <p:nvPr userDrawn="1"/>
        </p:nvGrpSpPr>
        <p:grpSpPr>
          <a:xfrm flipH="1">
            <a:off x="9769499" y="4991832"/>
            <a:ext cx="2002861" cy="1003665"/>
            <a:chOff x="7280704" y="761243"/>
            <a:chExt cx="2002861" cy="1003665"/>
          </a:xfrm>
        </p:grpSpPr>
        <p:sp>
          <p:nvSpPr>
            <p:cNvPr id="19"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4"/>
            <p:cNvSpPr/>
            <p:nvPr userDrawn="1"/>
          </p:nvSpPr>
          <p:spPr>
            <a:xfrm>
              <a:off x="9105787" y="761243"/>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コネクタ 20"/>
            <p:cNvCxnSpPr/>
            <p:nvPr/>
          </p:nvCxnSpPr>
          <p:spPr>
            <a:xfrm flipH="1">
              <a:off x="7815410" y="974115"/>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p:nvCxnSpPr>
          <p:spPr>
            <a:xfrm flipH="1">
              <a:off x="7815410" y="1637690"/>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flipH="1">
              <a:off x="7468699" y="974115"/>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flipH="1" flipV="1">
              <a:off x="7468699" y="1313841"/>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正方形/長方形 24"/>
            <p:cNvSpPr/>
            <p:nvPr userDrawn="1"/>
          </p:nvSpPr>
          <p:spPr>
            <a:xfrm>
              <a:off x="8227083" y="865019"/>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6" name="テキスト プレースホルダー 5"/>
          <p:cNvSpPr>
            <a:spLocks noGrp="1"/>
          </p:cNvSpPr>
          <p:nvPr>
            <p:ph type="body" sz="quarter" idx="21" hasCustomPrompt="1"/>
          </p:nvPr>
        </p:nvSpPr>
        <p:spPr>
          <a:xfrm>
            <a:off x="9792200" y="5204704"/>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0000</a:t>
            </a:r>
            <a:endParaRPr kumimoji="1" lang="ja-JP" altLang="en-US" dirty="0"/>
          </a:p>
        </p:txBody>
      </p:sp>
      <p:sp>
        <p:nvSpPr>
          <p:cNvPr id="27" name="テキスト プレースホルダー 5"/>
          <p:cNvSpPr>
            <a:spLocks noGrp="1"/>
          </p:cNvSpPr>
          <p:nvPr>
            <p:ph type="body" sz="quarter" idx="22" hasCustomPrompt="1"/>
          </p:nvPr>
        </p:nvSpPr>
        <p:spPr>
          <a:xfrm>
            <a:off x="10297941" y="5995497"/>
            <a:ext cx="6349945" cy="1247133"/>
          </a:xfrm>
          <a:prstGeom prst="rect">
            <a:avLst/>
          </a:prstGeom>
        </p:spPr>
        <p:txBody>
          <a:bodyPr anchor="ctr">
            <a:normAutofit/>
          </a:bodyPr>
          <a:lstStyle>
            <a:lvl1pPr algn="l">
              <a:lnSpc>
                <a:spcPct val="130000"/>
              </a:lnSpc>
              <a:spcBef>
                <a:spcPts val="1200"/>
              </a:spcBef>
              <a:defRPr sz="2000" baseline="0">
                <a:solidFill>
                  <a:schemeClr val="tx2"/>
                </a:solidFill>
              </a:defRPr>
            </a:lvl1pPr>
          </a:lstStyle>
          <a:p>
            <a:pPr lvl="0"/>
            <a:r>
              <a:rPr kumimoji="1" lang="en-US" altLang="ja-JP" dirty="0"/>
              <a:t>Text Here</a:t>
            </a:r>
            <a:endParaRPr kumimoji="1" lang="ja-JP" altLang="en-US" dirty="0"/>
          </a:p>
        </p:txBody>
      </p:sp>
      <p:sp>
        <p:nvSpPr>
          <p:cNvPr id="28" name="正方形/長方形 10"/>
          <p:cNvSpPr/>
          <p:nvPr userDrawn="1"/>
        </p:nvSpPr>
        <p:spPr>
          <a:xfrm>
            <a:off x="9637486" y="543996"/>
            <a:ext cx="7402285" cy="2670628"/>
          </a:xfrm>
          <a:custGeom>
            <a:avLst/>
            <a:gdLst/>
            <a:ahLst/>
            <a:cxnLst/>
            <a:rect l="l" t="t" r="r" b="b"/>
            <a:pathLst>
              <a:path w="7402285" h="2670628">
                <a:moveTo>
                  <a:pt x="246743" y="0"/>
                </a:moveTo>
                <a:lnTo>
                  <a:pt x="7402285" y="0"/>
                </a:lnTo>
                <a:lnTo>
                  <a:pt x="7402285" y="2670628"/>
                </a:lnTo>
                <a:lnTo>
                  <a:pt x="246743" y="2670628"/>
                </a:lnTo>
                <a:lnTo>
                  <a:pt x="246743" y="1478425"/>
                </a:lnTo>
                <a:lnTo>
                  <a:pt x="0" y="1335314"/>
                </a:lnTo>
                <a:lnTo>
                  <a:pt x="246743" y="1192203"/>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プレースホルダー 21"/>
          <p:cNvSpPr>
            <a:spLocks noGrp="1"/>
          </p:cNvSpPr>
          <p:nvPr>
            <p:ph type="body" sz="quarter" idx="23" hasCustomPrompt="1"/>
          </p:nvPr>
        </p:nvSpPr>
        <p:spPr>
          <a:xfrm>
            <a:off x="11763827" y="618899"/>
            <a:ext cx="4826001" cy="1092363"/>
          </a:xfrm>
        </p:spPr>
        <p:txBody>
          <a:bodyPr anchor="ctr">
            <a:noAutofit/>
          </a:bodyPr>
          <a:lstStyle>
            <a:lvl1pPr marL="0" marR="0" indent="0" algn="l" defTabSz="1633027" rtl="0" eaLnBrk="1" fontAlgn="auto" latinLnBrk="0" hangingPunct="1">
              <a:lnSpc>
                <a:spcPct val="100000"/>
              </a:lnSpc>
              <a:spcBef>
                <a:spcPts val="0"/>
              </a:spcBef>
              <a:spcAft>
                <a:spcPts val="0"/>
              </a:spcAft>
              <a:buClrTx/>
              <a:buSzTx/>
              <a:buFontTx/>
              <a:buNone/>
              <a:tabLst/>
              <a:defRPr sz="4400" baseline="0">
                <a:solidFill>
                  <a:schemeClr val="accent2">
                    <a:lumMod val="75000"/>
                  </a:schemeClr>
                </a:solidFill>
                <a:effectLst/>
                <a:latin typeface="Bebas Neue Regular" panose="00000500000000000000" pitchFamily="2" charset="0"/>
              </a:defRPr>
            </a:lvl1pPr>
          </a:lstStyle>
          <a:p>
            <a:pPr lvl="0"/>
            <a:r>
              <a:rPr kumimoji="1" lang="en-US" altLang="ja-JP" dirty="0"/>
              <a:t>HEADING GOES HERE</a:t>
            </a:r>
          </a:p>
        </p:txBody>
      </p:sp>
      <p:sp>
        <p:nvSpPr>
          <p:cNvPr id="30" name="正方形/長方形 29"/>
          <p:cNvSpPr/>
          <p:nvPr userDrawn="1"/>
        </p:nvSpPr>
        <p:spPr>
          <a:xfrm>
            <a:off x="10072914" y="703886"/>
            <a:ext cx="6792686" cy="2340000"/>
          </a:xfrm>
          <a:prstGeom prst="rect">
            <a:avLst/>
          </a:pr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1" name="グループ化 30"/>
          <p:cNvGrpSpPr/>
          <p:nvPr userDrawn="1"/>
        </p:nvGrpSpPr>
        <p:grpSpPr>
          <a:xfrm flipH="1">
            <a:off x="9769499" y="640388"/>
            <a:ext cx="2002861" cy="1003665"/>
            <a:chOff x="7280704" y="761243"/>
            <a:chExt cx="2002861" cy="1003665"/>
          </a:xfrm>
        </p:grpSpPr>
        <p:sp>
          <p:nvSpPr>
            <p:cNvPr id="32"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円/楕円 14"/>
            <p:cNvSpPr/>
            <p:nvPr userDrawn="1"/>
          </p:nvSpPr>
          <p:spPr>
            <a:xfrm>
              <a:off x="9105787" y="761243"/>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4" name="直線コネクタ 33"/>
            <p:cNvCxnSpPr/>
            <p:nvPr/>
          </p:nvCxnSpPr>
          <p:spPr>
            <a:xfrm flipH="1">
              <a:off x="7815410" y="974115"/>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flipH="1">
              <a:off x="7815410" y="1637690"/>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flipH="1">
              <a:off x="7468699" y="974115"/>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p:nvPr/>
          </p:nvCxnSpPr>
          <p:spPr>
            <a:xfrm flipH="1" flipV="1">
              <a:off x="7468699" y="1313841"/>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38" name="正方形/長方形 37"/>
            <p:cNvSpPr/>
            <p:nvPr userDrawn="1"/>
          </p:nvSpPr>
          <p:spPr>
            <a:xfrm>
              <a:off x="8227083" y="865019"/>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9" name="テキスト プレースホルダー 5"/>
          <p:cNvSpPr>
            <a:spLocks noGrp="1"/>
          </p:cNvSpPr>
          <p:nvPr>
            <p:ph type="body" sz="quarter" idx="24" hasCustomPrompt="1"/>
          </p:nvPr>
        </p:nvSpPr>
        <p:spPr>
          <a:xfrm>
            <a:off x="9792200" y="853260"/>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0000</a:t>
            </a:r>
            <a:endParaRPr kumimoji="1" lang="ja-JP" altLang="en-US" dirty="0"/>
          </a:p>
        </p:txBody>
      </p:sp>
      <p:sp>
        <p:nvSpPr>
          <p:cNvPr id="40" name="テキスト プレースホルダー 5"/>
          <p:cNvSpPr>
            <a:spLocks noGrp="1"/>
          </p:cNvSpPr>
          <p:nvPr>
            <p:ph type="body" sz="quarter" idx="25" hasCustomPrompt="1"/>
          </p:nvPr>
        </p:nvSpPr>
        <p:spPr>
          <a:xfrm>
            <a:off x="10297941" y="1644053"/>
            <a:ext cx="6349945" cy="1247133"/>
          </a:xfrm>
          <a:prstGeom prst="rect">
            <a:avLst/>
          </a:prstGeom>
        </p:spPr>
        <p:txBody>
          <a:bodyPr anchor="ctr">
            <a:normAutofit/>
          </a:bodyPr>
          <a:lstStyle>
            <a:lvl1pPr algn="l">
              <a:lnSpc>
                <a:spcPct val="130000"/>
              </a:lnSpc>
              <a:spcBef>
                <a:spcPts val="1200"/>
              </a:spcBef>
              <a:defRPr sz="2000" baseline="0">
                <a:solidFill>
                  <a:schemeClr val="tx2"/>
                </a:solidFill>
              </a:defRPr>
            </a:lvl1pPr>
          </a:lstStyle>
          <a:p>
            <a:pPr lvl="0"/>
            <a:r>
              <a:rPr kumimoji="1" lang="en-US" altLang="ja-JP" dirty="0"/>
              <a:t>Text Here</a:t>
            </a:r>
            <a:endParaRPr kumimoji="1" lang="ja-JP" altLang="en-US" dirty="0"/>
          </a:p>
        </p:txBody>
      </p:sp>
      <p:sp>
        <p:nvSpPr>
          <p:cNvPr id="41" name="正方形/長方形 10"/>
          <p:cNvSpPr/>
          <p:nvPr userDrawn="1"/>
        </p:nvSpPr>
        <p:spPr>
          <a:xfrm flipH="1">
            <a:off x="1345759" y="2689425"/>
            <a:ext cx="7402285" cy="2670628"/>
          </a:xfrm>
          <a:custGeom>
            <a:avLst/>
            <a:gdLst/>
            <a:ahLst/>
            <a:cxnLst/>
            <a:rect l="l" t="t" r="r" b="b"/>
            <a:pathLst>
              <a:path w="7402285" h="2670628">
                <a:moveTo>
                  <a:pt x="246743" y="0"/>
                </a:moveTo>
                <a:lnTo>
                  <a:pt x="7402285" y="0"/>
                </a:lnTo>
                <a:lnTo>
                  <a:pt x="7402285" y="2670628"/>
                </a:lnTo>
                <a:lnTo>
                  <a:pt x="246743" y="2670628"/>
                </a:lnTo>
                <a:lnTo>
                  <a:pt x="246743" y="1478425"/>
                </a:lnTo>
                <a:lnTo>
                  <a:pt x="0" y="1335314"/>
                </a:lnTo>
                <a:lnTo>
                  <a:pt x="246743" y="1192203"/>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プレースホルダー 21"/>
          <p:cNvSpPr>
            <a:spLocks noGrp="1"/>
          </p:cNvSpPr>
          <p:nvPr>
            <p:ph type="body" sz="quarter" idx="26" hasCustomPrompt="1"/>
          </p:nvPr>
        </p:nvSpPr>
        <p:spPr>
          <a:xfrm>
            <a:off x="1786641" y="2778842"/>
            <a:ext cx="4826001" cy="1092363"/>
          </a:xfrm>
        </p:spPr>
        <p:txBody>
          <a:bodyPr anchor="ctr">
            <a:noAutofit/>
          </a:bodyPr>
          <a:lstStyle>
            <a:lvl1pPr marL="0" marR="0" indent="0" algn="r" defTabSz="1633027" rtl="0" eaLnBrk="1" fontAlgn="auto" latinLnBrk="0" hangingPunct="1">
              <a:lnSpc>
                <a:spcPct val="100000"/>
              </a:lnSpc>
              <a:spcBef>
                <a:spcPts val="0"/>
              </a:spcBef>
              <a:spcAft>
                <a:spcPts val="0"/>
              </a:spcAft>
              <a:buClrTx/>
              <a:buSzTx/>
              <a:buFontTx/>
              <a:buNone/>
              <a:tabLst/>
              <a:defRPr sz="4400" baseline="0">
                <a:solidFill>
                  <a:schemeClr val="accent2">
                    <a:lumMod val="75000"/>
                  </a:schemeClr>
                </a:solidFill>
                <a:effectLst/>
                <a:latin typeface="Bebas Neue Regular" panose="00000500000000000000" pitchFamily="2" charset="0"/>
              </a:defRPr>
            </a:lvl1pPr>
          </a:lstStyle>
          <a:p>
            <a:pPr lvl="0"/>
            <a:r>
              <a:rPr kumimoji="1" lang="en-US" altLang="ja-JP" dirty="0"/>
              <a:t>HEADING GOES HERE</a:t>
            </a:r>
          </a:p>
        </p:txBody>
      </p:sp>
      <p:sp>
        <p:nvSpPr>
          <p:cNvPr id="43" name="正方形/長方形 42"/>
          <p:cNvSpPr/>
          <p:nvPr userDrawn="1"/>
        </p:nvSpPr>
        <p:spPr>
          <a:xfrm>
            <a:off x="1529443" y="2863829"/>
            <a:ext cx="6792686" cy="2340000"/>
          </a:xfrm>
          <a:prstGeom prst="rect">
            <a:avLst/>
          </a:pr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4" name="グループ化 43"/>
          <p:cNvGrpSpPr/>
          <p:nvPr userDrawn="1"/>
        </p:nvGrpSpPr>
        <p:grpSpPr>
          <a:xfrm>
            <a:off x="6612642" y="2800331"/>
            <a:ext cx="2002861" cy="1003665"/>
            <a:chOff x="7280704" y="761243"/>
            <a:chExt cx="2002861" cy="1003665"/>
          </a:xfrm>
        </p:grpSpPr>
        <p:sp>
          <p:nvSpPr>
            <p:cNvPr id="45"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円/楕円 14"/>
            <p:cNvSpPr/>
            <p:nvPr userDrawn="1"/>
          </p:nvSpPr>
          <p:spPr>
            <a:xfrm>
              <a:off x="9105787" y="761243"/>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7" name="直線コネクタ 46"/>
            <p:cNvCxnSpPr/>
            <p:nvPr/>
          </p:nvCxnSpPr>
          <p:spPr>
            <a:xfrm flipH="1">
              <a:off x="7815410" y="974115"/>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8" name="直線コネクタ 47"/>
            <p:cNvCxnSpPr/>
            <p:nvPr/>
          </p:nvCxnSpPr>
          <p:spPr>
            <a:xfrm flipH="1">
              <a:off x="7815410" y="1637690"/>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9" name="直線コネクタ 48"/>
            <p:cNvCxnSpPr/>
            <p:nvPr/>
          </p:nvCxnSpPr>
          <p:spPr>
            <a:xfrm flipH="1">
              <a:off x="7468699" y="974115"/>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0" name="直線コネクタ 49"/>
            <p:cNvCxnSpPr/>
            <p:nvPr/>
          </p:nvCxnSpPr>
          <p:spPr>
            <a:xfrm flipH="1" flipV="1">
              <a:off x="7468699" y="1313841"/>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51" name="正方形/長方形 50"/>
            <p:cNvSpPr/>
            <p:nvPr userDrawn="1"/>
          </p:nvSpPr>
          <p:spPr>
            <a:xfrm>
              <a:off x="8227083" y="865019"/>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2" name="テキスト プレースホルダー 5"/>
          <p:cNvSpPr>
            <a:spLocks noGrp="1"/>
          </p:cNvSpPr>
          <p:nvPr>
            <p:ph type="body" sz="quarter" idx="27" hasCustomPrompt="1"/>
          </p:nvPr>
        </p:nvSpPr>
        <p:spPr>
          <a:xfrm>
            <a:off x="6969165" y="3013203"/>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0000</a:t>
            </a:r>
            <a:endParaRPr kumimoji="1" lang="ja-JP" altLang="en-US" dirty="0"/>
          </a:p>
        </p:txBody>
      </p:sp>
      <p:sp>
        <p:nvSpPr>
          <p:cNvPr id="53" name="テキスト プレースホルダー 5"/>
          <p:cNvSpPr>
            <a:spLocks noGrp="1"/>
          </p:cNvSpPr>
          <p:nvPr>
            <p:ph type="body" sz="quarter" idx="28" hasCustomPrompt="1"/>
          </p:nvPr>
        </p:nvSpPr>
        <p:spPr>
          <a:xfrm>
            <a:off x="1741770" y="3803996"/>
            <a:ext cx="6349945" cy="1247133"/>
          </a:xfrm>
          <a:prstGeom prst="rect">
            <a:avLst/>
          </a:prstGeom>
        </p:spPr>
        <p:txBody>
          <a:bodyPr anchor="ctr">
            <a:normAutofit/>
          </a:bodyPr>
          <a:lstStyle>
            <a:lvl1pPr algn="r">
              <a:lnSpc>
                <a:spcPct val="130000"/>
              </a:lnSpc>
              <a:spcBef>
                <a:spcPts val="1200"/>
              </a:spcBef>
              <a:defRPr sz="2000" baseline="0">
                <a:solidFill>
                  <a:schemeClr val="tx2"/>
                </a:solidFill>
              </a:defRPr>
            </a:lvl1pPr>
          </a:lstStyle>
          <a:p>
            <a:pPr lvl="0"/>
            <a:r>
              <a:rPr kumimoji="1" lang="en-US" altLang="ja-JP" dirty="0"/>
              <a:t>Text Here</a:t>
            </a:r>
            <a:endParaRPr kumimoji="1" lang="ja-JP" altLang="en-US" dirty="0"/>
          </a:p>
        </p:txBody>
      </p:sp>
      <p:sp>
        <p:nvSpPr>
          <p:cNvPr id="54" name="正方形/長方形 10"/>
          <p:cNvSpPr/>
          <p:nvPr userDrawn="1"/>
        </p:nvSpPr>
        <p:spPr>
          <a:xfrm flipH="1">
            <a:off x="1349299" y="7071162"/>
            <a:ext cx="7402285" cy="2670628"/>
          </a:xfrm>
          <a:custGeom>
            <a:avLst/>
            <a:gdLst/>
            <a:ahLst/>
            <a:cxnLst/>
            <a:rect l="l" t="t" r="r" b="b"/>
            <a:pathLst>
              <a:path w="7402285" h="2670628">
                <a:moveTo>
                  <a:pt x="246743" y="0"/>
                </a:moveTo>
                <a:lnTo>
                  <a:pt x="7402285" y="0"/>
                </a:lnTo>
                <a:lnTo>
                  <a:pt x="7402285" y="2670628"/>
                </a:lnTo>
                <a:lnTo>
                  <a:pt x="246743" y="2670628"/>
                </a:lnTo>
                <a:lnTo>
                  <a:pt x="246743" y="1478425"/>
                </a:lnTo>
                <a:lnTo>
                  <a:pt x="0" y="1335314"/>
                </a:lnTo>
                <a:lnTo>
                  <a:pt x="246743" y="1192203"/>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プレースホルダー 21"/>
          <p:cNvSpPr>
            <a:spLocks noGrp="1"/>
          </p:cNvSpPr>
          <p:nvPr>
            <p:ph type="body" sz="quarter" idx="29" hasCustomPrompt="1"/>
          </p:nvPr>
        </p:nvSpPr>
        <p:spPr>
          <a:xfrm>
            <a:off x="1790181" y="7160579"/>
            <a:ext cx="4826001" cy="1092363"/>
          </a:xfrm>
        </p:spPr>
        <p:txBody>
          <a:bodyPr anchor="ctr">
            <a:noAutofit/>
          </a:bodyPr>
          <a:lstStyle>
            <a:lvl1pPr marL="0" marR="0" indent="0" algn="r" defTabSz="1633027" rtl="0" eaLnBrk="1" fontAlgn="auto" latinLnBrk="0" hangingPunct="1">
              <a:lnSpc>
                <a:spcPct val="100000"/>
              </a:lnSpc>
              <a:spcBef>
                <a:spcPts val="0"/>
              </a:spcBef>
              <a:spcAft>
                <a:spcPts val="0"/>
              </a:spcAft>
              <a:buClrTx/>
              <a:buSzTx/>
              <a:buFontTx/>
              <a:buNone/>
              <a:tabLst/>
              <a:defRPr sz="4400" baseline="0">
                <a:solidFill>
                  <a:schemeClr val="accent2">
                    <a:lumMod val="75000"/>
                  </a:schemeClr>
                </a:solidFill>
                <a:effectLst/>
                <a:latin typeface="Bebas Neue Regular" panose="00000500000000000000" pitchFamily="2" charset="0"/>
              </a:defRPr>
            </a:lvl1pPr>
          </a:lstStyle>
          <a:p>
            <a:pPr lvl="0"/>
            <a:r>
              <a:rPr kumimoji="1" lang="en-US" altLang="ja-JP" dirty="0"/>
              <a:t>HEADING GOES HERE</a:t>
            </a:r>
          </a:p>
        </p:txBody>
      </p:sp>
      <p:sp>
        <p:nvSpPr>
          <p:cNvPr id="56" name="正方形/長方形 55"/>
          <p:cNvSpPr/>
          <p:nvPr userDrawn="1"/>
        </p:nvSpPr>
        <p:spPr>
          <a:xfrm>
            <a:off x="1532983" y="7245566"/>
            <a:ext cx="6792686" cy="2340000"/>
          </a:xfrm>
          <a:prstGeom prst="rect">
            <a:avLst/>
          </a:pr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7" name="グループ化 56"/>
          <p:cNvGrpSpPr/>
          <p:nvPr userDrawn="1"/>
        </p:nvGrpSpPr>
        <p:grpSpPr>
          <a:xfrm>
            <a:off x="6616182" y="7182068"/>
            <a:ext cx="2002861" cy="1003665"/>
            <a:chOff x="7280704" y="761243"/>
            <a:chExt cx="2002861" cy="1003665"/>
          </a:xfrm>
        </p:grpSpPr>
        <p:sp>
          <p:nvSpPr>
            <p:cNvPr id="58" name="二等辺三角形 10"/>
            <p:cNvSpPr/>
            <p:nvPr userDrawn="1"/>
          </p:nvSpPr>
          <p:spPr>
            <a:xfrm rot="16200000" flipH="1">
              <a:off x="7831989" y="313735"/>
              <a:ext cx="899888" cy="2002458"/>
            </a:xfrm>
            <a:custGeom>
              <a:avLst/>
              <a:gdLst/>
              <a:ahLst/>
              <a:cxnLst/>
              <a:rect l="l" t="t" r="r" b="b"/>
              <a:pathLst>
                <a:path w="899888" h="2002458">
                  <a:moveTo>
                    <a:pt x="0" y="480724"/>
                  </a:moveTo>
                  <a:lnTo>
                    <a:pt x="0" y="481724"/>
                  </a:lnTo>
                  <a:lnTo>
                    <a:pt x="0" y="2002458"/>
                  </a:lnTo>
                  <a:lnTo>
                    <a:pt x="899888" y="2002458"/>
                  </a:lnTo>
                  <a:lnTo>
                    <a:pt x="899888" y="481724"/>
                  </a:lnTo>
                  <a:lnTo>
                    <a:pt x="899888" y="480724"/>
                  </a:lnTo>
                  <a:lnTo>
                    <a:pt x="898954" y="480724"/>
                  </a:lnTo>
                  <a:lnTo>
                    <a:pt x="449944" y="0"/>
                  </a:lnTo>
                  <a:lnTo>
                    <a:pt x="934" y="480724"/>
                  </a:lnTo>
                  <a:close/>
                </a:path>
              </a:pathLst>
            </a:custGeom>
            <a:blipFill dpi="0" rotWithShape="0">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円/楕円 14"/>
            <p:cNvSpPr/>
            <p:nvPr userDrawn="1"/>
          </p:nvSpPr>
          <p:spPr>
            <a:xfrm>
              <a:off x="9105787" y="761243"/>
              <a:ext cx="177778" cy="294594"/>
            </a:xfrm>
            <a:custGeom>
              <a:avLst/>
              <a:gdLst/>
              <a:ahLst/>
              <a:cxnLst/>
              <a:rect l="l" t="t" r="r" b="b"/>
              <a:pathLst>
                <a:path w="177778" h="294594">
                  <a:moveTo>
                    <a:pt x="30481" y="0"/>
                  </a:moveTo>
                  <a:cubicBezTo>
                    <a:pt x="111831" y="0"/>
                    <a:pt x="177778" y="65947"/>
                    <a:pt x="177778" y="147297"/>
                  </a:cubicBezTo>
                  <a:cubicBezTo>
                    <a:pt x="177778" y="228647"/>
                    <a:pt x="111831" y="294594"/>
                    <a:pt x="30481" y="294594"/>
                  </a:cubicBezTo>
                  <a:lnTo>
                    <a:pt x="0" y="288440"/>
                  </a:lnTo>
                  <a:lnTo>
                    <a:pt x="0" y="6154"/>
                  </a:lnTo>
                  <a:cubicBezTo>
                    <a:pt x="9409" y="1134"/>
                    <a:pt x="19812" y="0"/>
                    <a:pt x="30481" y="0"/>
                  </a:cubicBez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0" name="直線コネクタ 59"/>
            <p:cNvCxnSpPr/>
            <p:nvPr/>
          </p:nvCxnSpPr>
          <p:spPr>
            <a:xfrm flipH="1">
              <a:off x="7815410" y="974115"/>
              <a:ext cx="1379266" cy="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1" name="直線コネクタ 60"/>
            <p:cNvCxnSpPr/>
            <p:nvPr/>
          </p:nvCxnSpPr>
          <p:spPr>
            <a:xfrm flipH="1">
              <a:off x="7815410" y="1637690"/>
              <a:ext cx="1379266"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2" name="直線コネクタ 61"/>
            <p:cNvCxnSpPr/>
            <p:nvPr/>
          </p:nvCxnSpPr>
          <p:spPr>
            <a:xfrm flipH="1">
              <a:off x="7468699" y="974115"/>
              <a:ext cx="346710" cy="339726"/>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3" name="直線コネクタ 62"/>
            <p:cNvCxnSpPr/>
            <p:nvPr/>
          </p:nvCxnSpPr>
          <p:spPr>
            <a:xfrm flipH="1" flipV="1">
              <a:off x="7468699" y="1313841"/>
              <a:ext cx="346710" cy="323850"/>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64" name="正方形/長方形 63"/>
            <p:cNvSpPr/>
            <p:nvPr userDrawn="1"/>
          </p:nvSpPr>
          <p:spPr>
            <a:xfrm>
              <a:off x="8227083" y="865019"/>
              <a:ext cx="1056079" cy="881768"/>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5" name="テキスト プレースホルダー 5"/>
          <p:cNvSpPr>
            <a:spLocks noGrp="1"/>
          </p:cNvSpPr>
          <p:nvPr>
            <p:ph type="body" sz="quarter" idx="30" hasCustomPrompt="1"/>
          </p:nvPr>
        </p:nvSpPr>
        <p:spPr>
          <a:xfrm>
            <a:off x="6972705" y="7394940"/>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0000</a:t>
            </a:r>
            <a:endParaRPr kumimoji="1" lang="ja-JP" altLang="en-US" dirty="0"/>
          </a:p>
        </p:txBody>
      </p:sp>
      <p:sp>
        <p:nvSpPr>
          <p:cNvPr id="66" name="テキスト プレースホルダー 5"/>
          <p:cNvSpPr>
            <a:spLocks noGrp="1"/>
          </p:cNvSpPr>
          <p:nvPr>
            <p:ph type="body" sz="quarter" idx="31" hasCustomPrompt="1"/>
          </p:nvPr>
        </p:nvSpPr>
        <p:spPr>
          <a:xfrm>
            <a:off x="1745310" y="8185733"/>
            <a:ext cx="6349945" cy="1247133"/>
          </a:xfrm>
          <a:prstGeom prst="rect">
            <a:avLst/>
          </a:prstGeom>
        </p:spPr>
        <p:txBody>
          <a:bodyPr anchor="ctr">
            <a:normAutofit/>
          </a:bodyPr>
          <a:lstStyle>
            <a:lvl1pPr algn="r">
              <a:lnSpc>
                <a:spcPct val="130000"/>
              </a:lnSpc>
              <a:spcBef>
                <a:spcPts val="1200"/>
              </a:spcBef>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1656536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par>
                          <p:cTn id="13" fill="hold">
                            <p:stCondLst>
                              <p:cond delay="1000"/>
                            </p:stCondLst>
                            <p:childTnLst>
                              <p:par>
                                <p:cTn id="14" presetID="2" presetClass="entr" presetSubtype="1" decel="10000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750" fill="hold"/>
                                        <p:tgtEl>
                                          <p:spTgt spid="5"/>
                                        </p:tgtEl>
                                        <p:attrNameLst>
                                          <p:attrName>ppt_x</p:attrName>
                                        </p:attrNameLst>
                                      </p:cBhvr>
                                      <p:tavLst>
                                        <p:tav tm="0">
                                          <p:val>
                                            <p:strVal val="#ppt_x"/>
                                          </p:val>
                                        </p:tav>
                                        <p:tav tm="100000">
                                          <p:val>
                                            <p:strVal val="#ppt_x"/>
                                          </p:val>
                                        </p:tav>
                                      </p:tavLst>
                                    </p:anim>
                                    <p:anim calcmode="lin" valueType="num">
                                      <p:cBhvr additive="base">
                                        <p:cTn id="17" dur="750" fill="hold"/>
                                        <p:tgtEl>
                                          <p:spTgt spid="5"/>
                                        </p:tgtEl>
                                        <p:attrNameLst>
                                          <p:attrName>ppt_y</p:attrName>
                                        </p:attrNameLst>
                                      </p:cBhvr>
                                      <p:tavLst>
                                        <p:tav tm="0">
                                          <p:val>
                                            <p:strVal val="0-#ppt_h/2"/>
                                          </p:val>
                                        </p:tav>
                                        <p:tav tm="100000">
                                          <p:val>
                                            <p:strVal val="#ppt_y"/>
                                          </p:val>
                                        </p:tav>
                                      </p:tavLst>
                                    </p:anim>
                                  </p:childTnLst>
                                </p:cTn>
                              </p:par>
                              <p:par>
                                <p:cTn id="18" presetID="2" presetClass="entr" presetSubtype="2" decel="10000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 calcmode="lin" valueType="num">
                                      <p:cBhvr additive="base">
                                        <p:cTn id="20" dur="750" fill="hold"/>
                                        <p:tgtEl>
                                          <p:spTgt spid="28"/>
                                        </p:tgtEl>
                                        <p:attrNameLst>
                                          <p:attrName>ppt_x</p:attrName>
                                        </p:attrNameLst>
                                      </p:cBhvr>
                                      <p:tavLst>
                                        <p:tav tm="0">
                                          <p:val>
                                            <p:strVal val="1+#ppt_w/2"/>
                                          </p:val>
                                        </p:tav>
                                        <p:tav tm="100000">
                                          <p:val>
                                            <p:strVal val="#ppt_x"/>
                                          </p:val>
                                        </p:tav>
                                      </p:tavLst>
                                    </p:anim>
                                    <p:anim calcmode="lin" valueType="num">
                                      <p:cBhvr additive="base">
                                        <p:cTn id="21" dur="750" fill="hold"/>
                                        <p:tgtEl>
                                          <p:spTgt spid="28"/>
                                        </p:tgtEl>
                                        <p:attrNameLst>
                                          <p:attrName>ppt_y</p:attrName>
                                        </p:attrNameLst>
                                      </p:cBhvr>
                                      <p:tavLst>
                                        <p:tav tm="0">
                                          <p:val>
                                            <p:strVal val="#ppt_y"/>
                                          </p:val>
                                        </p:tav>
                                        <p:tav tm="100000">
                                          <p:val>
                                            <p:strVal val="#ppt_y"/>
                                          </p:val>
                                        </p:tav>
                                      </p:tavLst>
                                    </p:anim>
                                  </p:childTnLst>
                                </p:cTn>
                              </p:par>
                            </p:childTnLst>
                          </p:cTn>
                        </p:par>
                        <p:par>
                          <p:cTn id="22" fill="hold">
                            <p:stCondLst>
                              <p:cond delay="1750"/>
                            </p:stCondLst>
                            <p:childTnLst>
                              <p:par>
                                <p:cTn id="23" presetID="21" presetClass="entr" presetSubtype="1" fill="hold" grpId="0" nodeType="after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heel(1)">
                                      <p:cBhvr>
                                        <p:cTn id="25" dur="750"/>
                                        <p:tgtEl>
                                          <p:spTgt spid="30"/>
                                        </p:tgtEl>
                                      </p:cBhvr>
                                    </p:animEffect>
                                  </p:childTnLst>
                                </p:cTn>
                              </p:par>
                            </p:childTnLst>
                          </p:cTn>
                        </p:par>
                        <p:par>
                          <p:cTn id="26" fill="hold">
                            <p:stCondLst>
                              <p:cond delay="2500"/>
                            </p:stCondLst>
                            <p:childTnLst>
                              <p:par>
                                <p:cTn id="27" presetID="22" presetClass="entr" presetSubtype="8" fill="hold"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wipe(left)">
                                      <p:cBhvr>
                                        <p:cTn id="29" dur="500"/>
                                        <p:tgtEl>
                                          <p:spTgt spid="31"/>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39">
                                            <p:txEl>
                                              <p:pRg st="0" end="0"/>
                                            </p:txEl>
                                          </p:spTgt>
                                        </p:tgtEl>
                                        <p:attrNameLst>
                                          <p:attrName>style.visibility</p:attrName>
                                        </p:attrNameLst>
                                      </p:cBhvr>
                                      <p:to>
                                        <p:strVal val="visible"/>
                                      </p:to>
                                    </p:set>
                                    <p:animEffect transition="in" filter="wipe(left)">
                                      <p:cBhvr>
                                        <p:cTn id="32" dur="500"/>
                                        <p:tgtEl>
                                          <p:spTgt spid="39">
                                            <p:txEl>
                                              <p:pRg st="0" end="0"/>
                                            </p:txEl>
                                          </p:spTgt>
                                        </p:tgtEl>
                                      </p:cBhvr>
                                    </p:animEffect>
                                  </p:childTnLst>
                                </p:cTn>
                              </p:par>
                            </p:childTnLst>
                          </p:cTn>
                        </p:par>
                        <p:par>
                          <p:cTn id="33" fill="hold">
                            <p:stCondLst>
                              <p:cond delay="3000"/>
                            </p:stCondLst>
                            <p:childTnLst>
                              <p:par>
                                <p:cTn id="34" presetID="22" presetClass="entr" presetSubtype="8" fill="hold" grpId="0" nodeType="afterEffect">
                                  <p:stCondLst>
                                    <p:cond delay="0"/>
                                  </p:stCondLst>
                                  <p:childTnLst>
                                    <p:set>
                                      <p:cBhvr>
                                        <p:cTn id="35" dur="1" fill="hold">
                                          <p:stCondLst>
                                            <p:cond delay="0"/>
                                          </p:stCondLst>
                                        </p:cTn>
                                        <p:tgtEl>
                                          <p:spTgt spid="29">
                                            <p:txEl>
                                              <p:pRg st="0" end="0"/>
                                            </p:txEl>
                                          </p:spTgt>
                                        </p:tgtEl>
                                        <p:attrNameLst>
                                          <p:attrName>style.visibility</p:attrName>
                                        </p:attrNameLst>
                                      </p:cBhvr>
                                      <p:to>
                                        <p:strVal val="visible"/>
                                      </p:to>
                                    </p:set>
                                    <p:animEffect transition="in" filter="wipe(left)">
                                      <p:cBhvr>
                                        <p:cTn id="36" dur="500"/>
                                        <p:tgtEl>
                                          <p:spTgt spid="29">
                                            <p:txEl>
                                              <p:pRg st="0" end="0"/>
                                            </p:txEl>
                                          </p:spTgt>
                                        </p:tgtEl>
                                      </p:cBhvr>
                                    </p:animEffect>
                                  </p:childTnLst>
                                </p:cTn>
                              </p:par>
                            </p:childTnLst>
                          </p:cTn>
                        </p:par>
                        <p:par>
                          <p:cTn id="37" fill="hold">
                            <p:stCondLst>
                              <p:cond delay="3500"/>
                            </p:stCondLst>
                            <p:childTnLst>
                              <p:par>
                                <p:cTn id="38" presetID="10" presetClass="entr" presetSubtype="0" fill="hold" grpId="0" nodeType="afterEffect">
                                  <p:stCondLst>
                                    <p:cond delay="0"/>
                                  </p:stCondLst>
                                  <p:childTnLst>
                                    <p:set>
                                      <p:cBhvr>
                                        <p:cTn id="39" dur="1" fill="hold">
                                          <p:stCondLst>
                                            <p:cond delay="0"/>
                                          </p:stCondLst>
                                        </p:cTn>
                                        <p:tgtEl>
                                          <p:spTgt spid="40">
                                            <p:txEl>
                                              <p:pRg st="0" end="0"/>
                                            </p:txEl>
                                          </p:spTgt>
                                        </p:tgtEl>
                                        <p:attrNameLst>
                                          <p:attrName>style.visibility</p:attrName>
                                        </p:attrNameLst>
                                      </p:cBhvr>
                                      <p:to>
                                        <p:strVal val="visible"/>
                                      </p:to>
                                    </p:set>
                                    <p:animEffect transition="in" filter="fade">
                                      <p:cBhvr>
                                        <p:cTn id="40" dur="500"/>
                                        <p:tgtEl>
                                          <p:spTgt spid="40">
                                            <p:txEl>
                                              <p:pRg st="0" end="0"/>
                                            </p:txEl>
                                          </p:spTgt>
                                        </p:tgtEl>
                                      </p:cBhvr>
                                    </p:animEffect>
                                  </p:childTnLst>
                                </p:cTn>
                              </p:par>
                            </p:childTnLst>
                          </p:cTn>
                        </p:par>
                        <p:par>
                          <p:cTn id="41" fill="hold">
                            <p:stCondLst>
                              <p:cond delay="4000"/>
                            </p:stCondLst>
                            <p:childTnLst>
                              <p:par>
                                <p:cTn id="42" presetID="2" presetClass="entr" presetSubtype="1" decel="100000" fill="hold" grpId="0" nodeType="after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750" fill="hold"/>
                                        <p:tgtEl>
                                          <p:spTgt spid="6"/>
                                        </p:tgtEl>
                                        <p:attrNameLst>
                                          <p:attrName>ppt_x</p:attrName>
                                        </p:attrNameLst>
                                      </p:cBhvr>
                                      <p:tavLst>
                                        <p:tav tm="0">
                                          <p:val>
                                            <p:strVal val="#ppt_x"/>
                                          </p:val>
                                        </p:tav>
                                        <p:tav tm="100000">
                                          <p:val>
                                            <p:strVal val="#ppt_x"/>
                                          </p:val>
                                        </p:tav>
                                      </p:tavLst>
                                    </p:anim>
                                    <p:anim calcmode="lin" valueType="num">
                                      <p:cBhvr additive="base">
                                        <p:cTn id="45" dur="750" fill="hold"/>
                                        <p:tgtEl>
                                          <p:spTgt spid="6"/>
                                        </p:tgtEl>
                                        <p:attrNameLst>
                                          <p:attrName>ppt_y</p:attrName>
                                        </p:attrNameLst>
                                      </p:cBhvr>
                                      <p:tavLst>
                                        <p:tav tm="0">
                                          <p:val>
                                            <p:strVal val="0-#ppt_h/2"/>
                                          </p:val>
                                        </p:tav>
                                        <p:tav tm="100000">
                                          <p:val>
                                            <p:strVal val="#ppt_y"/>
                                          </p:val>
                                        </p:tav>
                                      </p:tavLst>
                                    </p:anim>
                                  </p:childTnLst>
                                </p:cTn>
                              </p:par>
                              <p:par>
                                <p:cTn id="46" presetID="2" presetClass="entr" presetSubtype="8" decel="100000"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anim calcmode="lin" valueType="num">
                                      <p:cBhvr additive="base">
                                        <p:cTn id="48" dur="750" fill="hold"/>
                                        <p:tgtEl>
                                          <p:spTgt spid="41"/>
                                        </p:tgtEl>
                                        <p:attrNameLst>
                                          <p:attrName>ppt_x</p:attrName>
                                        </p:attrNameLst>
                                      </p:cBhvr>
                                      <p:tavLst>
                                        <p:tav tm="0">
                                          <p:val>
                                            <p:strVal val="0-#ppt_w/2"/>
                                          </p:val>
                                        </p:tav>
                                        <p:tav tm="100000">
                                          <p:val>
                                            <p:strVal val="#ppt_x"/>
                                          </p:val>
                                        </p:tav>
                                      </p:tavLst>
                                    </p:anim>
                                    <p:anim calcmode="lin" valueType="num">
                                      <p:cBhvr additive="base">
                                        <p:cTn id="49" dur="750" fill="hold"/>
                                        <p:tgtEl>
                                          <p:spTgt spid="41"/>
                                        </p:tgtEl>
                                        <p:attrNameLst>
                                          <p:attrName>ppt_y</p:attrName>
                                        </p:attrNameLst>
                                      </p:cBhvr>
                                      <p:tavLst>
                                        <p:tav tm="0">
                                          <p:val>
                                            <p:strVal val="#ppt_y"/>
                                          </p:val>
                                        </p:tav>
                                        <p:tav tm="100000">
                                          <p:val>
                                            <p:strVal val="#ppt_y"/>
                                          </p:val>
                                        </p:tav>
                                      </p:tavLst>
                                    </p:anim>
                                  </p:childTnLst>
                                </p:cTn>
                              </p:par>
                            </p:childTnLst>
                          </p:cTn>
                        </p:par>
                        <p:par>
                          <p:cTn id="50" fill="hold">
                            <p:stCondLst>
                              <p:cond delay="4750"/>
                            </p:stCondLst>
                            <p:childTnLst>
                              <p:par>
                                <p:cTn id="51" presetID="21" presetClass="entr" presetSubtype="1" fill="hold" grpId="0" nodeType="after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wheel(1)">
                                      <p:cBhvr>
                                        <p:cTn id="53" dur="750"/>
                                        <p:tgtEl>
                                          <p:spTgt spid="43"/>
                                        </p:tgtEl>
                                      </p:cBhvr>
                                    </p:animEffect>
                                  </p:childTnLst>
                                </p:cTn>
                              </p:par>
                            </p:childTnLst>
                          </p:cTn>
                        </p:par>
                        <p:par>
                          <p:cTn id="54" fill="hold">
                            <p:stCondLst>
                              <p:cond delay="5500"/>
                            </p:stCondLst>
                            <p:childTnLst>
                              <p:par>
                                <p:cTn id="55" presetID="22" presetClass="entr" presetSubtype="2" fill="hold" nodeType="after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wipe(right)">
                                      <p:cBhvr>
                                        <p:cTn id="57" dur="500"/>
                                        <p:tgtEl>
                                          <p:spTgt spid="44"/>
                                        </p:tgtEl>
                                      </p:cBhvr>
                                    </p:animEffect>
                                  </p:childTnLst>
                                </p:cTn>
                              </p:par>
                              <p:par>
                                <p:cTn id="58" presetID="22" presetClass="entr" presetSubtype="2" fill="hold" grpId="0" nodeType="withEffect">
                                  <p:stCondLst>
                                    <p:cond delay="0"/>
                                  </p:stCondLst>
                                  <p:childTnLst>
                                    <p:set>
                                      <p:cBhvr>
                                        <p:cTn id="59" dur="1" fill="hold">
                                          <p:stCondLst>
                                            <p:cond delay="0"/>
                                          </p:stCondLst>
                                        </p:cTn>
                                        <p:tgtEl>
                                          <p:spTgt spid="52">
                                            <p:txEl>
                                              <p:pRg st="0" end="0"/>
                                            </p:txEl>
                                          </p:spTgt>
                                        </p:tgtEl>
                                        <p:attrNameLst>
                                          <p:attrName>style.visibility</p:attrName>
                                        </p:attrNameLst>
                                      </p:cBhvr>
                                      <p:to>
                                        <p:strVal val="visible"/>
                                      </p:to>
                                    </p:set>
                                    <p:animEffect transition="in" filter="wipe(right)">
                                      <p:cBhvr>
                                        <p:cTn id="60" dur="500"/>
                                        <p:tgtEl>
                                          <p:spTgt spid="52">
                                            <p:txEl>
                                              <p:pRg st="0" end="0"/>
                                            </p:txEl>
                                          </p:spTgt>
                                        </p:tgtEl>
                                      </p:cBhvr>
                                    </p:animEffect>
                                  </p:childTnLst>
                                </p:cTn>
                              </p:par>
                            </p:childTnLst>
                          </p:cTn>
                        </p:par>
                        <p:par>
                          <p:cTn id="61" fill="hold">
                            <p:stCondLst>
                              <p:cond delay="6000"/>
                            </p:stCondLst>
                            <p:childTnLst>
                              <p:par>
                                <p:cTn id="62" presetID="22" presetClass="entr" presetSubtype="2" fill="hold" grpId="0" nodeType="afterEffect">
                                  <p:stCondLst>
                                    <p:cond delay="0"/>
                                  </p:stCondLst>
                                  <p:childTnLst>
                                    <p:set>
                                      <p:cBhvr>
                                        <p:cTn id="63" dur="1" fill="hold">
                                          <p:stCondLst>
                                            <p:cond delay="0"/>
                                          </p:stCondLst>
                                        </p:cTn>
                                        <p:tgtEl>
                                          <p:spTgt spid="42">
                                            <p:txEl>
                                              <p:pRg st="0" end="0"/>
                                            </p:txEl>
                                          </p:spTgt>
                                        </p:tgtEl>
                                        <p:attrNameLst>
                                          <p:attrName>style.visibility</p:attrName>
                                        </p:attrNameLst>
                                      </p:cBhvr>
                                      <p:to>
                                        <p:strVal val="visible"/>
                                      </p:to>
                                    </p:set>
                                    <p:animEffect transition="in" filter="wipe(right)">
                                      <p:cBhvr>
                                        <p:cTn id="64" dur="500"/>
                                        <p:tgtEl>
                                          <p:spTgt spid="42">
                                            <p:txEl>
                                              <p:pRg st="0" end="0"/>
                                            </p:txEl>
                                          </p:spTgt>
                                        </p:tgtEl>
                                      </p:cBhvr>
                                    </p:animEffect>
                                  </p:childTnLst>
                                </p:cTn>
                              </p:par>
                            </p:childTnLst>
                          </p:cTn>
                        </p:par>
                        <p:par>
                          <p:cTn id="65" fill="hold">
                            <p:stCondLst>
                              <p:cond delay="6500"/>
                            </p:stCondLst>
                            <p:childTnLst>
                              <p:par>
                                <p:cTn id="66" presetID="10" presetClass="entr" presetSubtype="0" fill="hold" grpId="0" nodeType="afterEffect">
                                  <p:stCondLst>
                                    <p:cond delay="0"/>
                                  </p:stCondLst>
                                  <p:childTnLst>
                                    <p:set>
                                      <p:cBhvr>
                                        <p:cTn id="67" dur="1" fill="hold">
                                          <p:stCondLst>
                                            <p:cond delay="0"/>
                                          </p:stCondLst>
                                        </p:cTn>
                                        <p:tgtEl>
                                          <p:spTgt spid="53">
                                            <p:txEl>
                                              <p:pRg st="0" end="0"/>
                                            </p:txEl>
                                          </p:spTgt>
                                        </p:tgtEl>
                                        <p:attrNameLst>
                                          <p:attrName>style.visibility</p:attrName>
                                        </p:attrNameLst>
                                      </p:cBhvr>
                                      <p:to>
                                        <p:strVal val="visible"/>
                                      </p:to>
                                    </p:set>
                                    <p:animEffect transition="in" filter="fade">
                                      <p:cBhvr>
                                        <p:cTn id="68" dur="500"/>
                                        <p:tgtEl>
                                          <p:spTgt spid="53">
                                            <p:txEl>
                                              <p:pRg st="0" end="0"/>
                                            </p:txEl>
                                          </p:spTgt>
                                        </p:tgtEl>
                                      </p:cBhvr>
                                    </p:animEffect>
                                  </p:childTnLst>
                                </p:cTn>
                              </p:par>
                            </p:childTnLst>
                          </p:cTn>
                        </p:par>
                        <p:par>
                          <p:cTn id="69" fill="hold">
                            <p:stCondLst>
                              <p:cond delay="7000"/>
                            </p:stCondLst>
                            <p:childTnLst>
                              <p:par>
                                <p:cTn id="70" presetID="2" presetClass="entr" presetSubtype="1" decel="100000" fill="hold" grpId="0" nodeType="afterEffect">
                                  <p:stCondLst>
                                    <p:cond delay="0"/>
                                  </p:stCondLst>
                                  <p:childTnLst>
                                    <p:set>
                                      <p:cBhvr>
                                        <p:cTn id="71" dur="1" fill="hold">
                                          <p:stCondLst>
                                            <p:cond delay="0"/>
                                          </p:stCondLst>
                                        </p:cTn>
                                        <p:tgtEl>
                                          <p:spTgt spid="7"/>
                                        </p:tgtEl>
                                        <p:attrNameLst>
                                          <p:attrName>style.visibility</p:attrName>
                                        </p:attrNameLst>
                                      </p:cBhvr>
                                      <p:to>
                                        <p:strVal val="visible"/>
                                      </p:to>
                                    </p:set>
                                    <p:anim calcmode="lin" valueType="num">
                                      <p:cBhvr additive="base">
                                        <p:cTn id="72" dur="750" fill="hold"/>
                                        <p:tgtEl>
                                          <p:spTgt spid="7"/>
                                        </p:tgtEl>
                                        <p:attrNameLst>
                                          <p:attrName>ppt_x</p:attrName>
                                        </p:attrNameLst>
                                      </p:cBhvr>
                                      <p:tavLst>
                                        <p:tav tm="0">
                                          <p:val>
                                            <p:strVal val="#ppt_x"/>
                                          </p:val>
                                        </p:tav>
                                        <p:tav tm="100000">
                                          <p:val>
                                            <p:strVal val="#ppt_x"/>
                                          </p:val>
                                        </p:tav>
                                      </p:tavLst>
                                    </p:anim>
                                    <p:anim calcmode="lin" valueType="num">
                                      <p:cBhvr additive="base">
                                        <p:cTn id="73" dur="750" fill="hold"/>
                                        <p:tgtEl>
                                          <p:spTgt spid="7"/>
                                        </p:tgtEl>
                                        <p:attrNameLst>
                                          <p:attrName>ppt_y</p:attrName>
                                        </p:attrNameLst>
                                      </p:cBhvr>
                                      <p:tavLst>
                                        <p:tav tm="0">
                                          <p:val>
                                            <p:strVal val="0-#ppt_h/2"/>
                                          </p:val>
                                        </p:tav>
                                        <p:tav tm="100000">
                                          <p:val>
                                            <p:strVal val="#ppt_y"/>
                                          </p:val>
                                        </p:tav>
                                      </p:tavLst>
                                    </p:anim>
                                  </p:childTnLst>
                                </p:cTn>
                              </p:par>
                              <p:par>
                                <p:cTn id="74" presetID="2" presetClass="entr" presetSubtype="2" decel="100000" fill="hold" grpId="0" nodeType="withEffect">
                                  <p:stCondLst>
                                    <p:cond delay="0"/>
                                  </p:stCondLst>
                                  <p:childTnLst>
                                    <p:set>
                                      <p:cBhvr>
                                        <p:cTn id="75" dur="1" fill="hold">
                                          <p:stCondLst>
                                            <p:cond delay="0"/>
                                          </p:stCondLst>
                                        </p:cTn>
                                        <p:tgtEl>
                                          <p:spTgt spid="11"/>
                                        </p:tgtEl>
                                        <p:attrNameLst>
                                          <p:attrName>style.visibility</p:attrName>
                                        </p:attrNameLst>
                                      </p:cBhvr>
                                      <p:to>
                                        <p:strVal val="visible"/>
                                      </p:to>
                                    </p:set>
                                    <p:anim calcmode="lin" valueType="num">
                                      <p:cBhvr additive="base">
                                        <p:cTn id="76" dur="750" fill="hold"/>
                                        <p:tgtEl>
                                          <p:spTgt spid="11"/>
                                        </p:tgtEl>
                                        <p:attrNameLst>
                                          <p:attrName>ppt_x</p:attrName>
                                        </p:attrNameLst>
                                      </p:cBhvr>
                                      <p:tavLst>
                                        <p:tav tm="0">
                                          <p:val>
                                            <p:strVal val="1+#ppt_w/2"/>
                                          </p:val>
                                        </p:tav>
                                        <p:tav tm="100000">
                                          <p:val>
                                            <p:strVal val="#ppt_x"/>
                                          </p:val>
                                        </p:tav>
                                      </p:tavLst>
                                    </p:anim>
                                    <p:anim calcmode="lin" valueType="num">
                                      <p:cBhvr additive="base">
                                        <p:cTn id="77" dur="750" fill="hold"/>
                                        <p:tgtEl>
                                          <p:spTgt spid="11"/>
                                        </p:tgtEl>
                                        <p:attrNameLst>
                                          <p:attrName>ppt_y</p:attrName>
                                        </p:attrNameLst>
                                      </p:cBhvr>
                                      <p:tavLst>
                                        <p:tav tm="0">
                                          <p:val>
                                            <p:strVal val="#ppt_y"/>
                                          </p:val>
                                        </p:tav>
                                        <p:tav tm="100000">
                                          <p:val>
                                            <p:strVal val="#ppt_y"/>
                                          </p:val>
                                        </p:tav>
                                      </p:tavLst>
                                    </p:anim>
                                  </p:childTnLst>
                                </p:cTn>
                              </p:par>
                            </p:childTnLst>
                          </p:cTn>
                        </p:par>
                        <p:par>
                          <p:cTn id="78" fill="hold">
                            <p:stCondLst>
                              <p:cond delay="7750"/>
                            </p:stCondLst>
                            <p:childTnLst>
                              <p:par>
                                <p:cTn id="79" presetID="21" presetClass="entr" presetSubtype="1" fill="hold" grpId="0" nodeType="after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wheel(1)">
                                      <p:cBhvr>
                                        <p:cTn id="81" dur="750"/>
                                        <p:tgtEl>
                                          <p:spTgt spid="17"/>
                                        </p:tgtEl>
                                      </p:cBhvr>
                                    </p:animEffect>
                                  </p:childTnLst>
                                </p:cTn>
                              </p:par>
                            </p:childTnLst>
                          </p:cTn>
                        </p:par>
                        <p:par>
                          <p:cTn id="82" fill="hold">
                            <p:stCondLst>
                              <p:cond delay="8500"/>
                            </p:stCondLst>
                            <p:childTnLst>
                              <p:par>
                                <p:cTn id="83" presetID="22" presetClass="entr" presetSubtype="8" fill="hold" nodeType="after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wipe(left)">
                                      <p:cBhvr>
                                        <p:cTn id="85" dur="500"/>
                                        <p:tgtEl>
                                          <p:spTgt spid="18"/>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26">
                                            <p:txEl>
                                              <p:pRg st="0" end="0"/>
                                            </p:txEl>
                                          </p:spTgt>
                                        </p:tgtEl>
                                        <p:attrNameLst>
                                          <p:attrName>style.visibility</p:attrName>
                                        </p:attrNameLst>
                                      </p:cBhvr>
                                      <p:to>
                                        <p:strVal val="visible"/>
                                      </p:to>
                                    </p:set>
                                    <p:animEffect transition="in" filter="wipe(left)">
                                      <p:cBhvr>
                                        <p:cTn id="88" dur="500"/>
                                        <p:tgtEl>
                                          <p:spTgt spid="26">
                                            <p:txEl>
                                              <p:pRg st="0" end="0"/>
                                            </p:txEl>
                                          </p:spTgt>
                                        </p:tgtEl>
                                      </p:cBhvr>
                                    </p:animEffect>
                                  </p:childTnLst>
                                </p:cTn>
                              </p:par>
                            </p:childTnLst>
                          </p:cTn>
                        </p:par>
                        <p:par>
                          <p:cTn id="89" fill="hold">
                            <p:stCondLst>
                              <p:cond delay="9000"/>
                            </p:stCondLst>
                            <p:childTnLst>
                              <p:par>
                                <p:cTn id="90" presetID="22" presetClass="entr" presetSubtype="8" fill="hold" grpId="0" nodeType="afterEffect">
                                  <p:stCondLst>
                                    <p:cond delay="0"/>
                                  </p:stCondLst>
                                  <p:childTnLst>
                                    <p:set>
                                      <p:cBhvr>
                                        <p:cTn id="91" dur="1" fill="hold">
                                          <p:stCondLst>
                                            <p:cond delay="0"/>
                                          </p:stCondLst>
                                        </p:cTn>
                                        <p:tgtEl>
                                          <p:spTgt spid="9">
                                            <p:txEl>
                                              <p:pRg st="0" end="0"/>
                                            </p:txEl>
                                          </p:spTgt>
                                        </p:tgtEl>
                                        <p:attrNameLst>
                                          <p:attrName>style.visibility</p:attrName>
                                        </p:attrNameLst>
                                      </p:cBhvr>
                                      <p:to>
                                        <p:strVal val="visible"/>
                                      </p:to>
                                    </p:set>
                                    <p:animEffect transition="in" filter="wipe(left)">
                                      <p:cBhvr>
                                        <p:cTn id="92" dur="500"/>
                                        <p:tgtEl>
                                          <p:spTgt spid="9">
                                            <p:txEl>
                                              <p:pRg st="0" end="0"/>
                                            </p:txEl>
                                          </p:spTgt>
                                        </p:tgtEl>
                                      </p:cBhvr>
                                    </p:animEffect>
                                  </p:childTnLst>
                                </p:cTn>
                              </p:par>
                            </p:childTnLst>
                          </p:cTn>
                        </p:par>
                        <p:par>
                          <p:cTn id="93" fill="hold">
                            <p:stCondLst>
                              <p:cond delay="9500"/>
                            </p:stCondLst>
                            <p:childTnLst>
                              <p:par>
                                <p:cTn id="94" presetID="10" presetClass="entr" presetSubtype="0" fill="hold" grpId="0" nodeType="afterEffect">
                                  <p:stCondLst>
                                    <p:cond delay="0"/>
                                  </p:stCondLst>
                                  <p:childTnLst>
                                    <p:set>
                                      <p:cBhvr>
                                        <p:cTn id="95" dur="1" fill="hold">
                                          <p:stCondLst>
                                            <p:cond delay="0"/>
                                          </p:stCondLst>
                                        </p:cTn>
                                        <p:tgtEl>
                                          <p:spTgt spid="27">
                                            <p:txEl>
                                              <p:pRg st="0" end="0"/>
                                            </p:txEl>
                                          </p:spTgt>
                                        </p:tgtEl>
                                        <p:attrNameLst>
                                          <p:attrName>style.visibility</p:attrName>
                                        </p:attrNameLst>
                                      </p:cBhvr>
                                      <p:to>
                                        <p:strVal val="visible"/>
                                      </p:to>
                                    </p:set>
                                    <p:animEffect transition="in" filter="fade">
                                      <p:cBhvr>
                                        <p:cTn id="96" dur="500"/>
                                        <p:tgtEl>
                                          <p:spTgt spid="27">
                                            <p:txEl>
                                              <p:pRg st="0" end="0"/>
                                            </p:txEl>
                                          </p:spTgt>
                                        </p:tgtEl>
                                      </p:cBhvr>
                                    </p:animEffect>
                                  </p:childTnLst>
                                </p:cTn>
                              </p:par>
                            </p:childTnLst>
                          </p:cTn>
                        </p:par>
                        <p:par>
                          <p:cTn id="97" fill="hold">
                            <p:stCondLst>
                              <p:cond delay="10000"/>
                            </p:stCondLst>
                            <p:childTnLst>
                              <p:par>
                                <p:cTn id="98" presetID="2" presetClass="entr" presetSubtype="1" decel="100000" fill="hold" grpId="0" nodeType="afterEffect">
                                  <p:stCondLst>
                                    <p:cond delay="0"/>
                                  </p:stCondLst>
                                  <p:childTnLst>
                                    <p:set>
                                      <p:cBhvr>
                                        <p:cTn id="99" dur="1" fill="hold">
                                          <p:stCondLst>
                                            <p:cond delay="0"/>
                                          </p:stCondLst>
                                        </p:cTn>
                                        <p:tgtEl>
                                          <p:spTgt spid="8"/>
                                        </p:tgtEl>
                                        <p:attrNameLst>
                                          <p:attrName>style.visibility</p:attrName>
                                        </p:attrNameLst>
                                      </p:cBhvr>
                                      <p:to>
                                        <p:strVal val="visible"/>
                                      </p:to>
                                    </p:set>
                                    <p:anim calcmode="lin" valueType="num">
                                      <p:cBhvr additive="base">
                                        <p:cTn id="100" dur="750" fill="hold"/>
                                        <p:tgtEl>
                                          <p:spTgt spid="8"/>
                                        </p:tgtEl>
                                        <p:attrNameLst>
                                          <p:attrName>ppt_x</p:attrName>
                                        </p:attrNameLst>
                                      </p:cBhvr>
                                      <p:tavLst>
                                        <p:tav tm="0">
                                          <p:val>
                                            <p:strVal val="#ppt_x"/>
                                          </p:val>
                                        </p:tav>
                                        <p:tav tm="100000">
                                          <p:val>
                                            <p:strVal val="#ppt_x"/>
                                          </p:val>
                                        </p:tav>
                                      </p:tavLst>
                                    </p:anim>
                                    <p:anim calcmode="lin" valueType="num">
                                      <p:cBhvr additive="base">
                                        <p:cTn id="101" dur="750" fill="hold"/>
                                        <p:tgtEl>
                                          <p:spTgt spid="8"/>
                                        </p:tgtEl>
                                        <p:attrNameLst>
                                          <p:attrName>ppt_y</p:attrName>
                                        </p:attrNameLst>
                                      </p:cBhvr>
                                      <p:tavLst>
                                        <p:tav tm="0">
                                          <p:val>
                                            <p:strVal val="0-#ppt_h/2"/>
                                          </p:val>
                                        </p:tav>
                                        <p:tav tm="100000">
                                          <p:val>
                                            <p:strVal val="#ppt_y"/>
                                          </p:val>
                                        </p:tav>
                                      </p:tavLst>
                                    </p:anim>
                                  </p:childTnLst>
                                </p:cTn>
                              </p:par>
                              <p:par>
                                <p:cTn id="102" presetID="2" presetClass="entr" presetSubtype="8" decel="100000" fill="hold" grpId="0" nodeType="withEffect">
                                  <p:stCondLst>
                                    <p:cond delay="0"/>
                                  </p:stCondLst>
                                  <p:childTnLst>
                                    <p:set>
                                      <p:cBhvr>
                                        <p:cTn id="103" dur="1" fill="hold">
                                          <p:stCondLst>
                                            <p:cond delay="0"/>
                                          </p:stCondLst>
                                        </p:cTn>
                                        <p:tgtEl>
                                          <p:spTgt spid="54"/>
                                        </p:tgtEl>
                                        <p:attrNameLst>
                                          <p:attrName>style.visibility</p:attrName>
                                        </p:attrNameLst>
                                      </p:cBhvr>
                                      <p:to>
                                        <p:strVal val="visible"/>
                                      </p:to>
                                    </p:set>
                                    <p:anim calcmode="lin" valueType="num">
                                      <p:cBhvr additive="base">
                                        <p:cTn id="104" dur="750" fill="hold"/>
                                        <p:tgtEl>
                                          <p:spTgt spid="54"/>
                                        </p:tgtEl>
                                        <p:attrNameLst>
                                          <p:attrName>ppt_x</p:attrName>
                                        </p:attrNameLst>
                                      </p:cBhvr>
                                      <p:tavLst>
                                        <p:tav tm="0">
                                          <p:val>
                                            <p:strVal val="0-#ppt_w/2"/>
                                          </p:val>
                                        </p:tav>
                                        <p:tav tm="100000">
                                          <p:val>
                                            <p:strVal val="#ppt_x"/>
                                          </p:val>
                                        </p:tav>
                                      </p:tavLst>
                                    </p:anim>
                                    <p:anim calcmode="lin" valueType="num">
                                      <p:cBhvr additive="base">
                                        <p:cTn id="105" dur="750" fill="hold"/>
                                        <p:tgtEl>
                                          <p:spTgt spid="54"/>
                                        </p:tgtEl>
                                        <p:attrNameLst>
                                          <p:attrName>ppt_y</p:attrName>
                                        </p:attrNameLst>
                                      </p:cBhvr>
                                      <p:tavLst>
                                        <p:tav tm="0">
                                          <p:val>
                                            <p:strVal val="#ppt_y"/>
                                          </p:val>
                                        </p:tav>
                                        <p:tav tm="100000">
                                          <p:val>
                                            <p:strVal val="#ppt_y"/>
                                          </p:val>
                                        </p:tav>
                                      </p:tavLst>
                                    </p:anim>
                                  </p:childTnLst>
                                </p:cTn>
                              </p:par>
                            </p:childTnLst>
                          </p:cTn>
                        </p:par>
                        <p:par>
                          <p:cTn id="106" fill="hold">
                            <p:stCondLst>
                              <p:cond delay="10750"/>
                            </p:stCondLst>
                            <p:childTnLst>
                              <p:par>
                                <p:cTn id="107" presetID="21" presetClass="entr" presetSubtype="1" fill="hold" grpId="0" nodeType="afterEffect">
                                  <p:stCondLst>
                                    <p:cond delay="0"/>
                                  </p:stCondLst>
                                  <p:childTnLst>
                                    <p:set>
                                      <p:cBhvr>
                                        <p:cTn id="108" dur="1" fill="hold">
                                          <p:stCondLst>
                                            <p:cond delay="0"/>
                                          </p:stCondLst>
                                        </p:cTn>
                                        <p:tgtEl>
                                          <p:spTgt spid="56"/>
                                        </p:tgtEl>
                                        <p:attrNameLst>
                                          <p:attrName>style.visibility</p:attrName>
                                        </p:attrNameLst>
                                      </p:cBhvr>
                                      <p:to>
                                        <p:strVal val="visible"/>
                                      </p:to>
                                    </p:set>
                                    <p:animEffect transition="in" filter="wheel(1)">
                                      <p:cBhvr>
                                        <p:cTn id="109" dur="750"/>
                                        <p:tgtEl>
                                          <p:spTgt spid="56"/>
                                        </p:tgtEl>
                                      </p:cBhvr>
                                    </p:animEffect>
                                  </p:childTnLst>
                                </p:cTn>
                              </p:par>
                            </p:childTnLst>
                          </p:cTn>
                        </p:par>
                        <p:par>
                          <p:cTn id="110" fill="hold">
                            <p:stCondLst>
                              <p:cond delay="11500"/>
                            </p:stCondLst>
                            <p:childTnLst>
                              <p:par>
                                <p:cTn id="111" presetID="22" presetClass="entr" presetSubtype="2" fill="hold" nodeType="afterEffect">
                                  <p:stCondLst>
                                    <p:cond delay="0"/>
                                  </p:stCondLst>
                                  <p:childTnLst>
                                    <p:set>
                                      <p:cBhvr>
                                        <p:cTn id="112" dur="1" fill="hold">
                                          <p:stCondLst>
                                            <p:cond delay="0"/>
                                          </p:stCondLst>
                                        </p:cTn>
                                        <p:tgtEl>
                                          <p:spTgt spid="57"/>
                                        </p:tgtEl>
                                        <p:attrNameLst>
                                          <p:attrName>style.visibility</p:attrName>
                                        </p:attrNameLst>
                                      </p:cBhvr>
                                      <p:to>
                                        <p:strVal val="visible"/>
                                      </p:to>
                                    </p:set>
                                    <p:animEffect transition="in" filter="wipe(right)">
                                      <p:cBhvr>
                                        <p:cTn id="113" dur="500"/>
                                        <p:tgtEl>
                                          <p:spTgt spid="57"/>
                                        </p:tgtEl>
                                      </p:cBhvr>
                                    </p:animEffect>
                                  </p:childTnLst>
                                </p:cTn>
                              </p:par>
                              <p:par>
                                <p:cTn id="114" presetID="22" presetClass="entr" presetSubtype="2" fill="hold" grpId="0" nodeType="withEffect">
                                  <p:stCondLst>
                                    <p:cond delay="0"/>
                                  </p:stCondLst>
                                  <p:childTnLst>
                                    <p:set>
                                      <p:cBhvr>
                                        <p:cTn id="115" dur="1" fill="hold">
                                          <p:stCondLst>
                                            <p:cond delay="0"/>
                                          </p:stCondLst>
                                        </p:cTn>
                                        <p:tgtEl>
                                          <p:spTgt spid="65">
                                            <p:txEl>
                                              <p:pRg st="0" end="0"/>
                                            </p:txEl>
                                          </p:spTgt>
                                        </p:tgtEl>
                                        <p:attrNameLst>
                                          <p:attrName>style.visibility</p:attrName>
                                        </p:attrNameLst>
                                      </p:cBhvr>
                                      <p:to>
                                        <p:strVal val="visible"/>
                                      </p:to>
                                    </p:set>
                                    <p:animEffect transition="in" filter="wipe(right)">
                                      <p:cBhvr>
                                        <p:cTn id="116" dur="500"/>
                                        <p:tgtEl>
                                          <p:spTgt spid="65">
                                            <p:txEl>
                                              <p:pRg st="0" end="0"/>
                                            </p:txEl>
                                          </p:spTgt>
                                        </p:tgtEl>
                                      </p:cBhvr>
                                    </p:animEffect>
                                  </p:childTnLst>
                                </p:cTn>
                              </p:par>
                            </p:childTnLst>
                          </p:cTn>
                        </p:par>
                        <p:par>
                          <p:cTn id="117" fill="hold">
                            <p:stCondLst>
                              <p:cond delay="12000"/>
                            </p:stCondLst>
                            <p:childTnLst>
                              <p:par>
                                <p:cTn id="118" presetID="22" presetClass="entr" presetSubtype="2" fill="hold" grpId="0" nodeType="afterEffect">
                                  <p:stCondLst>
                                    <p:cond delay="0"/>
                                  </p:stCondLst>
                                  <p:childTnLst>
                                    <p:set>
                                      <p:cBhvr>
                                        <p:cTn id="119" dur="1" fill="hold">
                                          <p:stCondLst>
                                            <p:cond delay="0"/>
                                          </p:stCondLst>
                                        </p:cTn>
                                        <p:tgtEl>
                                          <p:spTgt spid="55">
                                            <p:txEl>
                                              <p:pRg st="0" end="0"/>
                                            </p:txEl>
                                          </p:spTgt>
                                        </p:tgtEl>
                                        <p:attrNameLst>
                                          <p:attrName>style.visibility</p:attrName>
                                        </p:attrNameLst>
                                      </p:cBhvr>
                                      <p:to>
                                        <p:strVal val="visible"/>
                                      </p:to>
                                    </p:set>
                                    <p:animEffect transition="in" filter="wipe(right)">
                                      <p:cBhvr>
                                        <p:cTn id="120" dur="500"/>
                                        <p:tgtEl>
                                          <p:spTgt spid="55">
                                            <p:txEl>
                                              <p:pRg st="0" end="0"/>
                                            </p:txEl>
                                          </p:spTgt>
                                        </p:tgtEl>
                                      </p:cBhvr>
                                    </p:animEffect>
                                  </p:childTnLst>
                                </p:cTn>
                              </p:par>
                            </p:childTnLst>
                          </p:cTn>
                        </p:par>
                        <p:par>
                          <p:cTn id="121" fill="hold">
                            <p:stCondLst>
                              <p:cond delay="12500"/>
                            </p:stCondLst>
                            <p:childTnLst>
                              <p:par>
                                <p:cTn id="122" presetID="10" presetClass="entr" presetSubtype="0" fill="hold" grpId="0" nodeType="afterEffect">
                                  <p:stCondLst>
                                    <p:cond delay="0"/>
                                  </p:stCondLst>
                                  <p:childTnLst>
                                    <p:set>
                                      <p:cBhvr>
                                        <p:cTn id="123" dur="1" fill="hold">
                                          <p:stCondLst>
                                            <p:cond delay="0"/>
                                          </p:stCondLst>
                                        </p:cTn>
                                        <p:tgtEl>
                                          <p:spTgt spid="66">
                                            <p:txEl>
                                              <p:pRg st="0" end="0"/>
                                            </p:txEl>
                                          </p:spTgt>
                                        </p:tgtEl>
                                        <p:attrNameLst>
                                          <p:attrName>style.visibility</p:attrName>
                                        </p:attrNameLst>
                                      </p:cBhvr>
                                      <p:to>
                                        <p:strVal val="visible"/>
                                      </p:to>
                                    </p:set>
                                    <p:animEffect transition="in" filter="fade">
                                      <p:cBhvr>
                                        <p:cTn id="124" dur="500"/>
                                        <p:tgtEl>
                                          <p:spTgt spid="6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build="p">
        <p:tmplLst>
          <p:tmpl lvl="1">
            <p:tnLst>
              <p:par>
                <p:cTn presetID="2" presetClass="entr" presetSubtype="8" decel="10000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0-#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spid="4" grpId="0" animBg="1"/>
      <p:bldP spid="5" grpId="0" animBg="1"/>
      <p:bldP spid="6" grpId="0" animBg="1"/>
      <p:bldP spid="7" grpId="0" animBg="1"/>
      <p:bldP spid="8" grpId="0" animBg="1"/>
      <p:bldP spid="9" grpId="0" build="p">
        <p:tmplLst>
          <p:tmpl lvl="1">
            <p:tnLst>
              <p:par>
                <p:cTn presetID="22" presetClass="entr" presetSubtype="8"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wipe(left)">
                      <p:cBhvr>
                        <p:cTn dur="500"/>
                        <p:tgtEl>
                          <p:spTgt spid="9"/>
                        </p:tgtEl>
                      </p:cBhvr>
                    </p:animEffect>
                  </p:childTnLst>
                </p:cTn>
              </p:par>
            </p:tnLst>
          </p:tmpl>
        </p:tmplLst>
      </p:bldP>
      <p:bldP spid="17" grpId="0" animBg="1"/>
      <p:bldP spid="26" grpId="0" build="p">
        <p:tmplLst>
          <p:tmpl lvl="1">
            <p:tnLst>
              <p:par>
                <p:cTn presetID="22" presetClass="entr" presetSubtype="8"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wipe(left)">
                      <p:cBhvr>
                        <p:cTn dur="500"/>
                        <p:tgtEl>
                          <p:spTgt spid="26"/>
                        </p:tgtEl>
                      </p:cBhvr>
                    </p:animEffect>
                  </p:childTnLst>
                </p:cTn>
              </p:par>
            </p:tnLst>
          </p:tmpl>
        </p:tmplLst>
      </p:bldP>
      <p:bldP spid="27" grpId="0" build="p">
        <p:tmplLst>
          <p:tmpl lvl="1">
            <p:tnLst>
              <p:par>
                <p:cTn presetID="10" presetClass="entr" presetSubtype="0" fill="hold" nodeType="after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fade">
                      <p:cBhvr>
                        <p:cTn dur="500"/>
                        <p:tgtEl>
                          <p:spTgt spid="27"/>
                        </p:tgtEl>
                      </p:cBhvr>
                    </p:animEffect>
                  </p:childTnLst>
                </p:cTn>
              </p:par>
            </p:tnLst>
          </p:tmpl>
        </p:tmplLst>
      </p:bldP>
      <p:bldP spid="28" grpId="0" animBg="1"/>
      <p:bldP spid="29" grpId="0" build="p">
        <p:tmplLst>
          <p:tmpl lvl="1">
            <p:tnLst>
              <p:par>
                <p:cTn presetID="22" presetClass="entr" presetSubtype="8"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left)">
                      <p:cBhvr>
                        <p:cTn dur="500"/>
                        <p:tgtEl>
                          <p:spTgt spid="29"/>
                        </p:tgtEl>
                      </p:cBhvr>
                    </p:animEffect>
                  </p:childTnLst>
                </p:cTn>
              </p:par>
            </p:tnLst>
          </p:tmpl>
        </p:tmplLst>
      </p:bldP>
      <p:bldP spid="30" grpId="0" animBg="1"/>
      <p:bldP spid="39" grpId="0" build="p">
        <p:tmplLst>
          <p:tmpl lvl="1">
            <p:tnLst>
              <p:par>
                <p:cTn presetID="22" presetClass="entr" presetSubtype="8"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wipe(left)">
                      <p:cBhvr>
                        <p:cTn dur="500"/>
                        <p:tgtEl>
                          <p:spTgt spid="39"/>
                        </p:tgtEl>
                      </p:cBhvr>
                    </p:animEffect>
                  </p:childTnLst>
                </p:cTn>
              </p:par>
            </p:tnLst>
          </p:tmpl>
        </p:tmplLst>
      </p:bldP>
      <p:bldP spid="40" grpId="0" build="p">
        <p:tmplLst>
          <p:tmpl lvl="1">
            <p:tnLst>
              <p:par>
                <p:cTn presetID="10" presetClass="entr" presetSubtype="0" fill="hold" nodeType="after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1" grpId="0" animBg="1"/>
      <p:bldP spid="42" grpId="0" build="p">
        <p:tmplLst>
          <p:tmpl lvl="1">
            <p:tnLst>
              <p:par>
                <p:cTn presetID="22" presetClass="entr" presetSubtype="2" fill="hold" nodeType="after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right)">
                      <p:cBhvr>
                        <p:cTn dur="500"/>
                        <p:tgtEl>
                          <p:spTgt spid="42"/>
                        </p:tgtEl>
                      </p:cBhvr>
                    </p:animEffect>
                  </p:childTnLst>
                </p:cTn>
              </p:par>
            </p:tnLst>
          </p:tmpl>
        </p:tmplLst>
      </p:bldP>
      <p:bldP spid="43" grpId="0" animBg="1"/>
      <p:bldP spid="52" grpId="0" build="p">
        <p:tmplLst>
          <p:tmpl lvl="1">
            <p:tnLst>
              <p:par>
                <p:cTn presetID="22" presetClass="entr" presetSubtype="2" fill="hold" nodeType="withEffect">
                  <p:stCondLst>
                    <p:cond delay="0"/>
                  </p:stCondLst>
                  <p:childTnLst>
                    <p:set>
                      <p:cBhvr>
                        <p:cTn dur="1" fill="hold">
                          <p:stCondLst>
                            <p:cond delay="0"/>
                          </p:stCondLst>
                        </p:cTn>
                        <p:tgtEl>
                          <p:spTgt spid="52"/>
                        </p:tgtEl>
                        <p:attrNameLst>
                          <p:attrName>style.visibility</p:attrName>
                        </p:attrNameLst>
                      </p:cBhvr>
                      <p:to>
                        <p:strVal val="visible"/>
                      </p:to>
                    </p:set>
                    <p:animEffect transition="in" filter="wipe(right)">
                      <p:cBhvr>
                        <p:cTn dur="500"/>
                        <p:tgtEl>
                          <p:spTgt spid="52"/>
                        </p:tgtEl>
                      </p:cBhvr>
                    </p:animEffect>
                  </p:childTnLst>
                </p:cTn>
              </p:par>
            </p:tnLst>
          </p:tmpl>
        </p:tmplLst>
      </p:bldP>
      <p:bldP spid="53" grpId="0" build="p">
        <p:tmplLst>
          <p:tmpl lvl="1">
            <p:tnLst>
              <p:par>
                <p:cTn presetID="10" presetClass="entr" presetSubtype="0" fill="hold" nodeType="afterEffect">
                  <p:stCondLst>
                    <p:cond delay="0"/>
                  </p:stCondLst>
                  <p:childTnLst>
                    <p:set>
                      <p:cBhvr>
                        <p:cTn dur="1" fill="hold">
                          <p:stCondLst>
                            <p:cond delay="0"/>
                          </p:stCondLst>
                        </p:cTn>
                        <p:tgtEl>
                          <p:spTgt spid="53"/>
                        </p:tgtEl>
                        <p:attrNameLst>
                          <p:attrName>style.visibility</p:attrName>
                        </p:attrNameLst>
                      </p:cBhvr>
                      <p:to>
                        <p:strVal val="visible"/>
                      </p:to>
                    </p:set>
                    <p:animEffect transition="in" filter="fade">
                      <p:cBhvr>
                        <p:cTn dur="500"/>
                        <p:tgtEl>
                          <p:spTgt spid="53"/>
                        </p:tgtEl>
                      </p:cBhvr>
                    </p:animEffect>
                  </p:childTnLst>
                </p:cTn>
              </p:par>
            </p:tnLst>
          </p:tmpl>
        </p:tmplLst>
      </p:bldP>
      <p:bldP spid="54" grpId="0" animBg="1"/>
      <p:bldP spid="55" grpId="0" build="p">
        <p:tmplLst>
          <p:tmpl lvl="1">
            <p:tnLst>
              <p:par>
                <p:cTn presetID="22" presetClass="entr" presetSubtype="2" fill="hold" nodeType="after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wipe(right)">
                      <p:cBhvr>
                        <p:cTn dur="500"/>
                        <p:tgtEl>
                          <p:spTgt spid="55"/>
                        </p:tgtEl>
                      </p:cBhvr>
                    </p:animEffect>
                  </p:childTnLst>
                </p:cTn>
              </p:par>
            </p:tnLst>
          </p:tmpl>
        </p:tmplLst>
      </p:bldP>
      <p:bldP spid="56" grpId="0" animBg="1"/>
      <p:bldP spid="65" grpId="0" build="p">
        <p:tmplLst>
          <p:tmpl lvl="1">
            <p:tnLst>
              <p:par>
                <p:cTn presetID="22" presetClass="entr" presetSubtype="2" fill="hold" nodeType="withEffect">
                  <p:stCondLst>
                    <p:cond delay="0"/>
                  </p:stCondLst>
                  <p:childTnLst>
                    <p:set>
                      <p:cBhvr>
                        <p:cTn dur="1" fill="hold">
                          <p:stCondLst>
                            <p:cond delay="0"/>
                          </p:stCondLst>
                        </p:cTn>
                        <p:tgtEl>
                          <p:spTgt spid="65"/>
                        </p:tgtEl>
                        <p:attrNameLst>
                          <p:attrName>style.visibility</p:attrName>
                        </p:attrNameLst>
                      </p:cBhvr>
                      <p:to>
                        <p:strVal val="visible"/>
                      </p:to>
                    </p:set>
                    <p:animEffect transition="in" filter="wipe(right)">
                      <p:cBhvr>
                        <p:cTn dur="500"/>
                        <p:tgtEl>
                          <p:spTgt spid="65"/>
                        </p:tgtEl>
                      </p:cBhvr>
                    </p:animEffect>
                  </p:childTnLst>
                </p:cTn>
              </p:par>
            </p:tnLst>
          </p:tmpl>
        </p:tmplLst>
      </p:bldP>
      <p:bldP spid="66" grpId="0" build="p">
        <p:tmplLst>
          <p:tmpl lvl="1">
            <p:tnLst>
              <p:par>
                <p:cTn presetID="10" presetClass="entr" presetSubtype="0" fill="hold" nodeType="after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ig Image and Iconic List with 3 Item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450504" y="253186"/>
            <a:ext cx="8831606" cy="1368152"/>
          </a:xfrm>
        </p:spPr>
        <p:txBody>
          <a:bodyPr/>
          <a:lstStyle/>
          <a:p>
            <a:r>
              <a:rPr kumimoji="1" lang="en-US" altLang="ja-JP" dirty="0"/>
              <a:t>SLIDE TITLE GOES HERE</a:t>
            </a:r>
            <a:endParaRPr kumimoji="1" lang="ja-JP" altLang="en-US" dirty="0"/>
          </a:p>
        </p:txBody>
      </p:sp>
      <p:sp>
        <p:nvSpPr>
          <p:cNvPr id="3" name="テキスト プレースホルダー 5"/>
          <p:cNvSpPr>
            <a:spLocks noGrp="1"/>
          </p:cNvSpPr>
          <p:nvPr>
            <p:ph type="body" sz="quarter" idx="15" hasCustomPrompt="1"/>
          </p:nvPr>
        </p:nvSpPr>
        <p:spPr>
          <a:xfrm>
            <a:off x="454042" y="1652593"/>
            <a:ext cx="8827802" cy="647693"/>
          </a:xfrm>
        </p:spPr>
        <p:txBody>
          <a:bodyPr anchor="t">
            <a:noAutofit/>
          </a:bodyPr>
          <a:lstStyle>
            <a:lvl1pPr algn="l">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67" name="正方形/長方形 66"/>
          <p:cNvSpPr/>
          <p:nvPr userDrawn="1"/>
        </p:nvSpPr>
        <p:spPr>
          <a:xfrm>
            <a:off x="9481626" y="-26432"/>
            <a:ext cx="8856000" cy="10368000"/>
          </a:xfrm>
          <a:prstGeom prst="rect">
            <a:avLst/>
          </a:prstGeom>
          <a:blipFill dpi="0" rotWithShape="0">
            <a:blip r:embed="rId2"/>
            <a:srcRect/>
            <a:tile tx="0" ty="0" sx="100000" sy="100000" flip="none" algn="tl"/>
          </a:blipFill>
          <a:ln>
            <a:noFill/>
          </a:ln>
          <a:effectLst>
            <a:outerShdw blurRad="50800" dist="38100" dir="10800000" algn="r"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68" name="直線コネクタ 67"/>
          <p:cNvCxnSpPr/>
          <p:nvPr userDrawn="1"/>
        </p:nvCxnSpPr>
        <p:spPr>
          <a:xfrm>
            <a:off x="9667379" y="36513"/>
            <a:ext cx="0" cy="1028700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69" name="図プレースホルダー 4"/>
          <p:cNvSpPr>
            <a:spLocks noGrp="1"/>
          </p:cNvSpPr>
          <p:nvPr>
            <p:ph type="pic" sz="quarter" idx="23" hasCustomPrompt="1"/>
          </p:nvPr>
        </p:nvSpPr>
        <p:spPr>
          <a:xfrm>
            <a:off x="9777046" y="0"/>
            <a:ext cx="8514129" cy="10287000"/>
          </a:xfrm>
          <a:prstGeom prst="rect">
            <a:avLst/>
          </a:prstGeom>
          <a:effectLst>
            <a:innerShdw blurRad="114300">
              <a:prstClr val="black"/>
            </a:innerShdw>
          </a:effectLst>
        </p:spPr>
        <p:txBody>
          <a:bodyPr/>
          <a:lstStyle>
            <a:lvl1pPr>
              <a:defRPr sz="2000">
                <a:solidFill>
                  <a:schemeClr val="bg1"/>
                </a:solidFill>
              </a:defRPr>
            </a:lvl1pPr>
          </a:lstStyle>
          <a:p>
            <a:r>
              <a:rPr kumimoji="1" lang="en-US" altLang="ja-JP" dirty="0"/>
              <a:t>Add an image</a:t>
            </a:r>
            <a:endParaRPr kumimoji="1" lang="ja-JP" altLang="en-US" dirty="0"/>
          </a:p>
        </p:txBody>
      </p:sp>
      <p:sp>
        <p:nvSpPr>
          <p:cNvPr id="70" name="円/楕円 69"/>
          <p:cNvSpPr/>
          <p:nvPr userDrawn="1"/>
        </p:nvSpPr>
        <p:spPr>
          <a:xfrm>
            <a:off x="914558" y="2825104"/>
            <a:ext cx="1372976" cy="13729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円/楕円 70"/>
          <p:cNvSpPr/>
          <p:nvPr userDrawn="1"/>
        </p:nvSpPr>
        <p:spPr>
          <a:xfrm>
            <a:off x="1079046" y="2989592"/>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図プレースホルダー 7"/>
          <p:cNvSpPr>
            <a:spLocks noGrp="1"/>
          </p:cNvSpPr>
          <p:nvPr>
            <p:ph type="pic" sz="quarter" idx="12" hasCustomPrompt="1"/>
          </p:nvPr>
        </p:nvSpPr>
        <p:spPr>
          <a:xfrm>
            <a:off x="1296307" y="3206853"/>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73" name="テキスト プレースホルダー 5"/>
          <p:cNvSpPr>
            <a:spLocks noGrp="1"/>
          </p:cNvSpPr>
          <p:nvPr>
            <p:ph type="body" sz="quarter" idx="14" hasCustomPrompt="1"/>
          </p:nvPr>
        </p:nvSpPr>
        <p:spPr>
          <a:xfrm>
            <a:off x="2271727" y="3825913"/>
            <a:ext cx="6873571" cy="1085230"/>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74" name="テキスト プレースホルダー 5"/>
          <p:cNvSpPr>
            <a:spLocks noGrp="1"/>
          </p:cNvSpPr>
          <p:nvPr>
            <p:ph type="body" sz="quarter" idx="24" hasCustomPrompt="1"/>
          </p:nvPr>
        </p:nvSpPr>
        <p:spPr>
          <a:xfrm>
            <a:off x="2270250" y="3187745"/>
            <a:ext cx="6877715"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75" name="円/楕円 74"/>
          <p:cNvSpPr/>
          <p:nvPr userDrawn="1"/>
        </p:nvSpPr>
        <p:spPr>
          <a:xfrm>
            <a:off x="914558" y="4876890"/>
            <a:ext cx="1372976" cy="1372976"/>
          </a:xfrm>
          <a:prstGeom prst="ellipse">
            <a:avLst/>
          </a:prstGeom>
          <a:blipFill dpi="0" rotWithShape="1">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円/楕円 75"/>
          <p:cNvSpPr/>
          <p:nvPr userDrawn="1"/>
        </p:nvSpPr>
        <p:spPr>
          <a:xfrm>
            <a:off x="1079046" y="5041378"/>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図プレースホルダー 7"/>
          <p:cNvSpPr>
            <a:spLocks noGrp="1"/>
          </p:cNvSpPr>
          <p:nvPr>
            <p:ph type="pic" sz="quarter" idx="26" hasCustomPrompt="1"/>
          </p:nvPr>
        </p:nvSpPr>
        <p:spPr>
          <a:xfrm>
            <a:off x="1296307" y="5258639"/>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78" name="テキスト プレースホルダー 5"/>
          <p:cNvSpPr>
            <a:spLocks noGrp="1"/>
          </p:cNvSpPr>
          <p:nvPr>
            <p:ph type="body" sz="quarter" idx="27" hasCustomPrompt="1"/>
          </p:nvPr>
        </p:nvSpPr>
        <p:spPr>
          <a:xfrm>
            <a:off x="2271727" y="5877699"/>
            <a:ext cx="6873571" cy="1085230"/>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79" name="テキスト プレースホルダー 5"/>
          <p:cNvSpPr>
            <a:spLocks noGrp="1"/>
          </p:cNvSpPr>
          <p:nvPr>
            <p:ph type="body" sz="quarter" idx="28" hasCustomPrompt="1"/>
          </p:nvPr>
        </p:nvSpPr>
        <p:spPr>
          <a:xfrm>
            <a:off x="2270250" y="5239531"/>
            <a:ext cx="6877715"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85" name="円/楕円 84"/>
          <p:cNvSpPr/>
          <p:nvPr userDrawn="1"/>
        </p:nvSpPr>
        <p:spPr>
          <a:xfrm>
            <a:off x="912180" y="6954005"/>
            <a:ext cx="1372976" cy="13729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円/楕円 85"/>
          <p:cNvSpPr/>
          <p:nvPr userDrawn="1"/>
        </p:nvSpPr>
        <p:spPr>
          <a:xfrm>
            <a:off x="1076668" y="7118493"/>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図プレースホルダー 7"/>
          <p:cNvSpPr>
            <a:spLocks noGrp="1"/>
          </p:cNvSpPr>
          <p:nvPr>
            <p:ph type="pic" sz="quarter" idx="29" hasCustomPrompt="1"/>
          </p:nvPr>
        </p:nvSpPr>
        <p:spPr>
          <a:xfrm>
            <a:off x="1293929" y="7335754"/>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88" name="テキスト プレースホルダー 5"/>
          <p:cNvSpPr>
            <a:spLocks noGrp="1"/>
          </p:cNvSpPr>
          <p:nvPr>
            <p:ph type="body" sz="quarter" idx="30" hasCustomPrompt="1"/>
          </p:nvPr>
        </p:nvSpPr>
        <p:spPr>
          <a:xfrm>
            <a:off x="2269349" y="7954814"/>
            <a:ext cx="6873571" cy="1085230"/>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89" name="テキスト プレースホルダー 5"/>
          <p:cNvSpPr>
            <a:spLocks noGrp="1"/>
          </p:cNvSpPr>
          <p:nvPr>
            <p:ph type="body" sz="quarter" idx="31" hasCustomPrompt="1"/>
          </p:nvPr>
        </p:nvSpPr>
        <p:spPr>
          <a:xfrm>
            <a:off x="2267872" y="7316646"/>
            <a:ext cx="6877715"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Tree>
    <p:extLst>
      <p:ext uri="{BB962C8B-B14F-4D97-AF65-F5344CB8AC3E}">
        <p14:creationId xmlns:p14="http://schemas.microsoft.com/office/powerpoint/2010/main" val="1153695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4" fill="hold" grpId="0" nodeType="after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down)">
                                      <p:cBhvr>
                                        <p:cTn id="12" dur="500"/>
                                        <p:tgtEl>
                                          <p:spTgt spid="67"/>
                                        </p:tgtEl>
                                      </p:cBhvr>
                                    </p:animEffect>
                                  </p:childTnLst>
                                </p:cTn>
                              </p:par>
                            </p:childTnLst>
                          </p:cTn>
                        </p:par>
                        <p:par>
                          <p:cTn id="13" fill="hold">
                            <p:stCondLst>
                              <p:cond delay="1000"/>
                            </p:stCondLst>
                            <p:childTnLst>
                              <p:par>
                                <p:cTn id="14" presetID="22" presetClass="entr" presetSubtype="4" fill="hold" grpId="0" nodeType="after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wipe(down)">
                                      <p:cBhvr>
                                        <p:cTn id="16" dur="500"/>
                                        <p:tgtEl>
                                          <p:spTgt spid="69"/>
                                        </p:tgtEl>
                                      </p:cBhvr>
                                    </p:animEffect>
                                  </p:childTnLst>
                                </p:cTn>
                              </p:par>
                              <p:par>
                                <p:cTn id="17" presetID="22" presetClass="entr" presetSubtype="1" fill="hold" nodeType="with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wipe(up)">
                                      <p:cBhvr>
                                        <p:cTn id="19" dur="500"/>
                                        <p:tgtEl>
                                          <p:spTgt spid="68"/>
                                        </p:tgtEl>
                                      </p:cBhvr>
                                    </p:animEffect>
                                  </p:childTnLst>
                                </p:cTn>
                              </p:par>
                            </p:childTnLst>
                          </p:cTn>
                        </p:par>
                        <p:par>
                          <p:cTn id="20" fill="hold">
                            <p:stCondLst>
                              <p:cond delay="1500"/>
                            </p:stCondLst>
                            <p:childTnLst>
                              <p:par>
                                <p:cTn id="21" presetID="2" presetClass="entr" presetSubtype="4" decel="100000" fill="hold" grpId="0" nodeType="afterEffect">
                                  <p:stCondLst>
                                    <p:cond delay="250"/>
                                  </p:stCondLst>
                                  <p:childTnLst>
                                    <p:set>
                                      <p:cBhvr>
                                        <p:cTn id="22" dur="1" fill="hold">
                                          <p:stCondLst>
                                            <p:cond delay="0"/>
                                          </p:stCondLst>
                                        </p:cTn>
                                        <p:tgtEl>
                                          <p:spTgt spid="70"/>
                                        </p:tgtEl>
                                        <p:attrNameLst>
                                          <p:attrName>style.visibility</p:attrName>
                                        </p:attrNameLst>
                                      </p:cBhvr>
                                      <p:to>
                                        <p:strVal val="visible"/>
                                      </p:to>
                                    </p:set>
                                    <p:anim calcmode="lin" valueType="num">
                                      <p:cBhvr additive="base">
                                        <p:cTn id="23" dur="500" fill="hold"/>
                                        <p:tgtEl>
                                          <p:spTgt spid="70"/>
                                        </p:tgtEl>
                                        <p:attrNameLst>
                                          <p:attrName>ppt_x</p:attrName>
                                        </p:attrNameLst>
                                      </p:cBhvr>
                                      <p:tavLst>
                                        <p:tav tm="0">
                                          <p:val>
                                            <p:strVal val="#ppt_x"/>
                                          </p:val>
                                        </p:tav>
                                        <p:tav tm="100000">
                                          <p:val>
                                            <p:strVal val="#ppt_x"/>
                                          </p:val>
                                        </p:tav>
                                      </p:tavLst>
                                    </p:anim>
                                    <p:anim calcmode="lin" valueType="num">
                                      <p:cBhvr additive="base">
                                        <p:cTn id="24" dur="500" fill="hold"/>
                                        <p:tgtEl>
                                          <p:spTgt spid="70"/>
                                        </p:tgtEl>
                                        <p:attrNameLst>
                                          <p:attrName>ppt_y</p:attrName>
                                        </p:attrNameLst>
                                      </p:cBhvr>
                                      <p:tavLst>
                                        <p:tav tm="0">
                                          <p:val>
                                            <p:strVal val="1+#ppt_h/2"/>
                                          </p:val>
                                        </p:tav>
                                        <p:tav tm="100000">
                                          <p:val>
                                            <p:strVal val="#ppt_y"/>
                                          </p:val>
                                        </p:tav>
                                      </p:tavLst>
                                    </p:anim>
                                  </p:childTnLst>
                                </p:cTn>
                              </p:par>
                            </p:childTnLst>
                          </p:cTn>
                        </p:par>
                        <p:par>
                          <p:cTn id="25" fill="hold">
                            <p:stCondLst>
                              <p:cond delay="2250"/>
                            </p:stCondLst>
                            <p:childTnLst>
                              <p:par>
                                <p:cTn id="26" presetID="21" presetClass="entr" presetSubtype="1" fill="hold" grpId="0" nodeType="afterEffect">
                                  <p:stCondLst>
                                    <p:cond delay="0"/>
                                  </p:stCondLst>
                                  <p:childTnLst>
                                    <p:set>
                                      <p:cBhvr>
                                        <p:cTn id="27" dur="1" fill="hold">
                                          <p:stCondLst>
                                            <p:cond delay="0"/>
                                          </p:stCondLst>
                                        </p:cTn>
                                        <p:tgtEl>
                                          <p:spTgt spid="71"/>
                                        </p:tgtEl>
                                        <p:attrNameLst>
                                          <p:attrName>style.visibility</p:attrName>
                                        </p:attrNameLst>
                                      </p:cBhvr>
                                      <p:to>
                                        <p:strVal val="visible"/>
                                      </p:to>
                                    </p:set>
                                    <p:animEffect transition="in" filter="wheel(1)">
                                      <p:cBhvr>
                                        <p:cTn id="28" dur="1000"/>
                                        <p:tgtEl>
                                          <p:spTgt spid="7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2"/>
                                        </p:tgtEl>
                                        <p:attrNameLst>
                                          <p:attrName>style.visibility</p:attrName>
                                        </p:attrNameLst>
                                      </p:cBhvr>
                                      <p:to>
                                        <p:strVal val="visible"/>
                                      </p:to>
                                    </p:set>
                                    <p:animEffect transition="in" filter="fade">
                                      <p:cBhvr>
                                        <p:cTn id="31" dur="1000"/>
                                        <p:tgtEl>
                                          <p:spTgt spid="72"/>
                                        </p:tgtEl>
                                      </p:cBhvr>
                                    </p:animEffect>
                                  </p:childTnLst>
                                </p:cTn>
                              </p:par>
                            </p:childTnLst>
                          </p:cTn>
                        </p:par>
                        <p:par>
                          <p:cTn id="32" fill="hold">
                            <p:stCondLst>
                              <p:cond delay="3250"/>
                            </p:stCondLst>
                            <p:childTnLst>
                              <p:par>
                                <p:cTn id="33" presetID="2" presetClass="entr" presetSubtype="4" decel="100000" fill="hold" grpId="0" nodeType="afterEffect">
                                  <p:stCondLst>
                                    <p:cond delay="0"/>
                                  </p:stCondLst>
                                  <p:childTnLst>
                                    <p:set>
                                      <p:cBhvr>
                                        <p:cTn id="34" dur="1" fill="hold">
                                          <p:stCondLst>
                                            <p:cond delay="0"/>
                                          </p:stCondLst>
                                        </p:cTn>
                                        <p:tgtEl>
                                          <p:spTgt spid="74">
                                            <p:txEl>
                                              <p:pRg st="0" end="0"/>
                                            </p:txEl>
                                          </p:spTgt>
                                        </p:tgtEl>
                                        <p:attrNameLst>
                                          <p:attrName>style.visibility</p:attrName>
                                        </p:attrNameLst>
                                      </p:cBhvr>
                                      <p:to>
                                        <p:strVal val="visible"/>
                                      </p:to>
                                    </p:set>
                                    <p:anim calcmode="lin" valueType="num">
                                      <p:cBhvr additive="base">
                                        <p:cTn id="35" dur="500" fill="hold"/>
                                        <p:tgtEl>
                                          <p:spTgt spid="74">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4">
                                            <p:txEl>
                                              <p:pRg st="0" end="0"/>
                                            </p:txEl>
                                          </p:spTgt>
                                        </p:tgtEl>
                                        <p:attrNameLst>
                                          <p:attrName>ppt_y</p:attrName>
                                        </p:attrNameLst>
                                      </p:cBhvr>
                                      <p:tavLst>
                                        <p:tav tm="0">
                                          <p:val>
                                            <p:strVal val="1+#ppt_h/2"/>
                                          </p:val>
                                        </p:tav>
                                        <p:tav tm="100000">
                                          <p:val>
                                            <p:strVal val="#ppt_y"/>
                                          </p:val>
                                        </p:tav>
                                      </p:tavLst>
                                    </p:anim>
                                  </p:childTnLst>
                                </p:cTn>
                              </p:par>
                            </p:childTnLst>
                          </p:cTn>
                        </p:par>
                        <p:par>
                          <p:cTn id="37" fill="hold">
                            <p:stCondLst>
                              <p:cond delay="3750"/>
                            </p:stCondLst>
                            <p:childTnLst>
                              <p:par>
                                <p:cTn id="38" presetID="22" presetClass="entr" presetSubtype="8" fill="hold" grpId="0" nodeType="afterEffect">
                                  <p:stCondLst>
                                    <p:cond delay="0"/>
                                  </p:stCondLst>
                                  <p:childTnLst>
                                    <p:set>
                                      <p:cBhvr>
                                        <p:cTn id="39" dur="1" fill="hold">
                                          <p:stCondLst>
                                            <p:cond delay="0"/>
                                          </p:stCondLst>
                                        </p:cTn>
                                        <p:tgtEl>
                                          <p:spTgt spid="73">
                                            <p:txEl>
                                              <p:pRg st="0" end="0"/>
                                            </p:txEl>
                                          </p:spTgt>
                                        </p:tgtEl>
                                        <p:attrNameLst>
                                          <p:attrName>style.visibility</p:attrName>
                                        </p:attrNameLst>
                                      </p:cBhvr>
                                      <p:to>
                                        <p:strVal val="visible"/>
                                      </p:to>
                                    </p:set>
                                    <p:animEffect transition="in" filter="wipe(left)">
                                      <p:cBhvr>
                                        <p:cTn id="40" dur="500"/>
                                        <p:tgtEl>
                                          <p:spTgt spid="73">
                                            <p:txEl>
                                              <p:pRg st="0" end="0"/>
                                            </p:txEl>
                                          </p:spTgt>
                                        </p:tgtEl>
                                      </p:cBhvr>
                                    </p:animEffect>
                                  </p:childTnLst>
                                </p:cTn>
                              </p:par>
                            </p:childTnLst>
                          </p:cTn>
                        </p:par>
                        <p:par>
                          <p:cTn id="41" fill="hold">
                            <p:stCondLst>
                              <p:cond delay="4250"/>
                            </p:stCondLst>
                            <p:childTnLst>
                              <p:par>
                                <p:cTn id="42" presetID="2" presetClass="entr" presetSubtype="4" decel="100000" fill="hold" grpId="0" nodeType="afterEffect">
                                  <p:stCondLst>
                                    <p:cond delay="0"/>
                                  </p:stCondLst>
                                  <p:childTnLst>
                                    <p:set>
                                      <p:cBhvr>
                                        <p:cTn id="43" dur="1" fill="hold">
                                          <p:stCondLst>
                                            <p:cond delay="0"/>
                                          </p:stCondLst>
                                        </p:cTn>
                                        <p:tgtEl>
                                          <p:spTgt spid="75"/>
                                        </p:tgtEl>
                                        <p:attrNameLst>
                                          <p:attrName>style.visibility</p:attrName>
                                        </p:attrNameLst>
                                      </p:cBhvr>
                                      <p:to>
                                        <p:strVal val="visible"/>
                                      </p:to>
                                    </p:set>
                                    <p:anim calcmode="lin" valueType="num">
                                      <p:cBhvr additive="base">
                                        <p:cTn id="44" dur="500" fill="hold"/>
                                        <p:tgtEl>
                                          <p:spTgt spid="75"/>
                                        </p:tgtEl>
                                        <p:attrNameLst>
                                          <p:attrName>ppt_x</p:attrName>
                                        </p:attrNameLst>
                                      </p:cBhvr>
                                      <p:tavLst>
                                        <p:tav tm="0">
                                          <p:val>
                                            <p:strVal val="#ppt_x"/>
                                          </p:val>
                                        </p:tav>
                                        <p:tav tm="100000">
                                          <p:val>
                                            <p:strVal val="#ppt_x"/>
                                          </p:val>
                                        </p:tav>
                                      </p:tavLst>
                                    </p:anim>
                                    <p:anim calcmode="lin" valueType="num">
                                      <p:cBhvr additive="base">
                                        <p:cTn id="45" dur="500" fill="hold"/>
                                        <p:tgtEl>
                                          <p:spTgt spid="75"/>
                                        </p:tgtEl>
                                        <p:attrNameLst>
                                          <p:attrName>ppt_y</p:attrName>
                                        </p:attrNameLst>
                                      </p:cBhvr>
                                      <p:tavLst>
                                        <p:tav tm="0">
                                          <p:val>
                                            <p:strVal val="1+#ppt_h/2"/>
                                          </p:val>
                                        </p:tav>
                                        <p:tav tm="100000">
                                          <p:val>
                                            <p:strVal val="#ppt_y"/>
                                          </p:val>
                                        </p:tav>
                                      </p:tavLst>
                                    </p:anim>
                                  </p:childTnLst>
                                </p:cTn>
                              </p:par>
                            </p:childTnLst>
                          </p:cTn>
                        </p:par>
                        <p:par>
                          <p:cTn id="46" fill="hold">
                            <p:stCondLst>
                              <p:cond delay="4750"/>
                            </p:stCondLst>
                            <p:childTnLst>
                              <p:par>
                                <p:cTn id="47" presetID="21" presetClass="entr" presetSubtype="1" fill="hold" grpId="0" nodeType="afterEffect">
                                  <p:stCondLst>
                                    <p:cond delay="0"/>
                                  </p:stCondLst>
                                  <p:childTnLst>
                                    <p:set>
                                      <p:cBhvr>
                                        <p:cTn id="48" dur="1" fill="hold">
                                          <p:stCondLst>
                                            <p:cond delay="0"/>
                                          </p:stCondLst>
                                        </p:cTn>
                                        <p:tgtEl>
                                          <p:spTgt spid="76"/>
                                        </p:tgtEl>
                                        <p:attrNameLst>
                                          <p:attrName>style.visibility</p:attrName>
                                        </p:attrNameLst>
                                      </p:cBhvr>
                                      <p:to>
                                        <p:strVal val="visible"/>
                                      </p:to>
                                    </p:set>
                                    <p:animEffect transition="in" filter="wheel(1)">
                                      <p:cBhvr>
                                        <p:cTn id="49" dur="1000"/>
                                        <p:tgtEl>
                                          <p:spTgt spid="7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fade">
                                      <p:cBhvr>
                                        <p:cTn id="52" dur="1000"/>
                                        <p:tgtEl>
                                          <p:spTgt spid="77"/>
                                        </p:tgtEl>
                                      </p:cBhvr>
                                    </p:animEffect>
                                  </p:childTnLst>
                                </p:cTn>
                              </p:par>
                            </p:childTnLst>
                          </p:cTn>
                        </p:par>
                        <p:par>
                          <p:cTn id="53" fill="hold">
                            <p:stCondLst>
                              <p:cond delay="5750"/>
                            </p:stCondLst>
                            <p:childTnLst>
                              <p:par>
                                <p:cTn id="54" presetID="2" presetClass="entr" presetSubtype="4" decel="100000" fill="hold" grpId="0" nodeType="afterEffect">
                                  <p:stCondLst>
                                    <p:cond delay="0"/>
                                  </p:stCondLst>
                                  <p:childTnLst>
                                    <p:set>
                                      <p:cBhvr>
                                        <p:cTn id="55" dur="1" fill="hold">
                                          <p:stCondLst>
                                            <p:cond delay="0"/>
                                          </p:stCondLst>
                                        </p:cTn>
                                        <p:tgtEl>
                                          <p:spTgt spid="79">
                                            <p:txEl>
                                              <p:pRg st="0" end="0"/>
                                            </p:txEl>
                                          </p:spTgt>
                                        </p:tgtEl>
                                        <p:attrNameLst>
                                          <p:attrName>style.visibility</p:attrName>
                                        </p:attrNameLst>
                                      </p:cBhvr>
                                      <p:to>
                                        <p:strVal val="visible"/>
                                      </p:to>
                                    </p:set>
                                    <p:anim calcmode="lin" valueType="num">
                                      <p:cBhvr additive="base">
                                        <p:cTn id="56" dur="500" fill="hold"/>
                                        <p:tgtEl>
                                          <p:spTgt spid="79">
                                            <p:txEl>
                                              <p:pRg st="0" end="0"/>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79">
                                            <p:txEl>
                                              <p:pRg st="0" end="0"/>
                                            </p:txEl>
                                          </p:spTgt>
                                        </p:tgtEl>
                                        <p:attrNameLst>
                                          <p:attrName>ppt_y</p:attrName>
                                        </p:attrNameLst>
                                      </p:cBhvr>
                                      <p:tavLst>
                                        <p:tav tm="0">
                                          <p:val>
                                            <p:strVal val="1+#ppt_h/2"/>
                                          </p:val>
                                        </p:tav>
                                        <p:tav tm="100000">
                                          <p:val>
                                            <p:strVal val="#ppt_y"/>
                                          </p:val>
                                        </p:tav>
                                      </p:tavLst>
                                    </p:anim>
                                  </p:childTnLst>
                                </p:cTn>
                              </p:par>
                            </p:childTnLst>
                          </p:cTn>
                        </p:par>
                        <p:par>
                          <p:cTn id="58" fill="hold">
                            <p:stCondLst>
                              <p:cond delay="6250"/>
                            </p:stCondLst>
                            <p:childTnLst>
                              <p:par>
                                <p:cTn id="59" presetID="22" presetClass="entr" presetSubtype="8" fill="hold" grpId="0" nodeType="afterEffect">
                                  <p:stCondLst>
                                    <p:cond delay="0"/>
                                  </p:stCondLst>
                                  <p:childTnLst>
                                    <p:set>
                                      <p:cBhvr>
                                        <p:cTn id="60" dur="1" fill="hold">
                                          <p:stCondLst>
                                            <p:cond delay="0"/>
                                          </p:stCondLst>
                                        </p:cTn>
                                        <p:tgtEl>
                                          <p:spTgt spid="78">
                                            <p:txEl>
                                              <p:pRg st="0" end="0"/>
                                            </p:txEl>
                                          </p:spTgt>
                                        </p:tgtEl>
                                        <p:attrNameLst>
                                          <p:attrName>style.visibility</p:attrName>
                                        </p:attrNameLst>
                                      </p:cBhvr>
                                      <p:to>
                                        <p:strVal val="visible"/>
                                      </p:to>
                                    </p:set>
                                    <p:animEffect transition="in" filter="wipe(left)">
                                      <p:cBhvr>
                                        <p:cTn id="61" dur="500"/>
                                        <p:tgtEl>
                                          <p:spTgt spid="78">
                                            <p:txEl>
                                              <p:pRg st="0" end="0"/>
                                            </p:txEl>
                                          </p:spTgt>
                                        </p:tgtEl>
                                      </p:cBhvr>
                                    </p:animEffect>
                                  </p:childTnLst>
                                </p:cTn>
                              </p:par>
                            </p:childTnLst>
                          </p:cTn>
                        </p:par>
                        <p:par>
                          <p:cTn id="62" fill="hold">
                            <p:stCondLst>
                              <p:cond delay="6750"/>
                            </p:stCondLst>
                            <p:childTnLst>
                              <p:par>
                                <p:cTn id="63" presetID="2" presetClass="entr" presetSubtype="4" decel="100000" fill="hold" grpId="0" nodeType="afterEffect">
                                  <p:stCondLst>
                                    <p:cond delay="0"/>
                                  </p:stCondLst>
                                  <p:childTnLst>
                                    <p:set>
                                      <p:cBhvr>
                                        <p:cTn id="64" dur="1" fill="hold">
                                          <p:stCondLst>
                                            <p:cond delay="0"/>
                                          </p:stCondLst>
                                        </p:cTn>
                                        <p:tgtEl>
                                          <p:spTgt spid="85"/>
                                        </p:tgtEl>
                                        <p:attrNameLst>
                                          <p:attrName>style.visibility</p:attrName>
                                        </p:attrNameLst>
                                      </p:cBhvr>
                                      <p:to>
                                        <p:strVal val="visible"/>
                                      </p:to>
                                    </p:set>
                                    <p:anim calcmode="lin" valueType="num">
                                      <p:cBhvr additive="base">
                                        <p:cTn id="65" dur="500" fill="hold"/>
                                        <p:tgtEl>
                                          <p:spTgt spid="85"/>
                                        </p:tgtEl>
                                        <p:attrNameLst>
                                          <p:attrName>ppt_x</p:attrName>
                                        </p:attrNameLst>
                                      </p:cBhvr>
                                      <p:tavLst>
                                        <p:tav tm="0">
                                          <p:val>
                                            <p:strVal val="#ppt_x"/>
                                          </p:val>
                                        </p:tav>
                                        <p:tav tm="100000">
                                          <p:val>
                                            <p:strVal val="#ppt_x"/>
                                          </p:val>
                                        </p:tav>
                                      </p:tavLst>
                                    </p:anim>
                                    <p:anim calcmode="lin" valueType="num">
                                      <p:cBhvr additive="base">
                                        <p:cTn id="66" dur="500" fill="hold"/>
                                        <p:tgtEl>
                                          <p:spTgt spid="85"/>
                                        </p:tgtEl>
                                        <p:attrNameLst>
                                          <p:attrName>ppt_y</p:attrName>
                                        </p:attrNameLst>
                                      </p:cBhvr>
                                      <p:tavLst>
                                        <p:tav tm="0">
                                          <p:val>
                                            <p:strVal val="1+#ppt_h/2"/>
                                          </p:val>
                                        </p:tav>
                                        <p:tav tm="100000">
                                          <p:val>
                                            <p:strVal val="#ppt_y"/>
                                          </p:val>
                                        </p:tav>
                                      </p:tavLst>
                                    </p:anim>
                                  </p:childTnLst>
                                </p:cTn>
                              </p:par>
                            </p:childTnLst>
                          </p:cTn>
                        </p:par>
                        <p:par>
                          <p:cTn id="67" fill="hold">
                            <p:stCondLst>
                              <p:cond delay="7250"/>
                            </p:stCondLst>
                            <p:childTnLst>
                              <p:par>
                                <p:cTn id="68" presetID="21" presetClass="entr" presetSubtype="1" fill="hold" grpId="0" nodeType="afterEffect">
                                  <p:stCondLst>
                                    <p:cond delay="0"/>
                                  </p:stCondLst>
                                  <p:childTnLst>
                                    <p:set>
                                      <p:cBhvr>
                                        <p:cTn id="69" dur="1" fill="hold">
                                          <p:stCondLst>
                                            <p:cond delay="0"/>
                                          </p:stCondLst>
                                        </p:cTn>
                                        <p:tgtEl>
                                          <p:spTgt spid="86"/>
                                        </p:tgtEl>
                                        <p:attrNameLst>
                                          <p:attrName>style.visibility</p:attrName>
                                        </p:attrNameLst>
                                      </p:cBhvr>
                                      <p:to>
                                        <p:strVal val="visible"/>
                                      </p:to>
                                    </p:set>
                                    <p:animEffect transition="in" filter="wheel(1)">
                                      <p:cBhvr>
                                        <p:cTn id="70" dur="1000"/>
                                        <p:tgtEl>
                                          <p:spTgt spid="8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87"/>
                                        </p:tgtEl>
                                        <p:attrNameLst>
                                          <p:attrName>style.visibility</p:attrName>
                                        </p:attrNameLst>
                                      </p:cBhvr>
                                      <p:to>
                                        <p:strVal val="visible"/>
                                      </p:to>
                                    </p:set>
                                    <p:animEffect transition="in" filter="fade">
                                      <p:cBhvr>
                                        <p:cTn id="73" dur="1000"/>
                                        <p:tgtEl>
                                          <p:spTgt spid="87"/>
                                        </p:tgtEl>
                                      </p:cBhvr>
                                    </p:animEffect>
                                  </p:childTnLst>
                                </p:cTn>
                              </p:par>
                            </p:childTnLst>
                          </p:cTn>
                        </p:par>
                        <p:par>
                          <p:cTn id="74" fill="hold">
                            <p:stCondLst>
                              <p:cond delay="8250"/>
                            </p:stCondLst>
                            <p:childTnLst>
                              <p:par>
                                <p:cTn id="75" presetID="2" presetClass="entr" presetSubtype="4" decel="100000" fill="hold" grpId="0" nodeType="afterEffect">
                                  <p:stCondLst>
                                    <p:cond delay="0"/>
                                  </p:stCondLst>
                                  <p:childTnLst>
                                    <p:set>
                                      <p:cBhvr>
                                        <p:cTn id="76" dur="1" fill="hold">
                                          <p:stCondLst>
                                            <p:cond delay="0"/>
                                          </p:stCondLst>
                                        </p:cTn>
                                        <p:tgtEl>
                                          <p:spTgt spid="89">
                                            <p:txEl>
                                              <p:pRg st="0" end="0"/>
                                            </p:txEl>
                                          </p:spTgt>
                                        </p:tgtEl>
                                        <p:attrNameLst>
                                          <p:attrName>style.visibility</p:attrName>
                                        </p:attrNameLst>
                                      </p:cBhvr>
                                      <p:to>
                                        <p:strVal val="visible"/>
                                      </p:to>
                                    </p:set>
                                    <p:anim calcmode="lin" valueType="num">
                                      <p:cBhvr additive="base">
                                        <p:cTn id="77" dur="500" fill="hold"/>
                                        <p:tgtEl>
                                          <p:spTgt spid="89">
                                            <p:txEl>
                                              <p:pRg st="0" end="0"/>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89">
                                            <p:txEl>
                                              <p:pRg st="0" end="0"/>
                                            </p:txEl>
                                          </p:spTgt>
                                        </p:tgtEl>
                                        <p:attrNameLst>
                                          <p:attrName>ppt_y</p:attrName>
                                        </p:attrNameLst>
                                      </p:cBhvr>
                                      <p:tavLst>
                                        <p:tav tm="0">
                                          <p:val>
                                            <p:strVal val="1+#ppt_h/2"/>
                                          </p:val>
                                        </p:tav>
                                        <p:tav tm="100000">
                                          <p:val>
                                            <p:strVal val="#ppt_y"/>
                                          </p:val>
                                        </p:tav>
                                      </p:tavLst>
                                    </p:anim>
                                  </p:childTnLst>
                                </p:cTn>
                              </p:par>
                            </p:childTnLst>
                          </p:cTn>
                        </p:par>
                        <p:par>
                          <p:cTn id="79" fill="hold">
                            <p:stCondLst>
                              <p:cond delay="8750"/>
                            </p:stCondLst>
                            <p:childTnLst>
                              <p:par>
                                <p:cTn id="80" presetID="22" presetClass="entr" presetSubtype="8" fill="hold" grpId="0" nodeType="afterEffect">
                                  <p:stCondLst>
                                    <p:cond delay="0"/>
                                  </p:stCondLst>
                                  <p:childTnLst>
                                    <p:set>
                                      <p:cBhvr>
                                        <p:cTn id="81" dur="1" fill="hold">
                                          <p:stCondLst>
                                            <p:cond delay="0"/>
                                          </p:stCondLst>
                                        </p:cTn>
                                        <p:tgtEl>
                                          <p:spTgt spid="88">
                                            <p:txEl>
                                              <p:pRg st="0" end="0"/>
                                            </p:txEl>
                                          </p:spTgt>
                                        </p:tgtEl>
                                        <p:attrNameLst>
                                          <p:attrName>style.visibility</p:attrName>
                                        </p:attrNameLst>
                                      </p:cBhvr>
                                      <p:to>
                                        <p:strVal val="visible"/>
                                      </p:to>
                                    </p:set>
                                    <p:animEffect transition="in" filter="wipe(left)">
                                      <p:cBhvr>
                                        <p:cTn id="82" dur="500"/>
                                        <p:tgtEl>
                                          <p:spTgt spid="8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8" decel="10000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0-#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spid="67" grpId="0" animBg="1"/>
      <p:bldP spid="69" grpId="0"/>
      <p:bldP spid="70" grpId="0" animBg="1"/>
      <p:bldP spid="71" grpId="0" animBg="1"/>
      <p:bldP spid="72" grpId="0"/>
      <p:bldP spid="73" grpId="0" build="p">
        <p:tmplLst>
          <p:tmpl lvl="1">
            <p:tnLst>
              <p:par>
                <p:cTn presetID="22" presetClass="entr" presetSubtype="8" fill="hold" nodeType="afterEffect">
                  <p:stCondLst>
                    <p:cond delay="0"/>
                  </p:stCondLst>
                  <p:childTnLst>
                    <p:set>
                      <p:cBhvr>
                        <p:cTn dur="1" fill="hold">
                          <p:stCondLst>
                            <p:cond delay="0"/>
                          </p:stCondLst>
                        </p:cTn>
                        <p:tgtEl>
                          <p:spTgt spid="73"/>
                        </p:tgtEl>
                        <p:attrNameLst>
                          <p:attrName>style.visibility</p:attrName>
                        </p:attrNameLst>
                      </p:cBhvr>
                      <p:to>
                        <p:strVal val="visible"/>
                      </p:to>
                    </p:set>
                    <p:animEffect transition="in" filter="wipe(left)">
                      <p:cBhvr>
                        <p:cTn dur="500"/>
                        <p:tgtEl>
                          <p:spTgt spid="73"/>
                        </p:tgtEl>
                      </p:cBhvr>
                    </p:animEffect>
                  </p:childTnLst>
                </p:cTn>
              </p:par>
            </p:tnLst>
          </p:tmpl>
        </p:tmplLst>
      </p:bldP>
      <p:bldP spid="74" grpId="0" build="p">
        <p:tmplLst>
          <p:tmpl lvl="1">
            <p:tnLst>
              <p:par>
                <p:cTn presetID="2" presetClass="entr" presetSubtype="4" decel="100000" fill="hold" nodeType="afterEffect">
                  <p:stCondLst>
                    <p:cond delay="0"/>
                  </p:stCondLst>
                  <p:childTnLst>
                    <p:set>
                      <p:cBhvr>
                        <p:cTn dur="1" fill="hold">
                          <p:stCondLst>
                            <p:cond delay="0"/>
                          </p:stCondLst>
                        </p:cTn>
                        <p:tgtEl>
                          <p:spTgt spid="74"/>
                        </p:tgtEl>
                        <p:attrNameLst>
                          <p:attrName>style.visibility</p:attrName>
                        </p:attrNameLst>
                      </p:cBhvr>
                      <p:to>
                        <p:strVal val="visible"/>
                      </p:to>
                    </p:set>
                    <p:anim calcmode="lin" valueType="num">
                      <p:cBhvr additive="base">
                        <p:cTn dur="500" fill="hold"/>
                        <p:tgtEl>
                          <p:spTgt spid="74"/>
                        </p:tgtEl>
                        <p:attrNameLst>
                          <p:attrName>ppt_x</p:attrName>
                        </p:attrNameLst>
                      </p:cBhvr>
                      <p:tavLst>
                        <p:tav tm="0">
                          <p:val>
                            <p:strVal val="#ppt_x"/>
                          </p:val>
                        </p:tav>
                        <p:tav tm="100000">
                          <p:val>
                            <p:strVal val="#ppt_x"/>
                          </p:val>
                        </p:tav>
                      </p:tavLst>
                    </p:anim>
                    <p:anim calcmode="lin" valueType="num">
                      <p:cBhvr additive="base">
                        <p:cTn dur="500" fill="hold"/>
                        <p:tgtEl>
                          <p:spTgt spid="74"/>
                        </p:tgtEl>
                        <p:attrNameLst>
                          <p:attrName>ppt_y</p:attrName>
                        </p:attrNameLst>
                      </p:cBhvr>
                      <p:tavLst>
                        <p:tav tm="0">
                          <p:val>
                            <p:strVal val="1+#ppt_h/2"/>
                          </p:val>
                        </p:tav>
                        <p:tav tm="100000">
                          <p:val>
                            <p:strVal val="#ppt_y"/>
                          </p:val>
                        </p:tav>
                      </p:tavLst>
                    </p:anim>
                  </p:childTnLst>
                </p:cTn>
              </p:par>
            </p:tnLst>
          </p:tmpl>
        </p:tmplLst>
      </p:bldP>
      <p:bldP spid="75" grpId="0" animBg="1"/>
      <p:bldP spid="76" grpId="0" animBg="1"/>
      <p:bldP spid="77" grpId="0"/>
      <p:bldP spid="78" grpId="0" build="p">
        <p:tmplLst>
          <p:tmpl lvl="1">
            <p:tnLst>
              <p:par>
                <p:cTn presetID="22" presetClass="entr" presetSubtype="8" fill="hold" nodeType="after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wipe(left)">
                      <p:cBhvr>
                        <p:cTn dur="500"/>
                        <p:tgtEl>
                          <p:spTgt spid="78"/>
                        </p:tgtEl>
                      </p:cBhvr>
                    </p:animEffect>
                  </p:childTnLst>
                </p:cTn>
              </p:par>
            </p:tnLst>
          </p:tmpl>
        </p:tmplLst>
      </p:bldP>
      <p:bldP spid="79" grpId="0" build="p">
        <p:tmplLst>
          <p:tmpl lvl="1">
            <p:tnLst>
              <p:par>
                <p:cTn presetID="2" presetClass="entr" presetSubtype="4" decel="100000" fill="hold" nodeType="afterEffect">
                  <p:stCondLst>
                    <p:cond delay="0"/>
                  </p:stCondLst>
                  <p:childTnLst>
                    <p:set>
                      <p:cBhvr>
                        <p:cTn dur="1" fill="hold">
                          <p:stCondLst>
                            <p:cond delay="0"/>
                          </p:stCondLst>
                        </p:cTn>
                        <p:tgtEl>
                          <p:spTgt spid="79"/>
                        </p:tgtEl>
                        <p:attrNameLst>
                          <p:attrName>style.visibility</p:attrName>
                        </p:attrNameLst>
                      </p:cBhvr>
                      <p:to>
                        <p:strVal val="visible"/>
                      </p:to>
                    </p:set>
                    <p:anim calcmode="lin" valueType="num">
                      <p:cBhvr additive="base">
                        <p:cTn dur="500" fill="hold"/>
                        <p:tgtEl>
                          <p:spTgt spid="79"/>
                        </p:tgtEl>
                        <p:attrNameLst>
                          <p:attrName>ppt_x</p:attrName>
                        </p:attrNameLst>
                      </p:cBhvr>
                      <p:tavLst>
                        <p:tav tm="0">
                          <p:val>
                            <p:strVal val="#ppt_x"/>
                          </p:val>
                        </p:tav>
                        <p:tav tm="100000">
                          <p:val>
                            <p:strVal val="#ppt_x"/>
                          </p:val>
                        </p:tav>
                      </p:tavLst>
                    </p:anim>
                    <p:anim calcmode="lin" valueType="num">
                      <p:cBhvr additive="base">
                        <p:cTn dur="500" fill="hold"/>
                        <p:tgtEl>
                          <p:spTgt spid="79"/>
                        </p:tgtEl>
                        <p:attrNameLst>
                          <p:attrName>ppt_y</p:attrName>
                        </p:attrNameLst>
                      </p:cBhvr>
                      <p:tavLst>
                        <p:tav tm="0">
                          <p:val>
                            <p:strVal val="1+#ppt_h/2"/>
                          </p:val>
                        </p:tav>
                        <p:tav tm="100000">
                          <p:val>
                            <p:strVal val="#ppt_y"/>
                          </p:val>
                        </p:tav>
                      </p:tavLst>
                    </p:anim>
                  </p:childTnLst>
                </p:cTn>
              </p:par>
            </p:tnLst>
          </p:tmpl>
        </p:tmplLst>
      </p:bldP>
      <p:bldP spid="85" grpId="0" animBg="1"/>
      <p:bldP spid="86" grpId="0" animBg="1"/>
      <p:bldP spid="87" grpId="0"/>
      <p:bldP spid="88" grpId="0" build="p">
        <p:tmplLst>
          <p:tmpl lvl="1">
            <p:tnLst>
              <p:par>
                <p:cTn presetID="22" presetClass="entr" presetSubtype="8" fill="hold" nodeType="afterEffect">
                  <p:stCondLst>
                    <p:cond delay="0"/>
                  </p:stCondLst>
                  <p:childTnLst>
                    <p:set>
                      <p:cBhvr>
                        <p:cTn dur="1" fill="hold">
                          <p:stCondLst>
                            <p:cond delay="0"/>
                          </p:stCondLst>
                        </p:cTn>
                        <p:tgtEl>
                          <p:spTgt spid="88"/>
                        </p:tgtEl>
                        <p:attrNameLst>
                          <p:attrName>style.visibility</p:attrName>
                        </p:attrNameLst>
                      </p:cBhvr>
                      <p:to>
                        <p:strVal val="visible"/>
                      </p:to>
                    </p:set>
                    <p:animEffect transition="in" filter="wipe(left)">
                      <p:cBhvr>
                        <p:cTn dur="500"/>
                        <p:tgtEl>
                          <p:spTgt spid="88"/>
                        </p:tgtEl>
                      </p:cBhvr>
                    </p:animEffect>
                  </p:childTnLst>
                </p:cTn>
              </p:par>
            </p:tnLst>
          </p:tmpl>
        </p:tmplLst>
      </p:bldP>
      <p:bldP spid="89" grpId="0" build="p">
        <p:tmplLst>
          <p:tmpl lvl="1">
            <p:tnLst>
              <p:par>
                <p:cTn presetID="2" presetClass="entr" presetSubtype="4" decel="100000" fill="hold" nodeType="afterEffect">
                  <p:stCondLst>
                    <p:cond delay="0"/>
                  </p:stCondLst>
                  <p:childTnLst>
                    <p:set>
                      <p:cBhvr>
                        <p:cTn dur="1" fill="hold">
                          <p:stCondLst>
                            <p:cond delay="0"/>
                          </p:stCondLst>
                        </p:cTn>
                        <p:tgtEl>
                          <p:spTgt spid="89"/>
                        </p:tgtEl>
                        <p:attrNameLst>
                          <p:attrName>style.visibility</p:attrName>
                        </p:attrNameLst>
                      </p:cBhvr>
                      <p:to>
                        <p:strVal val="visible"/>
                      </p:to>
                    </p:set>
                    <p:anim calcmode="lin" valueType="num">
                      <p:cBhvr additive="base">
                        <p:cTn dur="500" fill="hold"/>
                        <p:tgtEl>
                          <p:spTgt spid="89"/>
                        </p:tgtEl>
                        <p:attrNameLst>
                          <p:attrName>ppt_x</p:attrName>
                        </p:attrNameLst>
                      </p:cBhvr>
                      <p:tavLst>
                        <p:tav tm="0">
                          <p:val>
                            <p:strVal val="#ppt_x"/>
                          </p:val>
                        </p:tav>
                        <p:tav tm="100000">
                          <p:val>
                            <p:strVal val="#ppt_x"/>
                          </p:val>
                        </p:tav>
                      </p:tavLst>
                    </p:anim>
                    <p:anim calcmode="lin" valueType="num">
                      <p:cBhvr additive="base">
                        <p:cTn dur="500" fill="hold"/>
                        <p:tgtEl>
                          <p:spTgt spid="89"/>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sp>
        <p:nvSpPr>
          <p:cNvPr id="5" name="直角三角形 15"/>
          <p:cNvSpPr/>
          <p:nvPr userDrawn="1"/>
        </p:nvSpPr>
        <p:spPr>
          <a:xfrm>
            <a:off x="0" y="0"/>
            <a:ext cx="10815525" cy="10287000"/>
          </a:xfrm>
          <a:custGeom>
            <a:avLst/>
            <a:gdLst/>
            <a:ahLst/>
            <a:cxnLst/>
            <a:rect l="l" t="t" r="r" b="b"/>
            <a:pathLst>
              <a:path w="10815525" h="10287000">
                <a:moveTo>
                  <a:pt x="7475651" y="0"/>
                </a:moveTo>
                <a:lnTo>
                  <a:pt x="0" y="0"/>
                </a:lnTo>
                <a:lnTo>
                  <a:pt x="0" y="10287000"/>
                </a:lnTo>
                <a:lnTo>
                  <a:pt x="7475651" y="10287000"/>
                </a:lnTo>
                <a:lnTo>
                  <a:pt x="10815525" y="10287000"/>
                </a:lnTo>
                <a:close/>
              </a:path>
            </a:pathLst>
          </a:custGeom>
          <a:blipFill dpi="0" rotWithShape="0">
            <a:blip r:embed="rId2"/>
            <a:srcRect/>
            <a:tile tx="0" ty="0" sx="100000" sy="100000" flip="none" algn="tl"/>
          </a:blip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図プレースホルダー 11"/>
          <p:cNvSpPr>
            <a:spLocks noGrp="1"/>
          </p:cNvSpPr>
          <p:nvPr>
            <p:ph type="pic" sz="quarter" idx="10" hasCustomPrompt="1"/>
          </p:nvPr>
        </p:nvSpPr>
        <p:spPr>
          <a:xfrm>
            <a:off x="1" y="0"/>
            <a:ext cx="10561525" cy="10287000"/>
          </a:xfrm>
          <a:custGeom>
            <a:avLst/>
            <a:gdLst/>
            <a:ahLst/>
            <a:cxnLst/>
            <a:rect l="l" t="t" r="r" b="b"/>
            <a:pathLst>
              <a:path w="10561525" h="10287000">
                <a:moveTo>
                  <a:pt x="0" y="0"/>
                </a:moveTo>
                <a:lnTo>
                  <a:pt x="7221651" y="0"/>
                </a:lnTo>
                <a:lnTo>
                  <a:pt x="10561525" y="10287000"/>
                </a:lnTo>
                <a:lnTo>
                  <a:pt x="7221651" y="10287000"/>
                </a:lnTo>
                <a:lnTo>
                  <a:pt x="0" y="10287000"/>
                </a:lnTo>
                <a:close/>
              </a:path>
            </a:pathLst>
          </a:custGeom>
        </p:spPr>
        <p:txBody>
          <a:bodyPr>
            <a:normAutofit/>
          </a:bodyPr>
          <a:lstStyle>
            <a:lvl1pPr>
              <a:defRPr sz="2400">
                <a:solidFill>
                  <a:schemeClr val="bg1"/>
                </a:solidFill>
              </a:defRPr>
            </a:lvl1pPr>
          </a:lstStyle>
          <a:p>
            <a:r>
              <a:rPr kumimoji="1" lang="en-US" altLang="ja-JP" dirty="0"/>
              <a:t>Add an image</a:t>
            </a:r>
            <a:endParaRPr kumimoji="1" lang="ja-JP" altLang="en-US" dirty="0"/>
          </a:p>
        </p:txBody>
      </p:sp>
      <p:sp>
        <p:nvSpPr>
          <p:cNvPr id="2" name="タイトル 1"/>
          <p:cNvSpPr>
            <a:spLocks noGrp="1"/>
          </p:cNvSpPr>
          <p:nvPr>
            <p:ph type="title" hasCustomPrompt="1"/>
          </p:nvPr>
        </p:nvSpPr>
        <p:spPr>
          <a:xfrm>
            <a:off x="8374744" y="253186"/>
            <a:ext cx="8113486" cy="1368152"/>
          </a:xfrm>
        </p:spPr>
        <p:txBody>
          <a:bodyPr/>
          <a:lstStyle>
            <a:lvl1pPr>
              <a:defRPr baseline="0"/>
            </a:lvl1pPr>
          </a:lstStyle>
          <a:p>
            <a:r>
              <a:rPr kumimoji="1" lang="en-US" altLang="ja-JP" dirty="0"/>
              <a:t>SLIDE TITLE GOES HERE</a:t>
            </a:r>
            <a:endParaRPr kumimoji="1" lang="ja-JP" altLang="en-US" dirty="0"/>
          </a:p>
        </p:txBody>
      </p:sp>
      <p:grpSp>
        <p:nvGrpSpPr>
          <p:cNvPr id="6" name="グループ化 5"/>
          <p:cNvGrpSpPr/>
          <p:nvPr userDrawn="1"/>
        </p:nvGrpSpPr>
        <p:grpSpPr>
          <a:xfrm>
            <a:off x="16778435" y="339170"/>
            <a:ext cx="1150664" cy="1150664"/>
            <a:chOff x="7418859" y="2569953"/>
            <a:chExt cx="934639" cy="934639"/>
          </a:xfrm>
          <a:effectLst>
            <a:outerShdw blurRad="50800" dist="38100" dir="2700000" algn="tl" rotWithShape="0">
              <a:prstClr val="black">
                <a:alpha val="40000"/>
              </a:prstClr>
            </a:outerShdw>
          </a:effectLst>
        </p:grpSpPr>
        <p:sp>
          <p:nvSpPr>
            <p:cNvPr id="7" name="涙形 6"/>
            <p:cNvSpPr/>
            <p:nvPr/>
          </p:nvSpPr>
          <p:spPr>
            <a:xfrm>
              <a:off x="7418859" y="2569953"/>
              <a:ext cx="934639" cy="934639"/>
            </a:xfrm>
            <a:prstGeom prst="teardrop">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涙形 7"/>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cxnSp>
        <p:nvCxnSpPr>
          <p:cNvPr id="13" name="直線コネクタ 12"/>
          <p:cNvCxnSpPr/>
          <p:nvPr userDrawn="1"/>
        </p:nvCxnSpPr>
        <p:spPr>
          <a:xfrm flipH="1" flipV="1">
            <a:off x="7315200" y="0"/>
            <a:ext cx="3352801" cy="1028700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0" name="テキスト プレースホルダー 21"/>
          <p:cNvSpPr>
            <a:spLocks noGrp="1"/>
          </p:cNvSpPr>
          <p:nvPr>
            <p:ph type="body" sz="quarter" idx="11" hasCustomPrompt="1"/>
          </p:nvPr>
        </p:nvSpPr>
        <p:spPr>
          <a:xfrm>
            <a:off x="10445421" y="3033488"/>
            <a:ext cx="6908346" cy="2801257"/>
          </a:xfrm>
        </p:spPr>
        <p:txBody>
          <a:bodyPr anchor="b">
            <a:noAutofit/>
          </a:bodyPr>
          <a:lstStyle>
            <a:lvl1pPr marL="0" marR="0" indent="0" algn="l" defTabSz="1633027" rtl="0" eaLnBrk="1" fontAlgn="auto" latinLnBrk="0" hangingPunct="1">
              <a:lnSpc>
                <a:spcPts val="8000"/>
              </a:lnSpc>
              <a:spcBef>
                <a:spcPts val="0"/>
              </a:spcBef>
              <a:spcAft>
                <a:spcPts val="0"/>
              </a:spcAft>
              <a:buClrTx/>
              <a:buSzTx/>
              <a:buFontTx/>
              <a:buNone/>
              <a:tabLst/>
              <a:defRPr sz="8000" baseline="0">
                <a:solidFill>
                  <a:schemeClr val="tx2"/>
                </a:solidFill>
                <a:latin typeface="Bebas Neue Regular" panose="00000500000000000000" pitchFamily="2" charset="0"/>
              </a:defRPr>
            </a:lvl1pPr>
          </a:lstStyle>
          <a:p>
            <a:pPr lvl="0"/>
            <a:r>
              <a:rPr kumimoji="1" lang="en-US" altLang="ja-JP" dirty="0"/>
              <a:t>HEADING GOES HERE</a:t>
            </a:r>
          </a:p>
        </p:txBody>
      </p:sp>
      <p:sp>
        <p:nvSpPr>
          <p:cNvPr id="21" name="テキスト プレースホルダー 5"/>
          <p:cNvSpPr>
            <a:spLocks noGrp="1"/>
          </p:cNvSpPr>
          <p:nvPr>
            <p:ph type="body" sz="quarter" idx="12" hasCustomPrompt="1"/>
          </p:nvPr>
        </p:nvSpPr>
        <p:spPr>
          <a:xfrm>
            <a:off x="10459482" y="5878287"/>
            <a:ext cx="6894286" cy="2421393"/>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4" name="テキスト プレースホルダー 5"/>
          <p:cNvSpPr>
            <a:spLocks noGrp="1"/>
          </p:cNvSpPr>
          <p:nvPr>
            <p:ph type="body" sz="quarter" idx="15" hasCustomPrompt="1"/>
          </p:nvPr>
        </p:nvSpPr>
        <p:spPr>
          <a:xfrm>
            <a:off x="8388034" y="1652593"/>
            <a:ext cx="8129223" cy="647693"/>
          </a:xfrm>
        </p:spPr>
        <p:txBody>
          <a:bodyPr anchor="t">
            <a:noAutofit/>
          </a:bodyPr>
          <a:lstStyle>
            <a:lvl1pPr algn="l">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310774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2" presetClass="entr" presetSubtype="1" decel="10000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par>
                                <p:cTn id="13" presetID="2" presetClass="entr" presetSubtype="1" decel="10000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0-#ppt_h/2"/>
                                          </p:val>
                                        </p:tav>
                                        <p:tav tm="100000">
                                          <p:val>
                                            <p:strVal val="#ppt_y"/>
                                          </p:val>
                                        </p:tav>
                                      </p:tavLst>
                                    </p:anim>
                                  </p:childTnLst>
                                </p:cTn>
                              </p:par>
                              <p:par>
                                <p:cTn id="17" presetID="22" presetClass="entr" presetSubtype="4"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childTnLst>
                          </p:cTn>
                        </p:par>
                        <p:par>
                          <p:cTn id="20" fill="hold">
                            <p:stCondLst>
                              <p:cond delay="1000"/>
                            </p:stCondLst>
                            <p:childTnLst>
                              <p:par>
                                <p:cTn id="21" presetID="2" presetClass="entr" presetSubtype="9" decel="100000" fill="hold" grpId="0" nodeType="afterEffect">
                                  <p:stCondLst>
                                    <p:cond delay="0"/>
                                  </p:stCondLst>
                                  <p:iterate type="wd">
                                    <p:tmPct val="10000"/>
                                  </p:iterate>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1000" fill="hold"/>
                                        <p:tgtEl>
                                          <p:spTgt spid="20"/>
                                        </p:tgtEl>
                                        <p:attrNameLst>
                                          <p:attrName>ppt_x</p:attrName>
                                        </p:attrNameLst>
                                      </p:cBhvr>
                                      <p:tavLst>
                                        <p:tav tm="0">
                                          <p:val>
                                            <p:strVal val="0-#ppt_w/2"/>
                                          </p:val>
                                        </p:tav>
                                        <p:tav tm="100000">
                                          <p:val>
                                            <p:strVal val="#ppt_x"/>
                                          </p:val>
                                        </p:tav>
                                      </p:tavLst>
                                    </p:anim>
                                    <p:anim calcmode="lin" valueType="num">
                                      <p:cBhvr additive="base">
                                        <p:cTn id="24" dur="1000" fill="hold"/>
                                        <p:tgtEl>
                                          <p:spTgt spid="20"/>
                                        </p:tgtEl>
                                        <p:attrNameLst>
                                          <p:attrName>ppt_y</p:attrName>
                                        </p:attrNameLst>
                                      </p:cBhvr>
                                      <p:tavLst>
                                        <p:tav tm="0">
                                          <p:val>
                                            <p:strVal val="0-#ppt_h/2"/>
                                          </p:val>
                                        </p:tav>
                                        <p:tav tm="100000">
                                          <p:val>
                                            <p:strVal val="#ppt_y"/>
                                          </p:val>
                                        </p:tav>
                                      </p:tavLst>
                                    </p:anim>
                                  </p:childTnLst>
                                </p:cTn>
                              </p:par>
                              <p:par>
                                <p:cTn id="25" presetID="2" presetClass="entr" presetSubtype="8" decel="100000" fill="hold" grpId="0" nodeType="withEffect">
                                  <p:stCondLst>
                                    <p:cond delay="0"/>
                                  </p:stCondLst>
                                  <p:childTnLst>
                                    <p:set>
                                      <p:cBhvr>
                                        <p:cTn id="26" dur="1" fill="hold">
                                          <p:stCondLst>
                                            <p:cond delay="0"/>
                                          </p:stCondLst>
                                        </p:cTn>
                                        <p:tgtEl>
                                          <p:spTgt spid="21">
                                            <p:txEl>
                                              <p:pRg st="0" end="0"/>
                                            </p:txEl>
                                          </p:spTgt>
                                        </p:tgtEl>
                                        <p:attrNameLst>
                                          <p:attrName>style.visibility</p:attrName>
                                        </p:attrNameLst>
                                      </p:cBhvr>
                                      <p:to>
                                        <p:strVal val="visible"/>
                                      </p:to>
                                    </p:set>
                                    <p:anim calcmode="lin" valueType="num">
                                      <p:cBhvr additive="base">
                                        <p:cTn id="27" dur="10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par>
                          <p:cTn id="29" fill="hold">
                            <p:stCondLst>
                              <p:cond delay="2200"/>
                            </p:stCondLst>
                            <p:childTnLst>
                              <p:par>
                                <p:cTn id="30" presetID="2" presetClass="entr" presetSubtype="8" decel="100000" fill="hold" grpId="0" nodeType="afterEffect">
                                  <p:stCondLst>
                                    <p:cond delay="0"/>
                                  </p:stCondLst>
                                  <p:childTnLst>
                                    <p:set>
                                      <p:cBhvr>
                                        <p:cTn id="31" dur="1" fill="hold">
                                          <p:stCondLst>
                                            <p:cond delay="0"/>
                                          </p:stCondLst>
                                        </p:cTn>
                                        <p:tgtEl>
                                          <p:spTgt spid="14">
                                            <p:txEl>
                                              <p:pRg st="0" end="0"/>
                                            </p:txEl>
                                          </p:spTgt>
                                        </p:tgtEl>
                                        <p:attrNameLst>
                                          <p:attrName>style.visibility</p:attrName>
                                        </p:attrNameLst>
                                      </p:cBhvr>
                                      <p:to>
                                        <p:strVal val="visible"/>
                                      </p:to>
                                    </p:set>
                                    <p:anim calcmode="lin" valueType="num">
                                      <p:cBhvr additive="base">
                                        <p:cTn id="32"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20" grpId="0">
        <p:tmplLst>
          <p:tmpl>
            <p:tnLst>
              <p:par>
                <p:cTn presetID="2" presetClass="entr" presetSubtype="9" decel="100000" fill="hold" nodeType="afterEffect">
                  <p:stCondLst>
                    <p:cond delay="0"/>
                  </p:stCondLst>
                  <p:iterate type="wd">
                    <p:tmPct val="10000"/>
                  </p:iterate>
                  <p:childTnLst>
                    <p:set>
                      <p:cBhvr>
                        <p:cTn dur="1" fill="hold">
                          <p:stCondLst>
                            <p:cond delay="0"/>
                          </p:stCondLst>
                        </p:cTn>
                        <p:tgtEl>
                          <p:spTgt spid="20"/>
                        </p:tgtEl>
                        <p:attrNameLst>
                          <p:attrName>style.visibility</p:attrName>
                        </p:attrNameLst>
                      </p:cBhvr>
                      <p:to>
                        <p:strVal val="visible"/>
                      </p:to>
                    </p:set>
                    <p:anim calcmode="lin" valueType="num">
                      <p:cBhvr additive="base">
                        <p:cTn dur="1000" fill="hold"/>
                        <p:tgtEl>
                          <p:spTgt spid="20"/>
                        </p:tgtEl>
                        <p:attrNameLst>
                          <p:attrName>ppt_x</p:attrName>
                        </p:attrNameLst>
                      </p:cBhvr>
                      <p:tavLst>
                        <p:tav tm="0">
                          <p:val>
                            <p:strVal val="0-#ppt_w/2"/>
                          </p:val>
                        </p:tav>
                        <p:tav tm="100000">
                          <p:val>
                            <p:strVal val="#ppt_x"/>
                          </p:val>
                        </p:tav>
                      </p:tavLst>
                    </p:anim>
                    <p:anim calcmode="lin" valueType="num">
                      <p:cBhvr additive="base">
                        <p:cTn dur="1000" fill="hold"/>
                        <p:tgtEl>
                          <p:spTgt spid="20"/>
                        </p:tgtEl>
                        <p:attrNameLst>
                          <p:attrName>ppt_y</p:attrName>
                        </p:attrNameLst>
                      </p:cBhvr>
                      <p:tavLst>
                        <p:tav tm="0">
                          <p:val>
                            <p:strVal val="0-#ppt_h/2"/>
                          </p:val>
                        </p:tav>
                        <p:tav tm="100000">
                          <p:val>
                            <p:strVal val="#ppt_y"/>
                          </p:val>
                        </p:tav>
                      </p:tavLst>
                    </p:anim>
                  </p:childTnLst>
                </p:cTn>
              </p:par>
            </p:tnLst>
          </p:tmpl>
        </p:tmplLst>
      </p:bldP>
      <p:bldP spid="21" grpId="0" build="p">
        <p:tmplLst>
          <p:tmpl lvl="1">
            <p:tnLst>
              <p:par>
                <p:cTn presetID="2" presetClass="entr" presetSubtype="8" decel="10000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 calcmode="lin" valueType="num">
                      <p:cBhvr additive="base">
                        <p:cTn dur="1000" fill="hold"/>
                        <p:tgtEl>
                          <p:spTgt spid="21"/>
                        </p:tgtEl>
                        <p:attrNameLst>
                          <p:attrName>ppt_x</p:attrName>
                        </p:attrNameLst>
                      </p:cBhvr>
                      <p:tavLst>
                        <p:tav tm="0">
                          <p:val>
                            <p:strVal val="0-#ppt_w/2"/>
                          </p:val>
                        </p:tav>
                        <p:tav tm="100000">
                          <p:val>
                            <p:strVal val="#ppt_x"/>
                          </p:val>
                        </p:tav>
                      </p:tavLst>
                    </p:anim>
                    <p:anim calcmode="lin" valueType="num">
                      <p:cBhvr additive="base">
                        <p:cTn dur="1000" fill="hold"/>
                        <p:tgtEl>
                          <p:spTgt spid="21"/>
                        </p:tgtEl>
                        <p:attrNameLst>
                          <p:attrName>ppt_y</p:attrName>
                        </p:attrNameLst>
                      </p:cBhvr>
                      <p:tavLst>
                        <p:tav tm="0">
                          <p:val>
                            <p:strVal val="#ppt_y"/>
                          </p:val>
                        </p:tav>
                        <p:tav tm="100000">
                          <p:val>
                            <p:strVal val="#ppt_y"/>
                          </p:val>
                        </p:tav>
                      </p:tavLst>
                    </p:anim>
                  </p:childTnLst>
                </p:cTn>
              </p:par>
            </p:tnLst>
          </p:tmpl>
        </p:tmplLst>
      </p:bldP>
      <p:bldP spid="14" grpId="0" build="p">
        <p:tmplLst>
          <p:tmpl lvl="1">
            <p:tnLst>
              <p:par>
                <p:cTn presetID="2" presetClass="entr" presetSubtype="8" decel="10000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0-#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ag List with 4 Items">
    <p:spTree>
      <p:nvGrpSpPr>
        <p:cNvPr id="1" name=""/>
        <p:cNvGrpSpPr/>
        <p:nvPr/>
      </p:nvGrpSpPr>
      <p:grpSpPr>
        <a:xfrm>
          <a:off x="0" y="0"/>
          <a:ext cx="0" cy="0"/>
          <a:chOff x="0" y="0"/>
          <a:chExt cx="0" cy="0"/>
        </a:xfrm>
      </p:grpSpPr>
      <p:sp>
        <p:nvSpPr>
          <p:cNvPr id="4" name="正方形/長方形 3"/>
          <p:cNvSpPr/>
          <p:nvPr userDrawn="1"/>
        </p:nvSpPr>
        <p:spPr>
          <a:xfrm>
            <a:off x="-29029" y="-29028"/>
            <a:ext cx="8128000" cy="10368000"/>
          </a:xfrm>
          <a:prstGeom prst="rect">
            <a:avLst/>
          </a:prstGeom>
          <a:blipFill dpi="0" rotWithShape="0">
            <a:blip r:embed="rId2"/>
            <a:srcRect/>
            <a:tile tx="0" ty="0" sx="100000" sy="100000" flip="none" algn="tl"/>
          </a:blipFill>
          <a:ln>
            <a:noFill/>
          </a:ln>
          <a:effectLst>
            <a:outerShdw blurRad="50800" dist="381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5" name="直線コネクタ 4"/>
          <p:cNvCxnSpPr/>
          <p:nvPr userDrawn="1"/>
        </p:nvCxnSpPr>
        <p:spPr>
          <a:xfrm>
            <a:off x="7945343" y="0"/>
            <a:ext cx="0" cy="1028700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1" name="図プレースホルダー 40"/>
          <p:cNvSpPr>
            <a:spLocks noGrp="1"/>
          </p:cNvSpPr>
          <p:nvPr>
            <p:ph type="pic" sz="quarter" idx="29" hasCustomPrompt="1"/>
          </p:nvPr>
        </p:nvSpPr>
        <p:spPr>
          <a:xfrm>
            <a:off x="0" y="-28575"/>
            <a:ext cx="7835705" cy="10367963"/>
          </a:xfrm>
          <a:effectLst>
            <a:innerShdw blurRad="63500" dist="50800">
              <a:prstClr val="black">
                <a:alpha val="50000"/>
              </a:prstClr>
            </a:innerShdw>
          </a:effectLst>
        </p:spPr>
        <p:txBody>
          <a:bodyPr>
            <a:normAutofit/>
          </a:bodyPr>
          <a:lstStyle>
            <a:lvl1pPr>
              <a:defRPr sz="2000"/>
            </a:lvl1pPr>
          </a:lstStyle>
          <a:p>
            <a:r>
              <a:rPr kumimoji="1" lang="en-US" altLang="ja-JP" dirty="0"/>
              <a:t>Add an image</a:t>
            </a:r>
            <a:endParaRPr kumimoji="1" lang="ja-JP" altLang="en-US" dirty="0"/>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テキスト プレースホルダー 5"/>
          <p:cNvSpPr>
            <a:spLocks noGrp="1"/>
          </p:cNvSpPr>
          <p:nvPr>
            <p:ph type="body" sz="quarter" idx="15" hasCustomPrompt="1"/>
          </p:nvPr>
        </p:nvSpPr>
        <p:spPr>
          <a:xfrm>
            <a:off x="8388034" y="1652593"/>
            <a:ext cx="8129223" cy="647693"/>
          </a:xfrm>
        </p:spPr>
        <p:txBody>
          <a:bodyPr anchor="t">
            <a:noAutofit/>
          </a:bodyPr>
          <a:lstStyle>
            <a:lvl1pPr algn="l">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16" name="テキスト プレースホルダー 15"/>
          <p:cNvSpPr>
            <a:spLocks noGrp="1"/>
          </p:cNvSpPr>
          <p:nvPr>
            <p:ph type="body" sz="quarter" idx="22" hasCustomPrompt="1"/>
          </p:nvPr>
        </p:nvSpPr>
        <p:spPr>
          <a:xfrm>
            <a:off x="6222434" y="2553281"/>
            <a:ext cx="2002458" cy="985543"/>
          </a:xfrm>
          <a:blipFill>
            <a:blip r:embed="rId3"/>
            <a:stretch>
              <a:fillRect/>
            </a:stretch>
          </a:blipFill>
          <a:effectLst>
            <a:outerShdw blurRad="50800" dist="38100" dir="2700000" algn="tl" rotWithShape="0">
              <a:prstClr val="black">
                <a:alpha val="40000"/>
              </a:prstClr>
            </a:outerShdw>
          </a:effectLst>
        </p:spPr>
        <p:txBody>
          <a:bodyPr/>
          <a:lstStyle>
            <a:lvl1pPr>
              <a:defRPr baseline="0"/>
            </a:lvl1pPr>
          </a:lstStyle>
          <a:p>
            <a:pPr lvl="0"/>
            <a:r>
              <a:rPr kumimoji="1" lang="en-US" altLang="ja-JP" dirty="0"/>
              <a:t> </a:t>
            </a:r>
            <a:endParaRPr kumimoji="1" lang="ja-JP" altLang="en-US" dirty="0"/>
          </a:p>
        </p:txBody>
      </p:sp>
      <p:sp>
        <p:nvSpPr>
          <p:cNvPr id="14" name="テキスト プレースホルダー 5"/>
          <p:cNvSpPr>
            <a:spLocks noGrp="1"/>
          </p:cNvSpPr>
          <p:nvPr userDrawn="1">
            <p:ph type="body" sz="quarter" idx="21" hasCustomPrompt="1"/>
          </p:nvPr>
        </p:nvSpPr>
        <p:spPr>
          <a:xfrm>
            <a:off x="6598871" y="2770918"/>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27" name="テキスト プレースホルダー 15"/>
          <p:cNvSpPr>
            <a:spLocks noGrp="1"/>
          </p:cNvSpPr>
          <p:nvPr>
            <p:ph type="body" sz="quarter" idx="23" hasCustomPrompt="1"/>
          </p:nvPr>
        </p:nvSpPr>
        <p:spPr>
          <a:xfrm>
            <a:off x="6222434" y="4339418"/>
            <a:ext cx="2002458" cy="985543"/>
          </a:xfrm>
          <a:blipFill>
            <a:blip r:embed="rId4"/>
            <a:stretch>
              <a:fillRect/>
            </a:stretch>
          </a:blipFill>
          <a:effectLst>
            <a:outerShdw blurRad="50800" dist="38100" dir="2700000" algn="tl" rotWithShape="0">
              <a:prstClr val="black">
                <a:alpha val="40000"/>
              </a:prstClr>
            </a:outerShdw>
          </a:effectLst>
        </p:spPr>
        <p:txBody>
          <a:bodyPr/>
          <a:lstStyle>
            <a:lvl1pPr>
              <a:defRPr baseline="0"/>
            </a:lvl1pPr>
          </a:lstStyle>
          <a:p>
            <a:pPr lvl="0"/>
            <a:r>
              <a:rPr kumimoji="1" lang="en-US" altLang="ja-JP" dirty="0"/>
              <a:t> </a:t>
            </a:r>
            <a:endParaRPr kumimoji="1" lang="ja-JP" altLang="en-US" dirty="0"/>
          </a:p>
        </p:txBody>
      </p:sp>
      <p:sp>
        <p:nvSpPr>
          <p:cNvPr id="28" name="テキスト プレースホルダー 5"/>
          <p:cNvSpPr>
            <a:spLocks noGrp="1"/>
          </p:cNvSpPr>
          <p:nvPr>
            <p:ph type="body" sz="quarter" idx="24" hasCustomPrompt="1"/>
          </p:nvPr>
        </p:nvSpPr>
        <p:spPr>
          <a:xfrm>
            <a:off x="6624661" y="4557055"/>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29" name="テキスト プレースホルダー 15"/>
          <p:cNvSpPr>
            <a:spLocks noGrp="1"/>
          </p:cNvSpPr>
          <p:nvPr>
            <p:ph type="body" sz="quarter" idx="25" hasCustomPrompt="1"/>
          </p:nvPr>
        </p:nvSpPr>
        <p:spPr>
          <a:xfrm>
            <a:off x="6222434" y="6125555"/>
            <a:ext cx="2002458" cy="985543"/>
          </a:xfrm>
          <a:blipFill>
            <a:blip r:embed="rId3"/>
            <a:stretch>
              <a:fillRect/>
            </a:stretch>
          </a:blipFill>
          <a:effectLst>
            <a:outerShdw blurRad="50800" dist="38100" dir="2700000" algn="tl" rotWithShape="0">
              <a:prstClr val="black">
                <a:alpha val="40000"/>
              </a:prstClr>
            </a:outerShdw>
          </a:effectLst>
        </p:spPr>
        <p:txBody>
          <a:bodyPr/>
          <a:lstStyle>
            <a:lvl1pPr>
              <a:defRPr baseline="0"/>
            </a:lvl1pPr>
          </a:lstStyle>
          <a:p>
            <a:pPr lvl="0"/>
            <a:r>
              <a:rPr kumimoji="1" lang="en-US" altLang="ja-JP" dirty="0"/>
              <a:t> </a:t>
            </a:r>
            <a:endParaRPr kumimoji="1" lang="ja-JP" altLang="en-US" dirty="0"/>
          </a:p>
        </p:txBody>
      </p:sp>
      <p:sp>
        <p:nvSpPr>
          <p:cNvPr id="30" name="テキスト プレースホルダー 5"/>
          <p:cNvSpPr>
            <a:spLocks noGrp="1"/>
          </p:cNvSpPr>
          <p:nvPr>
            <p:ph type="body" sz="quarter" idx="26" hasCustomPrompt="1"/>
          </p:nvPr>
        </p:nvSpPr>
        <p:spPr>
          <a:xfrm>
            <a:off x="6624662" y="6343192"/>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31" name="テキスト プレースホルダー 15"/>
          <p:cNvSpPr>
            <a:spLocks noGrp="1"/>
          </p:cNvSpPr>
          <p:nvPr>
            <p:ph type="body" sz="quarter" idx="27" hasCustomPrompt="1"/>
          </p:nvPr>
        </p:nvSpPr>
        <p:spPr>
          <a:xfrm>
            <a:off x="6222434" y="7911691"/>
            <a:ext cx="2002458" cy="985543"/>
          </a:xfrm>
          <a:blipFill>
            <a:blip r:embed="rId4"/>
            <a:stretch>
              <a:fillRect/>
            </a:stretch>
          </a:blipFill>
          <a:effectLst>
            <a:outerShdw blurRad="50800" dist="38100" dir="2700000" algn="tl" rotWithShape="0">
              <a:prstClr val="black">
                <a:alpha val="40000"/>
              </a:prstClr>
            </a:outerShdw>
          </a:effectLst>
        </p:spPr>
        <p:txBody>
          <a:bodyPr/>
          <a:lstStyle>
            <a:lvl1pPr>
              <a:defRPr baseline="0"/>
            </a:lvl1pPr>
          </a:lstStyle>
          <a:p>
            <a:pPr lvl="0"/>
            <a:r>
              <a:rPr kumimoji="1" lang="en-US" altLang="ja-JP" dirty="0"/>
              <a:t> </a:t>
            </a:r>
            <a:endParaRPr kumimoji="1" lang="ja-JP" altLang="en-US" dirty="0"/>
          </a:p>
        </p:txBody>
      </p:sp>
      <p:sp>
        <p:nvSpPr>
          <p:cNvPr id="32" name="テキスト プレースホルダー 5"/>
          <p:cNvSpPr>
            <a:spLocks noGrp="1"/>
          </p:cNvSpPr>
          <p:nvPr>
            <p:ph type="body" sz="quarter" idx="28" hasCustomPrompt="1"/>
          </p:nvPr>
        </p:nvSpPr>
        <p:spPr>
          <a:xfrm>
            <a:off x="6650452" y="8129328"/>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33" name="テキスト プレースホルダー 21"/>
          <p:cNvSpPr>
            <a:spLocks noGrp="1"/>
          </p:cNvSpPr>
          <p:nvPr>
            <p:ph type="body" sz="quarter" idx="10" hasCustomPrompt="1"/>
          </p:nvPr>
        </p:nvSpPr>
        <p:spPr>
          <a:xfrm>
            <a:off x="8363582" y="2729127"/>
            <a:ext cx="9060525" cy="759652"/>
          </a:xfrm>
        </p:spPr>
        <p:txBody>
          <a:bodyPr anchor="ctr">
            <a:noAutofit/>
          </a:bodyPr>
          <a:lstStyle>
            <a:lvl1pPr marL="0" marR="0" indent="0" algn="l" defTabSz="1633027" rtl="0" eaLnBrk="1" fontAlgn="auto" latinLnBrk="0" hangingPunct="1">
              <a:lnSpc>
                <a:spcPct val="100000"/>
              </a:lnSpc>
              <a:spcBef>
                <a:spcPts val="0"/>
              </a:spcBef>
              <a:spcAft>
                <a:spcPts val="0"/>
              </a:spcAft>
              <a:buClrTx/>
              <a:buSzTx/>
              <a:buFontTx/>
              <a:buNone/>
              <a:tabLst/>
              <a:defRPr sz="3600" baseline="0">
                <a:solidFill>
                  <a:schemeClr val="accent2">
                    <a:lumMod val="75000"/>
                  </a:schemeClr>
                </a:solidFill>
                <a:effectLst>
                  <a:innerShdw blurRad="114300">
                    <a:prstClr val="black"/>
                  </a:innerShdw>
                </a:effectLst>
                <a:latin typeface="+mj-lt"/>
              </a:defRPr>
            </a:lvl1pPr>
          </a:lstStyle>
          <a:p>
            <a:pPr lvl="0"/>
            <a:r>
              <a:rPr kumimoji="1" lang="en-US" altLang="ja-JP" dirty="0"/>
              <a:t>HEADING GOES HERE</a:t>
            </a:r>
          </a:p>
        </p:txBody>
      </p:sp>
      <p:grpSp>
        <p:nvGrpSpPr>
          <p:cNvPr id="34" name="グループ化 33"/>
          <p:cNvGrpSpPr/>
          <p:nvPr userDrawn="1"/>
        </p:nvGrpSpPr>
        <p:grpSpPr>
          <a:xfrm>
            <a:off x="16778435" y="339170"/>
            <a:ext cx="1150664" cy="1150664"/>
            <a:chOff x="7418859" y="2569953"/>
            <a:chExt cx="934639" cy="934639"/>
          </a:xfrm>
          <a:effectLst>
            <a:outerShdw blurRad="50800" dist="38100" dir="2700000" algn="tl" rotWithShape="0">
              <a:prstClr val="black">
                <a:alpha val="40000"/>
              </a:prstClr>
            </a:outerShdw>
          </a:effectLst>
        </p:grpSpPr>
        <p:sp>
          <p:nvSpPr>
            <p:cNvPr id="35" name="涙形 34"/>
            <p:cNvSpPr/>
            <p:nvPr/>
          </p:nvSpPr>
          <p:spPr>
            <a:xfrm>
              <a:off x="7418859" y="2569953"/>
              <a:ext cx="934639" cy="934639"/>
            </a:xfrm>
            <a:prstGeom prst="teardrop">
              <a:avLst/>
            </a:prstGeom>
            <a:blipFill dpi="0" rotWithShape="1">
              <a:blip r:embed="rId5"/>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涙形 35"/>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7"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42" name="テキスト プレースホルダー 5"/>
          <p:cNvSpPr>
            <a:spLocks noGrp="1"/>
          </p:cNvSpPr>
          <p:nvPr>
            <p:ph type="body" sz="quarter" idx="12" hasCustomPrompt="1"/>
          </p:nvPr>
        </p:nvSpPr>
        <p:spPr>
          <a:xfrm>
            <a:off x="8363582" y="3360163"/>
            <a:ext cx="9046460" cy="1073502"/>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43" name="テキスト プレースホルダー 21"/>
          <p:cNvSpPr>
            <a:spLocks noGrp="1"/>
          </p:cNvSpPr>
          <p:nvPr>
            <p:ph type="body" sz="quarter" idx="30" hasCustomPrompt="1"/>
          </p:nvPr>
        </p:nvSpPr>
        <p:spPr>
          <a:xfrm>
            <a:off x="8363582" y="4514945"/>
            <a:ext cx="9060525" cy="759652"/>
          </a:xfrm>
        </p:spPr>
        <p:txBody>
          <a:bodyPr anchor="ctr">
            <a:noAutofit/>
          </a:bodyPr>
          <a:lstStyle>
            <a:lvl1pPr marL="0" marR="0" indent="0" algn="l" defTabSz="1633027" rtl="0" eaLnBrk="1" fontAlgn="auto" latinLnBrk="0" hangingPunct="1">
              <a:lnSpc>
                <a:spcPct val="100000"/>
              </a:lnSpc>
              <a:spcBef>
                <a:spcPts val="0"/>
              </a:spcBef>
              <a:spcAft>
                <a:spcPts val="0"/>
              </a:spcAft>
              <a:buClrTx/>
              <a:buSzTx/>
              <a:buFontTx/>
              <a:buNone/>
              <a:tabLst/>
              <a:defRPr sz="3600" baseline="0">
                <a:solidFill>
                  <a:schemeClr val="accent2">
                    <a:lumMod val="75000"/>
                  </a:schemeClr>
                </a:solidFill>
                <a:effectLst>
                  <a:innerShdw blurRad="114300">
                    <a:prstClr val="black"/>
                  </a:innerShdw>
                </a:effectLst>
                <a:latin typeface="+mj-lt"/>
              </a:defRPr>
            </a:lvl1pPr>
          </a:lstStyle>
          <a:p>
            <a:pPr lvl="0"/>
            <a:r>
              <a:rPr kumimoji="1" lang="en-US" altLang="ja-JP" dirty="0"/>
              <a:t>HEADING GOES HERE</a:t>
            </a:r>
          </a:p>
        </p:txBody>
      </p:sp>
      <p:sp>
        <p:nvSpPr>
          <p:cNvPr id="44" name="テキスト プレースホルダー 5"/>
          <p:cNvSpPr>
            <a:spLocks noGrp="1"/>
          </p:cNvSpPr>
          <p:nvPr>
            <p:ph type="body" sz="quarter" idx="31" hasCustomPrompt="1"/>
          </p:nvPr>
        </p:nvSpPr>
        <p:spPr>
          <a:xfrm>
            <a:off x="8363582" y="5145981"/>
            <a:ext cx="9046460" cy="1073502"/>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45" name="テキスト プレースホルダー 21"/>
          <p:cNvSpPr>
            <a:spLocks noGrp="1"/>
          </p:cNvSpPr>
          <p:nvPr>
            <p:ph type="body" sz="quarter" idx="32" hasCustomPrompt="1"/>
          </p:nvPr>
        </p:nvSpPr>
        <p:spPr>
          <a:xfrm>
            <a:off x="8363582" y="6300763"/>
            <a:ext cx="9060525" cy="759652"/>
          </a:xfrm>
        </p:spPr>
        <p:txBody>
          <a:bodyPr anchor="ctr">
            <a:noAutofit/>
          </a:bodyPr>
          <a:lstStyle>
            <a:lvl1pPr marL="0" marR="0" indent="0" algn="l" defTabSz="1633027" rtl="0" eaLnBrk="1" fontAlgn="auto" latinLnBrk="0" hangingPunct="1">
              <a:lnSpc>
                <a:spcPct val="100000"/>
              </a:lnSpc>
              <a:spcBef>
                <a:spcPts val="0"/>
              </a:spcBef>
              <a:spcAft>
                <a:spcPts val="0"/>
              </a:spcAft>
              <a:buClrTx/>
              <a:buSzTx/>
              <a:buFontTx/>
              <a:buNone/>
              <a:tabLst/>
              <a:defRPr sz="3600" baseline="0">
                <a:solidFill>
                  <a:schemeClr val="accent2">
                    <a:lumMod val="75000"/>
                  </a:schemeClr>
                </a:solidFill>
                <a:effectLst>
                  <a:innerShdw blurRad="114300">
                    <a:prstClr val="black"/>
                  </a:innerShdw>
                </a:effectLst>
                <a:latin typeface="+mj-lt"/>
              </a:defRPr>
            </a:lvl1pPr>
          </a:lstStyle>
          <a:p>
            <a:pPr lvl="0"/>
            <a:r>
              <a:rPr kumimoji="1" lang="en-US" altLang="ja-JP" dirty="0"/>
              <a:t>HEADING GOES HERE</a:t>
            </a:r>
          </a:p>
        </p:txBody>
      </p:sp>
      <p:sp>
        <p:nvSpPr>
          <p:cNvPr id="46" name="テキスト プレースホルダー 5"/>
          <p:cNvSpPr>
            <a:spLocks noGrp="1"/>
          </p:cNvSpPr>
          <p:nvPr>
            <p:ph type="body" sz="quarter" idx="33" hasCustomPrompt="1"/>
          </p:nvPr>
        </p:nvSpPr>
        <p:spPr>
          <a:xfrm>
            <a:off x="8363582" y="6931799"/>
            <a:ext cx="9046460" cy="1073502"/>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47" name="テキスト プレースホルダー 21"/>
          <p:cNvSpPr>
            <a:spLocks noGrp="1"/>
          </p:cNvSpPr>
          <p:nvPr>
            <p:ph type="body" sz="quarter" idx="34" hasCustomPrompt="1"/>
          </p:nvPr>
        </p:nvSpPr>
        <p:spPr>
          <a:xfrm>
            <a:off x="8363582" y="8086582"/>
            <a:ext cx="9060525" cy="759652"/>
          </a:xfrm>
        </p:spPr>
        <p:txBody>
          <a:bodyPr anchor="ctr">
            <a:noAutofit/>
          </a:bodyPr>
          <a:lstStyle>
            <a:lvl1pPr marL="0" marR="0" indent="0" algn="l" defTabSz="1633027" rtl="0" eaLnBrk="1" fontAlgn="auto" latinLnBrk="0" hangingPunct="1">
              <a:lnSpc>
                <a:spcPct val="100000"/>
              </a:lnSpc>
              <a:spcBef>
                <a:spcPts val="0"/>
              </a:spcBef>
              <a:spcAft>
                <a:spcPts val="0"/>
              </a:spcAft>
              <a:buClrTx/>
              <a:buSzTx/>
              <a:buFontTx/>
              <a:buNone/>
              <a:tabLst/>
              <a:defRPr sz="3600" baseline="0">
                <a:solidFill>
                  <a:schemeClr val="accent2">
                    <a:lumMod val="75000"/>
                  </a:schemeClr>
                </a:solidFill>
                <a:effectLst>
                  <a:innerShdw blurRad="114300">
                    <a:prstClr val="black"/>
                  </a:innerShdw>
                </a:effectLst>
                <a:latin typeface="+mj-lt"/>
              </a:defRPr>
            </a:lvl1pPr>
          </a:lstStyle>
          <a:p>
            <a:pPr lvl="0"/>
            <a:r>
              <a:rPr kumimoji="1" lang="en-US" altLang="ja-JP" dirty="0"/>
              <a:t>HEADING GOES HERE</a:t>
            </a:r>
          </a:p>
        </p:txBody>
      </p:sp>
      <p:sp>
        <p:nvSpPr>
          <p:cNvPr id="48" name="テキスト プレースホルダー 5"/>
          <p:cNvSpPr>
            <a:spLocks noGrp="1"/>
          </p:cNvSpPr>
          <p:nvPr>
            <p:ph type="body" sz="quarter" idx="35" hasCustomPrompt="1"/>
          </p:nvPr>
        </p:nvSpPr>
        <p:spPr>
          <a:xfrm>
            <a:off x="8363582" y="8717618"/>
            <a:ext cx="9046460" cy="1073502"/>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2869021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500" fill="hold"/>
                                        <p:tgtEl>
                                          <p:spTgt spid="37"/>
                                        </p:tgtEl>
                                        <p:attrNameLst>
                                          <p:attrName>ppt_x</p:attrName>
                                        </p:attrNameLst>
                                      </p:cBhvr>
                                      <p:tavLst>
                                        <p:tav tm="0">
                                          <p:val>
                                            <p:strVal val="#ppt_x"/>
                                          </p:val>
                                        </p:tav>
                                        <p:tav tm="100000">
                                          <p:val>
                                            <p:strVal val="#ppt_x"/>
                                          </p:val>
                                        </p:tav>
                                      </p:tavLst>
                                    </p:anim>
                                    <p:anim calcmode="lin" valueType="num">
                                      <p:cBhvr additive="base">
                                        <p:cTn id="12" dur="500" fill="hold"/>
                                        <p:tgtEl>
                                          <p:spTgt spid="37"/>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 presetClass="entr" presetSubtype="1" decel="100000" fill="hold" grpId="0" nodeType="after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 calcmode="lin" valueType="num">
                                      <p:cBhvr additive="base">
                                        <p:cTn id="16"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0" end="0"/>
                                            </p:txEl>
                                          </p:spTgt>
                                        </p:tgtEl>
                                        <p:attrNameLst>
                                          <p:attrName>ppt_y</p:attrName>
                                        </p:attrNameLst>
                                      </p:cBhvr>
                                      <p:tavLst>
                                        <p:tav tm="0">
                                          <p:val>
                                            <p:strVal val="0-#ppt_h/2"/>
                                          </p:val>
                                        </p:tav>
                                        <p:tav tm="100000">
                                          <p:val>
                                            <p:strVal val="#ppt_y"/>
                                          </p:val>
                                        </p:tav>
                                      </p:tavLst>
                                    </p:anim>
                                  </p:childTnLst>
                                </p:cTn>
                              </p:par>
                            </p:childTnLst>
                          </p:cTn>
                        </p:par>
                        <p:par>
                          <p:cTn id="18" fill="hold">
                            <p:stCondLst>
                              <p:cond delay="1000"/>
                            </p:stCondLst>
                            <p:childTnLst>
                              <p:par>
                                <p:cTn id="19" presetID="22" presetClass="entr" presetSubtype="4"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down)">
                                      <p:cBhvr>
                                        <p:cTn id="21" dur="500"/>
                                        <p:tgtEl>
                                          <p:spTgt spid="4"/>
                                        </p:tgtEl>
                                      </p:cBhvr>
                                    </p:animEffect>
                                  </p:childTnLst>
                                </p:cTn>
                              </p:par>
                            </p:childTnLst>
                          </p:cTn>
                        </p:par>
                        <p:par>
                          <p:cTn id="22" fill="hold">
                            <p:stCondLst>
                              <p:cond delay="1500"/>
                            </p:stCondLst>
                            <p:childTnLst>
                              <p:par>
                                <p:cTn id="23" presetID="22" presetClass="entr" presetSubtype="1" fill="hold" grpId="0"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wipe(up)">
                                      <p:cBhvr>
                                        <p:cTn id="25" dur="500"/>
                                        <p:tgtEl>
                                          <p:spTgt spid="41"/>
                                        </p:tgtEl>
                                      </p:cBhvr>
                                    </p:animEffect>
                                  </p:childTnLst>
                                </p:cTn>
                              </p:par>
                              <p:par>
                                <p:cTn id="26" presetID="22" presetClass="entr" presetSubtype="4"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childTnLst>
                          </p:cTn>
                        </p:par>
                        <p:par>
                          <p:cTn id="29" fill="hold">
                            <p:stCondLst>
                              <p:cond delay="2000"/>
                            </p:stCondLst>
                            <p:childTnLst>
                              <p:par>
                                <p:cTn id="30" presetID="22" presetClass="entr" presetSubtype="2"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right)">
                                      <p:cBhvr>
                                        <p:cTn id="32" dur="500"/>
                                        <p:tgtEl>
                                          <p:spTgt spid="16"/>
                                        </p:tgtEl>
                                      </p:cBhvr>
                                    </p:animEffect>
                                  </p:childTnLst>
                                </p:cTn>
                              </p:par>
                              <p:par>
                                <p:cTn id="33" presetID="22" presetClass="entr" presetSubtype="2"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right)">
                                      <p:cBhvr>
                                        <p:cTn id="35" dur="500"/>
                                        <p:tgtEl>
                                          <p:spTgt spid="14"/>
                                        </p:tgtEl>
                                      </p:cBhvr>
                                    </p:animEffect>
                                  </p:childTnLst>
                                </p:cTn>
                              </p:par>
                            </p:childTnLst>
                          </p:cTn>
                        </p:par>
                        <p:par>
                          <p:cTn id="36" fill="hold">
                            <p:stCondLst>
                              <p:cond delay="2500"/>
                            </p:stCondLst>
                            <p:childTnLst>
                              <p:par>
                                <p:cTn id="37" presetID="2" presetClass="entr" presetSubtype="2" decel="100000" fill="hold" grpId="0" nodeType="afterEffect">
                                  <p:stCondLst>
                                    <p:cond delay="0"/>
                                  </p:stCondLst>
                                  <p:iterate type="wd">
                                    <p:tmPct val="10000"/>
                                  </p:iterate>
                                  <p:childTnLst>
                                    <p:set>
                                      <p:cBhvr>
                                        <p:cTn id="38" dur="1" fill="hold">
                                          <p:stCondLst>
                                            <p:cond delay="0"/>
                                          </p:stCondLst>
                                        </p:cTn>
                                        <p:tgtEl>
                                          <p:spTgt spid="33">
                                            <p:txEl>
                                              <p:pRg st="0" end="0"/>
                                            </p:txEl>
                                          </p:spTgt>
                                        </p:tgtEl>
                                        <p:attrNameLst>
                                          <p:attrName>style.visibility</p:attrName>
                                        </p:attrNameLst>
                                      </p:cBhvr>
                                      <p:to>
                                        <p:strVal val="visible"/>
                                      </p:to>
                                    </p:set>
                                    <p:anim calcmode="lin" valueType="num">
                                      <p:cBhvr additive="base">
                                        <p:cTn id="39" dur="500" fill="hold"/>
                                        <p:tgtEl>
                                          <p:spTgt spid="33">
                                            <p:txEl>
                                              <p:pRg st="0" end="0"/>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33">
                                            <p:txEl>
                                              <p:pRg st="0" end="0"/>
                                            </p:txEl>
                                          </p:spTgt>
                                        </p:tgtEl>
                                        <p:attrNameLst>
                                          <p:attrName>ppt_y</p:attrName>
                                        </p:attrNameLst>
                                      </p:cBhvr>
                                      <p:tavLst>
                                        <p:tav tm="0">
                                          <p:val>
                                            <p:strVal val="#ppt_y"/>
                                          </p:val>
                                        </p:tav>
                                        <p:tav tm="100000">
                                          <p:val>
                                            <p:strVal val="#ppt_y"/>
                                          </p:val>
                                        </p:tav>
                                      </p:tavLst>
                                    </p:anim>
                                  </p:childTnLst>
                                </p:cTn>
                              </p:par>
                            </p:childTnLst>
                          </p:cTn>
                        </p:par>
                        <p:par>
                          <p:cTn id="41" fill="hold">
                            <p:stCondLst>
                              <p:cond delay="3100"/>
                            </p:stCondLst>
                            <p:childTnLst>
                              <p:par>
                                <p:cTn id="42" presetID="22" presetClass="entr" presetSubtype="8" fill="hold" grpId="0" nodeType="afterEffect">
                                  <p:stCondLst>
                                    <p:cond delay="0"/>
                                  </p:stCondLst>
                                  <p:childTnLst>
                                    <p:set>
                                      <p:cBhvr>
                                        <p:cTn id="43" dur="1" fill="hold">
                                          <p:stCondLst>
                                            <p:cond delay="0"/>
                                          </p:stCondLst>
                                        </p:cTn>
                                        <p:tgtEl>
                                          <p:spTgt spid="42">
                                            <p:txEl>
                                              <p:pRg st="0" end="0"/>
                                            </p:txEl>
                                          </p:spTgt>
                                        </p:tgtEl>
                                        <p:attrNameLst>
                                          <p:attrName>style.visibility</p:attrName>
                                        </p:attrNameLst>
                                      </p:cBhvr>
                                      <p:to>
                                        <p:strVal val="visible"/>
                                      </p:to>
                                    </p:set>
                                    <p:animEffect transition="in" filter="wipe(left)">
                                      <p:cBhvr>
                                        <p:cTn id="44" dur="500"/>
                                        <p:tgtEl>
                                          <p:spTgt spid="42">
                                            <p:txEl>
                                              <p:pRg st="0" end="0"/>
                                            </p:txEl>
                                          </p:spTgt>
                                        </p:tgtEl>
                                      </p:cBhvr>
                                    </p:animEffect>
                                  </p:childTnLst>
                                </p:cTn>
                              </p:par>
                            </p:childTnLst>
                          </p:cTn>
                        </p:par>
                        <p:par>
                          <p:cTn id="45" fill="hold">
                            <p:stCondLst>
                              <p:cond delay="3600"/>
                            </p:stCondLst>
                            <p:childTnLst>
                              <p:par>
                                <p:cTn id="46" presetID="22" presetClass="entr" presetSubtype="2" fill="hold" grpId="0" nodeType="after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right)">
                                      <p:cBhvr>
                                        <p:cTn id="48" dur="500"/>
                                        <p:tgtEl>
                                          <p:spTgt spid="27"/>
                                        </p:tgtEl>
                                      </p:cBhvr>
                                    </p:animEffect>
                                  </p:childTnLst>
                                </p:cTn>
                              </p:par>
                              <p:par>
                                <p:cTn id="49" presetID="22" presetClass="entr" presetSubtype="2"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right)">
                                      <p:cBhvr>
                                        <p:cTn id="51" dur="500"/>
                                        <p:tgtEl>
                                          <p:spTgt spid="28"/>
                                        </p:tgtEl>
                                      </p:cBhvr>
                                    </p:animEffect>
                                  </p:childTnLst>
                                </p:cTn>
                              </p:par>
                            </p:childTnLst>
                          </p:cTn>
                        </p:par>
                        <p:par>
                          <p:cTn id="52" fill="hold">
                            <p:stCondLst>
                              <p:cond delay="4100"/>
                            </p:stCondLst>
                            <p:childTnLst>
                              <p:par>
                                <p:cTn id="53" presetID="2" presetClass="entr" presetSubtype="2" decel="100000" fill="hold" grpId="0" nodeType="afterEffect">
                                  <p:stCondLst>
                                    <p:cond delay="0"/>
                                  </p:stCondLst>
                                  <p:iterate type="wd">
                                    <p:tmPct val="10000"/>
                                  </p:iterate>
                                  <p:childTnLst>
                                    <p:set>
                                      <p:cBhvr>
                                        <p:cTn id="54" dur="1" fill="hold">
                                          <p:stCondLst>
                                            <p:cond delay="0"/>
                                          </p:stCondLst>
                                        </p:cTn>
                                        <p:tgtEl>
                                          <p:spTgt spid="43">
                                            <p:txEl>
                                              <p:pRg st="0" end="0"/>
                                            </p:txEl>
                                          </p:spTgt>
                                        </p:tgtEl>
                                        <p:attrNameLst>
                                          <p:attrName>style.visibility</p:attrName>
                                        </p:attrNameLst>
                                      </p:cBhvr>
                                      <p:to>
                                        <p:strVal val="visible"/>
                                      </p:to>
                                    </p:set>
                                    <p:anim calcmode="lin" valueType="num">
                                      <p:cBhvr additive="base">
                                        <p:cTn id="55" dur="500" fill="hold"/>
                                        <p:tgtEl>
                                          <p:spTgt spid="43">
                                            <p:txEl>
                                              <p:pRg st="0" end="0"/>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43">
                                            <p:txEl>
                                              <p:pRg st="0" end="0"/>
                                            </p:txEl>
                                          </p:spTgt>
                                        </p:tgtEl>
                                        <p:attrNameLst>
                                          <p:attrName>ppt_y</p:attrName>
                                        </p:attrNameLst>
                                      </p:cBhvr>
                                      <p:tavLst>
                                        <p:tav tm="0">
                                          <p:val>
                                            <p:strVal val="#ppt_y"/>
                                          </p:val>
                                        </p:tav>
                                        <p:tav tm="100000">
                                          <p:val>
                                            <p:strVal val="#ppt_y"/>
                                          </p:val>
                                        </p:tav>
                                      </p:tavLst>
                                    </p:anim>
                                  </p:childTnLst>
                                </p:cTn>
                              </p:par>
                            </p:childTnLst>
                          </p:cTn>
                        </p:par>
                        <p:par>
                          <p:cTn id="57" fill="hold">
                            <p:stCondLst>
                              <p:cond delay="4700"/>
                            </p:stCondLst>
                            <p:childTnLst>
                              <p:par>
                                <p:cTn id="58" presetID="22" presetClass="entr" presetSubtype="8" fill="hold" grpId="0" nodeType="afterEffect">
                                  <p:stCondLst>
                                    <p:cond delay="0"/>
                                  </p:stCondLst>
                                  <p:childTnLst>
                                    <p:set>
                                      <p:cBhvr>
                                        <p:cTn id="59" dur="1" fill="hold">
                                          <p:stCondLst>
                                            <p:cond delay="0"/>
                                          </p:stCondLst>
                                        </p:cTn>
                                        <p:tgtEl>
                                          <p:spTgt spid="44">
                                            <p:txEl>
                                              <p:pRg st="0" end="0"/>
                                            </p:txEl>
                                          </p:spTgt>
                                        </p:tgtEl>
                                        <p:attrNameLst>
                                          <p:attrName>style.visibility</p:attrName>
                                        </p:attrNameLst>
                                      </p:cBhvr>
                                      <p:to>
                                        <p:strVal val="visible"/>
                                      </p:to>
                                    </p:set>
                                    <p:animEffect transition="in" filter="wipe(left)">
                                      <p:cBhvr>
                                        <p:cTn id="60" dur="500"/>
                                        <p:tgtEl>
                                          <p:spTgt spid="44">
                                            <p:txEl>
                                              <p:pRg st="0" end="0"/>
                                            </p:txEl>
                                          </p:spTgt>
                                        </p:tgtEl>
                                      </p:cBhvr>
                                    </p:animEffect>
                                  </p:childTnLst>
                                </p:cTn>
                              </p:par>
                            </p:childTnLst>
                          </p:cTn>
                        </p:par>
                        <p:par>
                          <p:cTn id="61" fill="hold">
                            <p:stCondLst>
                              <p:cond delay="5200"/>
                            </p:stCondLst>
                            <p:childTnLst>
                              <p:par>
                                <p:cTn id="62" presetID="22" presetClass="entr" presetSubtype="2" fill="hold" grpId="0" nodeType="after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ipe(right)">
                                      <p:cBhvr>
                                        <p:cTn id="64" dur="500"/>
                                        <p:tgtEl>
                                          <p:spTgt spid="29"/>
                                        </p:tgtEl>
                                      </p:cBhvr>
                                    </p:animEffect>
                                  </p:childTnLst>
                                </p:cTn>
                              </p:par>
                              <p:par>
                                <p:cTn id="65" presetID="22" presetClass="entr" presetSubtype="2"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right)">
                                      <p:cBhvr>
                                        <p:cTn id="67" dur="500"/>
                                        <p:tgtEl>
                                          <p:spTgt spid="30"/>
                                        </p:tgtEl>
                                      </p:cBhvr>
                                    </p:animEffect>
                                  </p:childTnLst>
                                </p:cTn>
                              </p:par>
                            </p:childTnLst>
                          </p:cTn>
                        </p:par>
                        <p:par>
                          <p:cTn id="68" fill="hold">
                            <p:stCondLst>
                              <p:cond delay="5700"/>
                            </p:stCondLst>
                            <p:childTnLst>
                              <p:par>
                                <p:cTn id="69" presetID="2" presetClass="entr" presetSubtype="2" decel="100000" fill="hold" grpId="0" nodeType="afterEffect">
                                  <p:stCondLst>
                                    <p:cond delay="0"/>
                                  </p:stCondLst>
                                  <p:iterate type="wd">
                                    <p:tmPct val="10000"/>
                                  </p:iterate>
                                  <p:childTnLst>
                                    <p:set>
                                      <p:cBhvr>
                                        <p:cTn id="70" dur="1" fill="hold">
                                          <p:stCondLst>
                                            <p:cond delay="0"/>
                                          </p:stCondLst>
                                        </p:cTn>
                                        <p:tgtEl>
                                          <p:spTgt spid="45">
                                            <p:txEl>
                                              <p:pRg st="0" end="0"/>
                                            </p:txEl>
                                          </p:spTgt>
                                        </p:tgtEl>
                                        <p:attrNameLst>
                                          <p:attrName>style.visibility</p:attrName>
                                        </p:attrNameLst>
                                      </p:cBhvr>
                                      <p:to>
                                        <p:strVal val="visible"/>
                                      </p:to>
                                    </p:set>
                                    <p:anim calcmode="lin" valueType="num">
                                      <p:cBhvr additive="base">
                                        <p:cTn id="71" dur="500" fill="hold"/>
                                        <p:tgtEl>
                                          <p:spTgt spid="45">
                                            <p:txEl>
                                              <p:pRg st="0" end="0"/>
                                            </p:tx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45">
                                            <p:txEl>
                                              <p:pRg st="0" end="0"/>
                                            </p:txEl>
                                          </p:spTgt>
                                        </p:tgtEl>
                                        <p:attrNameLst>
                                          <p:attrName>ppt_y</p:attrName>
                                        </p:attrNameLst>
                                      </p:cBhvr>
                                      <p:tavLst>
                                        <p:tav tm="0">
                                          <p:val>
                                            <p:strVal val="#ppt_y"/>
                                          </p:val>
                                        </p:tav>
                                        <p:tav tm="100000">
                                          <p:val>
                                            <p:strVal val="#ppt_y"/>
                                          </p:val>
                                        </p:tav>
                                      </p:tavLst>
                                    </p:anim>
                                  </p:childTnLst>
                                </p:cTn>
                              </p:par>
                            </p:childTnLst>
                          </p:cTn>
                        </p:par>
                        <p:par>
                          <p:cTn id="73" fill="hold">
                            <p:stCondLst>
                              <p:cond delay="6300"/>
                            </p:stCondLst>
                            <p:childTnLst>
                              <p:par>
                                <p:cTn id="74" presetID="22" presetClass="entr" presetSubtype="8" fill="hold" grpId="0" nodeType="afterEffect">
                                  <p:stCondLst>
                                    <p:cond delay="0"/>
                                  </p:stCondLst>
                                  <p:childTnLst>
                                    <p:set>
                                      <p:cBhvr>
                                        <p:cTn id="75" dur="1" fill="hold">
                                          <p:stCondLst>
                                            <p:cond delay="0"/>
                                          </p:stCondLst>
                                        </p:cTn>
                                        <p:tgtEl>
                                          <p:spTgt spid="46">
                                            <p:txEl>
                                              <p:pRg st="0" end="0"/>
                                            </p:txEl>
                                          </p:spTgt>
                                        </p:tgtEl>
                                        <p:attrNameLst>
                                          <p:attrName>style.visibility</p:attrName>
                                        </p:attrNameLst>
                                      </p:cBhvr>
                                      <p:to>
                                        <p:strVal val="visible"/>
                                      </p:to>
                                    </p:set>
                                    <p:animEffect transition="in" filter="wipe(left)">
                                      <p:cBhvr>
                                        <p:cTn id="76" dur="500"/>
                                        <p:tgtEl>
                                          <p:spTgt spid="46">
                                            <p:txEl>
                                              <p:pRg st="0" end="0"/>
                                            </p:txEl>
                                          </p:spTgt>
                                        </p:tgtEl>
                                      </p:cBhvr>
                                    </p:animEffect>
                                  </p:childTnLst>
                                </p:cTn>
                              </p:par>
                            </p:childTnLst>
                          </p:cTn>
                        </p:par>
                        <p:par>
                          <p:cTn id="77" fill="hold">
                            <p:stCondLst>
                              <p:cond delay="6800"/>
                            </p:stCondLst>
                            <p:childTnLst>
                              <p:par>
                                <p:cTn id="78" presetID="22" presetClass="entr" presetSubtype="2" fill="hold" grpId="0" nodeType="after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wipe(right)">
                                      <p:cBhvr>
                                        <p:cTn id="80" dur="500"/>
                                        <p:tgtEl>
                                          <p:spTgt spid="31"/>
                                        </p:tgtEl>
                                      </p:cBhvr>
                                    </p:animEffect>
                                  </p:childTnLst>
                                </p:cTn>
                              </p:par>
                              <p:par>
                                <p:cTn id="81" presetID="22" presetClass="entr" presetSubtype="2" fill="hold" grpId="0" nodeType="withEffect">
                                  <p:stCondLst>
                                    <p:cond delay="0"/>
                                  </p:stCondLst>
                                  <p:childTnLst>
                                    <p:set>
                                      <p:cBhvr>
                                        <p:cTn id="82" dur="1" fill="hold">
                                          <p:stCondLst>
                                            <p:cond delay="0"/>
                                          </p:stCondLst>
                                        </p:cTn>
                                        <p:tgtEl>
                                          <p:spTgt spid="32">
                                            <p:txEl>
                                              <p:pRg st="0" end="0"/>
                                            </p:txEl>
                                          </p:spTgt>
                                        </p:tgtEl>
                                        <p:attrNameLst>
                                          <p:attrName>style.visibility</p:attrName>
                                        </p:attrNameLst>
                                      </p:cBhvr>
                                      <p:to>
                                        <p:strVal val="visible"/>
                                      </p:to>
                                    </p:set>
                                    <p:animEffect transition="in" filter="wipe(right)">
                                      <p:cBhvr>
                                        <p:cTn id="83" dur="500"/>
                                        <p:tgtEl>
                                          <p:spTgt spid="32">
                                            <p:txEl>
                                              <p:pRg st="0" end="0"/>
                                            </p:txEl>
                                          </p:spTgt>
                                        </p:tgtEl>
                                      </p:cBhvr>
                                    </p:animEffect>
                                  </p:childTnLst>
                                </p:cTn>
                              </p:par>
                            </p:childTnLst>
                          </p:cTn>
                        </p:par>
                        <p:par>
                          <p:cTn id="84" fill="hold">
                            <p:stCondLst>
                              <p:cond delay="7300"/>
                            </p:stCondLst>
                            <p:childTnLst>
                              <p:par>
                                <p:cTn id="85" presetID="2" presetClass="entr" presetSubtype="2" decel="100000" fill="hold" grpId="0" nodeType="afterEffect">
                                  <p:stCondLst>
                                    <p:cond delay="0"/>
                                  </p:stCondLst>
                                  <p:iterate type="wd">
                                    <p:tmPct val="10000"/>
                                  </p:iterate>
                                  <p:childTnLst>
                                    <p:set>
                                      <p:cBhvr>
                                        <p:cTn id="86" dur="1" fill="hold">
                                          <p:stCondLst>
                                            <p:cond delay="0"/>
                                          </p:stCondLst>
                                        </p:cTn>
                                        <p:tgtEl>
                                          <p:spTgt spid="47">
                                            <p:txEl>
                                              <p:pRg st="0" end="0"/>
                                            </p:txEl>
                                          </p:spTgt>
                                        </p:tgtEl>
                                        <p:attrNameLst>
                                          <p:attrName>style.visibility</p:attrName>
                                        </p:attrNameLst>
                                      </p:cBhvr>
                                      <p:to>
                                        <p:strVal val="visible"/>
                                      </p:to>
                                    </p:set>
                                    <p:anim calcmode="lin" valueType="num">
                                      <p:cBhvr additive="base">
                                        <p:cTn id="87" dur="500" fill="hold"/>
                                        <p:tgtEl>
                                          <p:spTgt spid="47">
                                            <p:txEl>
                                              <p:pRg st="0" end="0"/>
                                            </p:txEl>
                                          </p:spTgt>
                                        </p:tgtEl>
                                        <p:attrNameLst>
                                          <p:attrName>ppt_x</p:attrName>
                                        </p:attrNameLst>
                                      </p:cBhvr>
                                      <p:tavLst>
                                        <p:tav tm="0">
                                          <p:val>
                                            <p:strVal val="1+#ppt_w/2"/>
                                          </p:val>
                                        </p:tav>
                                        <p:tav tm="100000">
                                          <p:val>
                                            <p:strVal val="#ppt_x"/>
                                          </p:val>
                                        </p:tav>
                                      </p:tavLst>
                                    </p:anim>
                                    <p:anim calcmode="lin" valueType="num">
                                      <p:cBhvr additive="base">
                                        <p:cTn id="88" dur="500" fill="hold"/>
                                        <p:tgtEl>
                                          <p:spTgt spid="47">
                                            <p:txEl>
                                              <p:pRg st="0" end="0"/>
                                            </p:txEl>
                                          </p:spTgt>
                                        </p:tgtEl>
                                        <p:attrNameLst>
                                          <p:attrName>ppt_y</p:attrName>
                                        </p:attrNameLst>
                                      </p:cBhvr>
                                      <p:tavLst>
                                        <p:tav tm="0">
                                          <p:val>
                                            <p:strVal val="#ppt_y"/>
                                          </p:val>
                                        </p:tav>
                                        <p:tav tm="100000">
                                          <p:val>
                                            <p:strVal val="#ppt_y"/>
                                          </p:val>
                                        </p:tav>
                                      </p:tavLst>
                                    </p:anim>
                                  </p:childTnLst>
                                </p:cTn>
                              </p:par>
                            </p:childTnLst>
                          </p:cTn>
                        </p:par>
                        <p:par>
                          <p:cTn id="89" fill="hold">
                            <p:stCondLst>
                              <p:cond delay="7900"/>
                            </p:stCondLst>
                            <p:childTnLst>
                              <p:par>
                                <p:cTn id="90" presetID="22" presetClass="entr" presetSubtype="8" fill="hold" grpId="0" nodeType="afterEffect">
                                  <p:stCondLst>
                                    <p:cond delay="0"/>
                                  </p:stCondLst>
                                  <p:childTnLst>
                                    <p:set>
                                      <p:cBhvr>
                                        <p:cTn id="91" dur="1" fill="hold">
                                          <p:stCondLst>
                                            <p:cond delay="0"/>
                                          </p:stCondLst>
                                        </p:cTn>
                                        <p:tgtEl>
                                          <p:spTgt spid="48">
                                            <p:txEl>
                                              <p:pRg st="0" end="0"/>
                                            </p:txEl>
                                          </p:spTgt>
                                        </p:tgtEl>
                                        <p:attrNameLst>
                                          <p:attrName>style.visibility</p:attrName>
                                        </p:attrNameLst>
                                      </p:cBhvr>
                                      <p:to>
                                        <p:strVal val="visible"/>
                                      </p:to>
                                    </p:set>
                                    <p:animEffect transition="in" filter="wipe(left)">
                                      <p:cBhvr>
                                        <p:cTn id="92" dur="500"/>
                                        <p:tgtEl>
                                          <p:spTgt spid="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1" grpId="0"/>
      <p:bldP spid="3" grpId="0" build="p">
        <p:tmplLst>
          <p:tmpl lvl="1">
            <p:tnLst>
              <p:par>
                <p:cTn presetID="2" presetClass="entr" presetSubtype="1" decel="10000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0-#ppt_h/2"/>
                          </p:val>
                        </p:tav>
                        <p:tav tm="100000">
                          <p:val>
                            <p:strVal val="#ppt_y"/>
                          </p:val>
                        </p:tav>
                      </p:tavLst>
                    </p:anim>
                  </p:childTnLst>
                </p:cTn>
              </p:par>
            </p:tnLst>
          </p:tmpl>
        </p:tmplLst>
      </p:bldP>
      <p:bldP spid="16" grpId="0" animBg="1">
        <p:tmplLst>
          <p:tmpl>
            <p:tnLst>
              <p:par>
                <p:cTn presetID="22" presetClass="entr" presetSubtype="2"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wipe(right)">
                      <p:cBhvr>
                        <p:cTn dur="500"/>
                        <p:tgtEl>
                          <p:spTgt spid="16"/>
                        </p:tgtEl>
                      </p:cBhvr>
                    </p:animEffect>
                  </p:childTnLst>
                </p:cTn>
              </p:par>
            </p:tnLst>
          </p:tmpl>
        </p:tmplLst>
      </p:bldP>
      <p:bldP spid="14" grpId="0">
        <p:tmplLst>
          <p:tmpl>
            <p:tnLst>
              <p:par>
                <p:cTn presetID="22" presetClass="entr" presetSubtype="2"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wipe(right)">
                      <p:cBhvr>
                        <p:cTn dur="500"/>
                        <p:tgtEl>
                          <p:spTgt spid="14"/>
                        </p:tgtEl>
                      </p:cBhvr>
                    </p:animEffect>
                  </p:childTnLst>
                </p:cTn>
              </p:par>
            </p:tnLst>
          </p:tmpl>
        </p:tmplLst>
      </p:bldP>
      <p:bldP spid="27" grpId="0" animBg="1">
        <p:tmplLst>
          <p:tmpl>
            <p:tnLst>
              <p:par>
                <p:cTn presetID="22" presetClass="entr" presetSubtype="2" fill="hold" nodeType="after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wipe(right)">
                      <p:cBhvr>
                        <p:cTn dur="500"/>
                        <p:tgtEl>
                          <p:spTgt spid="27"/>
                        </p:tgtEl>
                      </p:cBhvr>
                    </p:animEffect>
                  </p:childTnLst>
                </p:cTn>
              </p:par>
            </p:tnLst>
          </p:tmpl>
        </p:tmplLst>
      </p:bldP>
      <p:bldP spid="28" grpId="0">
        <p:tmplLst>
          <p:tmpl>
            <p:tnLst>
              <p:par>
                <p:cTn presetID="22" presetClass="entr" presetSubtype="2"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right)">
                      <p:cBhvr>
                        <p:cTn dur="500"/>
                        <p:tgtEl>
                          <p:spTgt spid="28"/>
                        </p:tgtEl>
                      </p:cBhvr>
                    </p:animEffect>
                  </p:childTnLst>
                </p:cTn>
              </p:par>
            </p:tnLst>
          </p:tmpl>
        </p:tmplLst>
      </p:bldP>
      <p:bldP spid="29" grpId="0" animBg="1">
        <p:tmplLst>
          <p:tmpl>
            <p:tnLst>
              <p:par>
                <p:cTn presetID="22" presetClass="entr" presetSubtype="2"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right)">
                      <p:cBhvr>
                        <p:cTn dur="500"/>
                        <p:tgtEl>
                          <p:spTgt spid="29"/>
                        </p:tgtEl>
                      </p:cBhvr>
                    </p:animEffect>
                  </p:childTnLst>
                </p:cTn>
              </p:par>
            </p:tnLst>
          </p:tmpl>
        </p:tmplLst>
      </p:bldP>
      <p:bldP spid="30" grpId="0">
        <p:tmplLst>
          <p:tmpl>
            <p:tnLst>
              <p:par>
                <p:cTn presetID="22" presetClass="entr" presetSubtype="2" fill="hold" nodeType="with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wipe(right)">
                      <p:cBhvr>
                        <p:cTn dur="500"/>
                        <p:tgtEl>
                          <p:spTgt spid="30"/>
                        </p:tgtEl>
                      </p:cBhvr>
                    </p:animEffect>
                  </p:childTnLst>
                </p:cTn>
              </p:par>
            </p:tnLst>
          </p:tmpl>
        </p:tmplLst>
      </p:bldP>
      <p:bldP spid="31" grpId="0" animBg="1">
        <p:tmplLst>
          <p:tmpl>
            <p:tnLst>
              <p:par>
                <p:cTn presetID="22" presetClass="entr" presetSubtype="2" fill="hold" nodeType="after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wipe(right)">
                      <p:cBhvr>
                        <p:cTn dur="500"/>
                        <p:tgtEl>
                          <p:spTgt spid="31"/>
                        </p:tgtEl>
                      </p:cBhvr>
                    </p:animEffect>
                  </p:childTnLst>
                </p:cTn>
              </p:par>
            </p:tnLst>
          </p:tmpl>
        </p:tmplLst>
      </p:bldP>
      <p:bldP spid="32" grpId="0" build="p">
        <p:tmplLst>
          <p:tmpl lvl="1">
            <p:tnLst>
              <p:par>
                <p:cTn presetID="22" presetClass="entr" presetSubtype="2"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right)">
                      <p:cBhvr>
                        <p:cTn dur="500"/>
                        <p:tgtEl>
                          <p:spTgt spid="32"/>
                        </p:tgtEl>
                      </p:cBhvr>
                    </p:animEffect>
                  </p:childTnLst>
                </p:cTn>
              </p:par>
            </p:tnLst>
          </p:tmpl>
        </p:tmplLst>
      </p:bldP>
      <p:bldP spid="33"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1+#ppt_w/2"/>
                          </p:val>
                        </p:tav>
                        <p:tav tm="100000">
                          <p:val>
                            <p:strVal val="#ppt_x"/>
                          </p:val>
                        </p:tav>
                      </p:tavLst>
                    </p:anim>
                    <p:anim calcmode="lin" valueType="num">
                      <p:cBhvr additive="base">
                        <p:cTn dur="500" fill="hold"/>
                        <p:tgtEl>
                          <p:spTgt spid="33"/>
                        </p:tgtEl>
                        <p:attrNameLst>
                          <p:attrName>ppt_y</p:attrName>
                        </p:attrNameLst>
                      </p:cBhvr>
                      <p:tavLst>
                        <p:tav tm="0">
                          <p:val>
                            <p:strVal val="#ppt_y"/>
                          </p:val>
                        </p:tav>
                        <p:tav tm="100000">
                          <p:val>
                            <p:strVal val="#ppt_y"/>
                          </p:val>
                        </p:tav>
                      </p:tavLst>
                    </p:anim>
                  </p:childTnLst>
                </p:cTn>
              </p:par>
            </p:tnLst>
          </p:tmpl>
        </p:tmplLst>
      </p:bldP>
      <p:bldP spid="37" grpId="0"/>
      <p:bldP spid="42" grpId="0" build="p">
        <p:tmplLst>
          <p:tmpl lvl="1">
            <p:tnLst>
              <p:par>
                <p:cTn presetID="22" presetClass="entr" presetSubtype="8" fill="hold" nodeType="after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3"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1+#ppt_w/2"/>
                          </p:val>
                        </p:tav>
                        <p:tav tm="100000">
                          <p:val>
                            <p:strVal val="#ppt_x"/>
                          </p:val>
                        </p:tav>
                      </p:tavLst>
                    </p:anim>
                    <p:anim calcmode="lin" valueType="num">
                      <p:cBhvr additive="base">
                        <p:cTn dur="500" fill="hold"/>
                        <p:tgtEl>
                          <p:spTgt spid="43"/>
                        </p:tgtEl>
                        <p:attrNameLst>
                          <p:attrName>ppt_y</p:attrName>
                        </p:attrNameLst>
                      </p:cBhvr>
                      <p:tavLst>
                        <p:tav tm="0">
                          <p:val>
                            <p:strVal val="#ppt_y"/>
                          </p:val>
                        </p:tav>
                        <p:tav tm="100000">
                          <p:val>
                            <p:strVal val="#ppt_y"/>
                          </p:val>
                        </p:tav>
                      </p:tavLst>
                    </p:anim>
                  </p:childTnLst>
                </p:cTn>
              </p:par>
            </p:tnLst>
          </p:tmpl>
        </p:tmplLst>
      </p:bldP>
      <p:bldP spid="44" grpId="0" build="p">
        <p:tmplLst>
          <p:tmpl lvl="1">
            <p:tnLst>
              <p:par>
                <p:cTn presetID="22" presetClass="entr" presetSubtype="8"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wipe(left)">
                      <p:cBhvr>
                        <p:cTn dur="500"/>
                        <p:tgtEl>
                          <p:spTgt spid="44"/>
                        </p:tgtEl>
                      </p:cBhvr>
                    </p:animEffect>
                  </p:childTnLst>
                </p:cTn>
              </p:par>
            </p:tnLst>
          </p:tmpl>
        </p:tmplLst>
      </p:bldP>
      <p:bldP spid="45"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1+#ppt_w/2"/>
                          </p:val>
                        </p:tav>
                        <p:tav tm="100000">
                          <p:val>
                            <p:strVal val="#ppt_x"/>
                          </p:val>
                        </p:tav>
                      </p:tavLst>
                    </p:anim>
                    <p:anim calcmode="lin" valueType="num">
                      <p:cBhvr additive="base">
                        <p:cTn dur="500" fill="hold"/>
                        <p:tgtEl>
                          <p:spTgt spid="45"/>
                        </p:tgtEl>
                        <p:attrNameLst>
                          <p:attrName>ppt_y</p:attrName>
                        </p:attrNameLst>
                      </p:cBhvr>
                      <p:tavLst>
                        <p:tav tm="0">
                          <p:val>
                            <p:strVal val="#ppt_y"/>
                          </p:val>
                        </p:tav>
                        <p:tav tm="100000">
                          <p:val>
                            <p:strVal val="#ppt_y"/>
                          </p:val>
                        </p:tav>
                      </p:tavLst>
                    </p:anim>
                  </p:childTnLst>
                </p:cTn>
              </p:par>
            </p:tnLst>
          </p:tmpl>
        </p:tmplLst>
      </p:bldP>
      <p:bldP spid="46" grpId="0" build="p">
        <p:tmplLst>
          <p:tmpl lvl="1">
            <p:tnLst>
              <p:par>
                <p:cTn presetID="22" presetClass="entr" presetSubtype="8" fill="hold" nodeType="after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wipe(left)">
                      <p:cBhvr>
                        <p:cTn dur="500"/>
                        <p:tgtEl>
                          <p:spTgt spid="46"/>
                        </p:tgtEl>
                      </p:cBhvr>
                    </p:animEffect>
                  </p:childTnLst>
                </p:cTn>
              </p:par>
            </p:tnLst>
          </p:tmpl>
        </p:tmplLst>
      </p:bldP>
      <p:bldP spid="47"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7"/>
                        </p:tgtEl>
                        <p:attrNameLst>
                          <p:attrName>style.visibility</p:attrName>
                        </p:attrNameLst>
                      </p:cBhvr>
                      <p:to>
                        <p:strVal val="visible"/>
                      </p:to>
                    </p:set>
                    <p:anim calcmode="lin" valueType="num">
                      <p:cBhvr additive="base">
                        <p:cTn dur="500" fill="hold"/>
                        <p:tgtEl>
                          <p:spTgt spid="47"/>
                        </p:tgtEl>
                        <p:attrNameLst>
                          <p:attrName>ppt_x</p:attrName>
                        </p:attrNameLst>
                      </p:cBhvr>
                      <p:tavLst>
                        <p:tav tm="0">
                          <p:val>
                            <p:strVal val="1+#ppt_w/2"/>
                          </p:val>
                        </p:tav>
                        <p:tav tm="100000">
                          <p:val>
                            <p:strVal val="#ppt_x"/>
                          </p:val>
                        </p:tav>
                      </p:tavLst>
                    </p:anim>
                    <p:anim calcmode="lin" valueType="num">
                      <p:cBhvr additive="base">
                        <p:cTn dur="500" fill="hold"/>
                        <p:tgtEl>
                          <p:spTgt spid="47"/>
                        </p:tgtEl>
                        <p:attrNameLst>
                          <p:attrName>ppt_y</p:attrName>
                        </p:attrNameLst>
                      </p:cBhvr>
                      <p:tavLst>
                        <p:tav tm="0">
                          <p:val>
                            <p:strVal val="#ppt_y"/>
                          </p:val>
                        </p:tav>
                        <p:tav tm="100000">
                          <p:val>
                            <p:strVal val="#ppt_y"/>
                          </p:val>
                        </p:tav>
                      </p:tavLst>
                    </p:anim>
                  </p:childTnLst>
                </p:cTn>
              </p:par>
            </p:tnLst>
          </p:tmpl>
        </p:tmplLst>
      </p:bldP>
      <p:bldP spid="48" grpId="0" build="p">
        <p:tmplLst>
          <p:tmpl lvl="1">
            <p:tnLst>
              <p:par>
                <p:cTn presetID="22" presetClass="entr" presetSubtype="8" fill="hold" nodeType="after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wipe(left)">
                      <p:cBhvr>
                        <p:cTn dur="500"/>
                        <p:tgtEl>
                          <p:spTgt spid="48"/>
                        </p:tgtEl>
                      </p:cBhvr>
                    </p:animEffect>
                  </p:childTnLst>
                </p:cTn>
              </p:par>
            </p:tnLst>
          </p:tmpl>
        </p:tmplLst>
      </p:bldP>
    </p:bld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ag List with 3 Items">
    <p:spTree>
      <p:nvGrpSpPr>
        <p:cNvPr id="1" name=""/>
        <p:cNvGrpSpPr/>
        <p:nvPr/>
      </p:nvGrpSpPr>
      <p:grpSpPr>
        <a:xfrm>
          <a:off x="0" y="0"/>
          <a:ext cx="0" cy="0"/>
          <a:chOff x="0" y="0"/>
          <a:chExt cx="0" cy="0"/>
        </a:xfrm>
      </p:grpSpPr>
      <p:sp>
        <p:nvSpPr>
          <p:cNvPr id="4" name="正方形/長方形 3"/>
          <p:cNvSpPr/>
          <p:nvPr userDrawn="1"/>
        </p:nvSpPr>
        <p:spPr>
          <a:xfrm>
            <a:off x="-29029" y="-29028"/>
            <a:ext cx="8128000" cy="10368000"/>
          </a:xfrm>
          <a:prstGeom prst="rect">
            <a:avLst/>
          </a:prstGeom>
          <a:blipFill dpi="0" rotWithShape="0">
            <a:blip r:embed="rId2"/>
            <a:srcRect/>
            <a:tile tx="0" ty="0" sx="100000" sy="100000" flip="none" algn="tl"/>
          </a:blipFill>
          <a:ln>
            <a:noFill/>
          </a:ln>
          <a:effectLst>
            <a:outerShdw blurRad="50800" dist="381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5" name="直線コネクタ 4"/>
          <p:cNvCxnSpPr/>
          <p:nvPr userDrawn="1"/>
        </p:nvCxnSpPr>
        <p:spPr>
          <a:xfrm>
            <a:off x="7945343" y="0"/>
            <a:ext cx="0" cy="1028700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1" name="図プレースホルダー 40"/>
          <p:cNvSpPr>
            <a:spLocks noGrp="1"/>
          </p:cNvSpPr>
          <p:nvPr>
            <p:ph type="pic" sz="quarter" idx="29" hasCustomPrompt="1"/>
          </p:nvPr>
        </p:nvSpPr>
        <p:spPr>
          <a:xfrm>
            <a:off x="0" y="-28575"/>
            <a:ext cx="7835705" cy="10367963"/>
          </a:xfrm>
          <a:effectLst>
            <a:innerShdw blurRad="63500" dist="50800">
              <a:prstClr val="black">
                <a:alpha val="50000"/>
              </a:prstClr>
            </a:innerShdw>
          </a:effectLst>
        </p:spPr>
        <p:txBody>
          <a:bodyPr>
            <a:normAutofit/>
          </a:bodyPr>
          <a:lstStyle>
            <a:lvl1pPr>
              <a:defRPr sz="2000"/>
            </a:lvl1pPr>
          </a:lstStyle>
          <a:p>
            <a:r>
              <a:rPr kumimoji="1" lang="en-US" altLang="ja-JP" dirty="0"/>
              <a:t>Add an image</a:t>
            </a:r>
            <a:endParaRPr kumimoji="1" lang="ja-JP" altLang="en-US" dirty="0"/>
          </a:p>
        </p:txBody>
      </p:sp>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3" name="テキスト プレースホルダー 5"/>
          <p:cNvSpPr>
            <a:spLocks noGrp="1"/>
          </p:cNvSpPr>
          <p:nvPr>
            <p:ph type="body" sz="quarter" idx="15" hasCustomPrompt="1"/>
          </p:nvPr>
        </p:nvSpPr>
        <p:spPr>
          <a:xfrm>
            <a:off x="8388034" y="1652593"/>
            <a:ext cx="8129223" cy="647693"/>
          </a:xfrm>
        </p:spPr>
        <p:txBody>
          <a:bodyPr anchor="t">
            <a:noAutofit/>
          </a:bodyPr>
          <a:lstStyle>
            <a:lvl1pPr algn="l">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16" name="テキスト プレースホルダー 15"/>
          <p:cNvSpPr>
            <a:spLocks noGrp="1"/>
          </p:cNvSpPr>
          <p:nvPr>
            <p:ph type="body" sz="quarter" idx="22" hasCustomPrompt="1"/>
          </p:nvPr>
        </p:nvSpPr>
        <p:spPr>
          <a:xfrm>
            <a:off x="6222434" y="3312935"/>
            <a:ext cx="2002458" cy="985543"/>
          </a:xfrm>
          <a:blipFill>
            <a:blip r:embed="rId3"/>
            <a:stretch>
              <a:fillRect/>
            </a:stretch>
          </a:blipFill>
          <a:effectLst>
            <a:outerShdw blurRad="50800" dist="38100" dir="2700000" algn="tl" rotWithShape="0">
              <a:prstClr val="black">
                <a:alpha val="40000"/>
              </a:prstClr>
            </a:outerShdw>
          </a:effectLst>
        </p:spPr>
        <p:txBody>
          <a:bodyPr/>
          <a:lstStyle>
            <a:lvl1pPr>
              <a:defRPr baseline="0"/>
            </a:lvl1pPr>
          </a:lstStyle>
          <a:p>
            <a:pPr lvl="0"/>
            <a:r>
              <a:rPr kumimoji="1" lang="en-US" altLang="ja-JP" dirty="0"/>
              <a:t> </a:t>
            </a:r>
            <a:endParaRPr kumimoji="1" lang="ja-JP" altLang="en-US" dirty="0"/>
          </a:p>
        </p:txBody>
      </p:sp>
      <p:sp>
        <p:nvSpPr>
          <p:cNvPr id="14" name="テキスト プレースホルダー 5"/>
          <p:cNvSpPr>
            <a:spLocks noGrp="1"/>
          </p:cNvSpPr>
          <p:nvPr userDrawn="1">
            <p:ph type="body" sz="quarter" idx="21" hasCustomPrompt="1"/>
          </p:nvPr>
        </p:nvSpPr>
        <p:spPr>
          <a:xfrm>
            <a:off x="6598871" y="3530572"/>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27" name="テキスト プレースホルダー 15"/>
          <p:cNvSpPr>
            <a:spLocks noGrp="1"/>
          </p:cNvSpPr>
          <p:nvPr>
            <p:ph type="body" sz="quarter" idx="23" hasCustomPrompt="1"/>
          </p:nvPr>
        </p:nvSpPr>
        <p:spPr>
          <a:xfrm>
            <a:off x="6222434" y="5099072"/>
            <a:ext cx="2002458" cy="985543"/>
          </a:xfrm>
          <a:blipFill>
            <a:blip r:embed="rId4"/>
            <a:stretch>
              <a:fillRect/>
            </a:stretch>
          </a:blipFill>
          <a:effectLst>
            <a:outerShdw blurRad="50800" dist="38100" dir="2700000" algn="tl" rotWithShape="0">
              <a:prstClr val="black">
                <a:alpha val="40000"/>
              </a:prstClr>
            </a:outerShdw>
          </a:effectLst>
        </p:spPr>
        <p:txBody>
          <a:bodyPr/>
          <a:lstStyle>
            <a:lvl1pPr>
              <a:defRPr baseline="0"/>
            </a:lvl1pPr>
          </a:lstStyle>
          <a:p>
            <a:pPr lvl="0"/>
            <a:r>
              <a:rPr kumimoji="1" lang="en-US" altLang="ja-JP" dirty="0"/>
              <a:t> </a:t>
            </a:r>
            <a:endParaRPr kumimoji="1" lang="ja-JP" altLang="en-US" dirty="0"/>
          </a:p>
        </p:txBody>
      </p:sp>
      <p:sp>
        <p:nvSpPr>
          <p:cNvPr id="28" name="テキスト プレースホルダー 5"/>
          <p:cNvSpPr>
            <a:spLocks noGrp="1"/>
          </p:cNvSpPr>
          <p:nvPr>
            <p:ph type="body" sz="quarter" idx="24" hasCustomPrompt="1"/>
          </p:nvPr>
        </p:nvSpPr>
        <p:spPr>
          <a:xfrm>
            <a:off x="6624661" y="5316709"/>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29" name="テキスト プレースホルダー 15"/>
          <p:cNvSpPr>
            <a:spLocks noGrp="1"/>
          </p:cNvSpPr>
          <p:nvPr>
            <p:ph type="body" sz="quarter" idx="25" hasCustomPrompt="1"/>
          </p:nvPr>
        </p:nvSpPr>
        <p:spPr>
          <a:xfrm>
            <a:off x="6222434" y="6885209"/>
            <a:ext cx="2002458" cy="985543"/>
          </a:xfrm>
          <a:blipFill>
            <a:blip r:embed="rId3"/>
            <a:stretch>
              <a:fillRect/>
            </a:stretch>
          </a:blipFill>
          <a:effectLst>
            <a:outerShdw blurRad="50800" dist="38100" dir="2700000" algn="tl" rotWithShape="0">
              <a:prstClr val="black">
                <a:alpha val="40000"/>
              </a:prstClr>
            </a:outerShdw>
          </a:effectLst>
        </p:spPr>
        <p:txBody>
          <a:bodyPr/>
          <a:lstStyle>
            <a:lvl1pPr>
              <a:defRPr baseline="0"/>
            </a:lvl1pPr>
          </a:lstStyle>
          <a:p>
            <a:pPr lvl="0"/>
            <a:r>
              <a:rPr kumimoji="1" lang="en-US" altLang="ja-JP" dirty="0"/>
              <a:t> </a:t>
            </a:r>
            <a:endParaRPr kumimoji="1" lang="ja-JP" altLang="en-US" dirty="0"/>
          </a:p>
        </p:txBody>
      </p:sp>
      <p:sp>
        <p:nvSpPr>
          <p:cNvPr id="30" name="テキスト プレースホルダー 5"/>
          <p:cNvSpPr>
            <a:spLocks noGrp="1"/>
          </p:cNvSpPr>
          <p:nvPr>
            <p:ph type="body" sz="quarter" idx="26" hasCustomPrompt="1"/>
          </p:nvPr>
        </p:nvSpPr>
        <p:spPr>
          <a:xfrm>
            <a:off x="6624662" y="7102846"/>
            <a:ext cx="1512389" cy="663575"/>
          </a:xfrm>
          <a:prstGeom prst="rect">
            <a:avLst/>
          </a:prstGeom>
        </p:spPr>
        <p:txBody>
          <a:bodyPr anchor="ctr">
            <a:noAutofit/>
          </a:bodyPr>
          <a:lstStyle>
            <a:lvl1pPr algn="ctr">
              <a:lnSpc>
                <a:spcPct val="100000"/>
              </a:lnSpc>
              <a:spcBef>
                <a:spcPts val="0"/>
              </a:spcBef>
              <a:defRPr sz="3600" i="0" baseline="0">
                <a:solidFill>
                  <a:schemeClr val="bg1"/>
                </a:solidFill>
                <a:effectLst>
                  <a:innerShdw blurRad="63500" dist="38100" dir="18900000">
                    <a:prstClr val="black">
                      <a:alpha val="50000"/>
                    </a:prstClr>
                  </a:innerShdw>
                </a:effectLst>
                <a:latin typeface="+mj-lt"/>
              </a:defRPr>
            </a:lvl1pPr>
          </a:lstStyle>
          <a:p>
            <a:pPr lvl="0"/>
            <a:r>
              <a:rPr kumimoji="1" lang="en-US" altLang="ja-JP" dirty="0"/>
              <a:t>WORD</a:t>
            </a:r>
            <a:endParaRPr kumimoji="1" lang="ja-JP" altLang="en-US" dirty="0"/>
          </a:p>
        </p:txBody>
      </p:sp>
      <p:sp>
        <p:nvSpPr>
          <p:cNvPr id="33" name="テキスト プレースホルダー 21"/>
          <p:cNvSpPr>
            <a:spLocks noGrp="1"/>
          </p:cNvSpPr>
          <p:nvPr>
            <p:ph type="body" sz="quarter" idx="10" hasCustomPrompt="1"/>
          </p:nvPr>
        </p:nvSpPr>
        <p:spPr>
          <a:xfrm>
            <a:off x="8363582" y="3446577"/>
            <a:ext cx="9060525" cy="759652"/>
          </a:xfrm>
        </p:spPr>
        <p:txBody>
          <a:bodyPr anchor="ctr">
            <a:noAutofit/>
          </a:bodyPr>
          <a:lstStyle>
            <a:lvl1pPr marL="0" marR="0" indent="0" algn="l" defTabSz="1633027" rtl="0" eaLnBrk="1" fontAlgn="auto" latinLnBrk="0" hangingPunct="1">
              <a:lnSpc>
                <a:spcPct val="100000"/>
              </a:lnSpc>
              <a:spcBef>
                <a:spcPts val="0"/>
              </a:spcBef>
              <a:spcAft>
                <a:spcPts val="0"/>
              </a:spcAft>
              <a:buClrTx/>
              <a:buSzTx/>
              <a:buFontTx/>
              <a:buNone/>
              <a:tabLst/>
              <a:defRPr sz="4000" baseline="0">
                <a:solidFill>
                  <a:schemeClr val="accent2">
                    <a:lumMod val="75000"/>
                  </a:schemeClr>
                </a:solidFill>
                <a:latin typeface="Bebas Neue Regular" panose="00000500000000000000" pitchFamily="2" charset="0"/>
              </a:defRPr>
            </a:lvl1pPr>
          </a:lstStyle>
          <a:p>
            <a:pPr lvl="0"/>
            <a:r>
              <a:rPr kumimoji="1" lang="en-US" altLang="ja-JP" dirty="0"/>
              <a:t>HEADING GOES HERE</a:t>
            </a:r>
          </a:p>
        </p:txBody>
      </p:sp>
      <p:grpSp>
        <p:nvGrpSpPr>
          <p:cNvPr id="34" name="グループ化 33"/>
          <p:cNvGrpSpPr/>
          <p:nvPr userDrawn="1"/>
        </p:nvGrpSpPr>
        <p:grpSpPr>
          <a:xfrm>
            <a:off x="16778435" y="339170"/>
            <a:ext cx="1150664" cy="1150664"/>
            <a:chOff x="7418859" y="2569953"/>
            <a:chExt cx="934639" cy="934639"/>
          </a:xfrm>
          <a:effectLst>
            <a:outerShdw blurRad="50800" dist="38100" dir="2700000" algn="tl" rotWithShape="0">
              <a:prstClr val="black">
                <a:alpha val="40000"/>
              </a:prstClr>
            </a:outerShdw>
          </a:effectLst>
        </p:grpSpPr>
        <p:sp>
          <p:nvSpPr>
            <p:cNvPr id="35" name="涙形 34"/>
            <p:cNvSpPr/>
            <p:nvPr/>
          </p:nvSpPr>
          <p:spPr>
            <a:xfrm>
              <a:off x="7418859" y="2569953"/>
              <a:ext cx="934639" cy="934639"/>
            </a:xfrm>
            <a:prstGeom prst="teardrop">
              <a:avLst/>
            </a:prstGeom>
            <a:blipFill dpi="0" rotWithShape="1">
              <a:blip r:embed="rId5"/>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涙形 35"/>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7"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42" name="テキスト プレースホルダー 5"/>
          <p:cNvSpPr>
            <a:spLocks noGrp="1"/>
          </p:cNvSpPr>
          <p:nvPr>
            <p:ph type="body" sz="quarter" idx="12" hasCustomPrompt="1"/>
          </p:nvPr>
        </p:nvSpPr>
        <p:spPr>
          <a:xfrm>
            <a:off x="8363582" y="4077613"/>
            <a:ext cx="9046460" cy="1073502"/>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43" name="テキスト プレースホルダー 21"/>
          <p:cNvSpPr>
            <a:spLocks noGrp="1"/>
          </p:cNvSpPr>
          <p:nvPr>
            <p:ph type="body" sz="quarter" idx="30" hasCustomPrompt="1"/>
          </p:nvPr>
        </p:nvSpPr>
        <p:spPr>
          <a:xfrm>
            <a:off x="8363582" y="5232395"/>
            <a:ext cx="9060525" cy="759652"/>
          </a:xfrm>
        </p:spPr>
        <p:txBody>
          <a:bodyPr anchor="ctr">
            <a:noAutofit/>
          </a:bodyPr>
          <a:lstStyle>
            <a:lvl1pPr marL="0" marR="0" indent="0" algn="l" defTabSz="1633027" rtl="0" eaLnBrk="1" fontAlgn="auto" latinLnBrk="0" hangingPunct="1">
              <a:lnSpc>
                <a:spcPct val="100000"/>
              </a:lnSpc>
              <a:spcBef>
                <a:spcPts val="0"/>
              </a:spcBef>
              <a:spcAft>
                <a:spcPts val="0"/>
              </a:spcAft>
              <a:buClrTx/>
              <a:buSzTx/>
              <a:buFontTx/>
              <a:buNone/>
              <a:tabLst/>
              <a:defRPr sz="4000" baseline="0">
                <a:solidFill>
                  <a:schemeClr val="accent2">
                    <a:lumMod val="75000"/>
                  </a:schemeClr>
                </a:solidFill>
                <a:latin typeface="Bebas Neue Regular" panose="00000500000000000000" pitchFamily="2" charset="0"/>
              </a:defRPr>
            </a:lvl1pPr>
          </a:lstStyle>
          <a:p>
            <a:pPr lvl="0"/>
            <a:r>
              <a:rPr kumimoji="1" lang="en-US" altLang="ja-JP" dirty="0"/>
              <a:t>HEADING GOES HERE</a:t>
            </a:r>
          </a:p>
        </p:txBody>
      </p:sp>
      <p:sp>
        <p:nvSpPr>
          <p:cNvPr id="44" name="テキスト プレースホルダー 5"/>
          <p:cNvSpPr>
            <a:spLocks noGrp="1"/>
          </p:cNvSpPr>
          <p:nvPr>
            <p:ph type="body" sz="quarter" idx="31" hasCustomPrompt="1"/>
          </p:nvPr>
        </p:nvSpPr>
        <p:spPr>
          <a:xfrm>
            <a:off x="8363582" y="5863431"/>
            <a:ext cx="9046460" cy="1073502"/>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45" name="テキスト プレースホルダー 21"/>
          <p:cNvSpPr>
            <a:spLocks noGrp="1"/>
          </p:cNvSpPr>
          <p:nvPr>
            <p:ph type="body" sz="quarter" idx="32" hasCustomPrompt="1"/>
          </p:nvPr>
        </p:nvSpPr>
        <p:spPr>
          <a:xfrm>
            <a:off x="8363582" y="7018213"/>
            <a:ext cx="9060525" cy="759652"/>
          </a:xfrm>
        </p:spPr>
        <p:txBody>
          <a:bodyPr anchor="ctr">
            <a:noAutofit/>
          </a:bodyPr>
          <a:lstStyle>
            <a:lvl1pPr marL="0" marR="0" indent="0" algn="l" defTabSz="1633027" rtl="0" eaLnBrk="1" fontAlgn="auto" latinLnBrk="0" hangingPunct="1">
              <a:lnSpc>
                <a:spcPct val="100000"/>
              </a:lnSpc>
              <a:spcBef>
                <a:spcPts val="0"/>
              </a:spcBef>
              <a:spcAft>
                <a:spcPts val="0"/>
              </a:spcAft>
              <a:buClrTx/>
              <a:buSzTx/>
              <a:buFontTx/>
              <a:buNone/>
              <a:tabLst/>
              <a:defRPr sz="4000" baseline="0">
                <a:solidFill>
                  <a:schemeClr val="accent2">
                    <a:lumMod val="75000"/>
                  </a:schemeClr>
                </a:solidFill>
                <a:latin typeface="Bebas Neue Regular" panose="00000500000000000000" pitchFamily="2" charset="0"/>
              </a:defRPr>
            </a:lvl1pPr>
          </a:lstStyle>
          <a:p>
            <a:pPr lvl="0"/>
            <a:r>
              <a:rPr kumimoji="1" lang="en-US" altLang="ja-JP" dirty="0"/>
              <a:t>HEADING GOES HERE</a:t>
            </a:r>
          </a:p>
        </p:txBody>
      </p:sp>
      <p:sp>
        <p:nvSpPr>
          <p:cNvPr id="46" name="テキスト プレースホルダー 5"/>
          <p:cNvSpPr>
            <a:spLocks noGrp="1"/>
          </p:cNvSpPr>
          <p:nvPr>
            <p:ph type="body" sz="quarter" idx="33" hasCustomPrompt="1"/>
          </p:nvPr>
        </p:nvSpPr>
        <p:spPr>
          <a:xfrm>
            <a:off x="8363582" y="7649249"/>
            <a:ext cx="9046460" cy="1073502"/>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393982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500" fill="hold"/>
                                        <p:tgtEl>
                                          <p:spTgt spid="37"/>
                                        </p:tgtEl>
                                        <p:attrNameLst>
                                          <p:attrName>ppt_x</p:attrName>
                                        </p:attrNameLst>
                                      </p:cBhvr>
                                      <p:tavLst>
                                        <p:tav tm="0">
                                          <p:val>
                                            <p:strVal val="#ppt_x"/>
                                          </p:val>
                                        </p:tav>
                                        <p:tav tm="100000">
                                          <p:val>
                                            <p:strVal val="#ppt_x"/>
                                          </p:val>
                                        </p:tav>
                                      </p:tavLst>
                                    </p:anim>
                                    <p:anim calcmode="lin" valueType="num">
                                      <p:cBhvr additive="base">
                                        <p:cTn id="12" dur="500" fill="hold"/>
                                        <p:tgtEl>
                                          <p:spTgt spid="37"/>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 presetClass="entr" presetSubtype="1" decel="100000" fill="hold" grpId="0" nodeType="after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 calcmode="lin" valueType="num">
                                      <p:cBhvr additive="base">
                                        <p:cTn id="16"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0" end="0"/>
                                            </p:txEl>
                                          </p:spTgt>
                                        </p:tgtEl>
                                        <p:attrNameLst>
                                          <p:attrName>ppt_y</p:attrName>
                                        </p:attrNameLst>
                                      </p:cBhvr>
                                      <p:tavLst>
                                        <p:tav tm="0">
                                          <p:val>
                                            <p:strVal val="0-#ppt_h/2"/>
                                          </p:val>
                                        </p:tav>
                                        <p:tav tm="100000">
                                          <p:val>
                                            <p:strVal val="#ppt_y"/>
                                          </p:val>
                                        </p:tav>
                                      </p:tavLst>
                                    </p:anim>
                                  </p:childTnLst>
                                </p:cTn>
                              </p:par>
                            </p:childTnLst>
                          </p:cTn>
                        </p:par>
                        <p:par>
                          <p:cTn id="18" fill="hold">
                            <p:stCondLst>
                              <p:cond delay="1000"/>
                            </p:stCondLst>
                            <p:childTnLst>
                              <p:par>
                                <p:cTn id="19" presetID="22" presetClass="entr" presetSubtype="4"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down)">
                                      <p:cBhvr>
                                        <p:cTn id="21" dur="500"/>
                                        <p:tgtEl>
                                          <p:spTgt spid="4"/>
                                        </p:tgtEl>
                                      </p:cBhvr>
                                    </p:animEffect>
                                  </p:childTnLst>
                                </p:cTn>
                              </p:par>
                            </p:childTnLst>
                          </p:cTn>
                        </p:par>
                        <p:par>
                          <p:cTn id="22" fill="hold">
                            <p:stCondLst>
                              <p:cond delay="1500"/>
                            </p:stCondLst>
                            <p:childTnLst>
                              <p:par>
                                <p:cTn id="23" presetID="22" presetClass="entr" presetSubtype="1" fill="hold" grpId="0"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wipe(up)">
                                      <p:cBhvr>
                                        <p:cTn id="25" dur="500"/>
                                        <p:tgtEl>
                                          <p:spTgt spid="41"/>
                                        </p:tgtEl>
                                      </p:cBhvr>
                                    </p:animEffect>
                                  </p:childTnLst>
                                </p:cTn>
                              </p:par>
                              <p:par>
                                <p:cTn id="26" presetID="22" presetClass="entr" presetSubtype="4"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childTnLst>
                          </p:cTn>
                        </p:par>
                        <p:par>
                          <p:cTn id="29" fill="hold">
                            <p:stCondLst>
                              <p:cond delay="2000"/>
                            </p:stCondLst>
                            <p:childTnLst>
                              <p:par>
                                <p:cTn id="30" presetID="22" presetClass="entr" presetSubtype="2"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right)">
                                      <p:cBhvr>
                                        <p:cTn id="32" dur="500"/>
                                        <p:tgtEl>
                                          <p:spTgt spid="16"/>
                                        </p:tgtEl>
                                      </p:cBhvr>
                                    </p:animEffect>
                                  </p:childTnLst>
                                </p:cTn>
                              </p:par>
                              <p:par>
                                <p:cTn id="33" presetID="22" presetClass="entr" presetSubtype="2"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right)">
                                      <p:cBhvr>
                                        <p:cTn id="35" dur="500"/>
                                        <p:tgtEl>
                                          <p:spTgt spid="14"/>
                                        </p:tgtEl>
                                      </p:cBhvr>
                                    </p:animEffect>
                                  </p:childTnLst>
                                </p:cTn>
                              </p:par>
                            </p:childTnLst>
                          </p:cTn>
                        </p:par>
                        <p:par>
                          <p:cTn id="36" fill="hold">
                            <p:stCondLst>
                              <p:cond delay="2500"/>
                            </p:stCondLst>
                            <p:childTnLst>
                              <p:par>
                                <p:cTn id="37" presetID="2" presetClass="entr" presetSubtype="2" decel="100000" fill="hold" grpId="0" nodeType="afterEffect">
                                  <p:stCondLst>
                                    <p:cond delay="0"/>
                                  </p:stCondLst>
                                  <p:iterate type="wd">
                                    <p:tmPct val="10000"/>
                                  </p:iterate>
                                  <p:childTnLst>
                                    <p:set>
                                      <p:cBhvr>
                                        <p:cTn id="38" dur="1" fill="hold">
                                          <p:stCondLst>
                                            <p:cond delay="0"/>
                                          </p:stCondLst>
                                        </p:cTn>
                                        <p:tgtEl>
                                          <p:spTgt spid="33">
                                            <p:txEl>
                                              <p:pRg st="0" end="0"/>
                                            </p:txEl>
                                          </p:spTgt>
                                        </p:tgtEl>
                                        <p:attrNameLst>
                                          <p:attrName>style.visibility</p:attrName>
                                        </p:attrNameLst>
                                      </p:cBhvr>
                                      <p:to>
                                        <p:strVal val="visible"/>
                                      </p:to>
                                    </p:set>
                                    <p:anim calcmode="lin" valueType="num">
                                      <p:cBhvr additive="base">
                                        <p:cTn id="39" dur="500" fill="hold"/>
                                        <p:tgtEl>
                                          <p:spTgt spid="33">
                                            <p:txEl>
                                              <p:pRg st="0" end="0"/>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33">
                                            <p:txEl>
                                              <p:pRg st="0" end="0"/>
                                            </p:txEl>
                                          </p:spTgt>
                                        </p:tgtEl>
                                        <p:attrNameLst>
                                          <p:attrName>ppt_y</p:attrName>
                                        </p:attrNameLst>
                                      </p:cBhvr>
                                      <p:tavLst>
                                        <p:tav tm="0">
                                          <p:val>
                                            <p:strVal val="#ppt_y"/>
                                          </p:val>
                                        </p:tav>
                                        <p:tav tm="100000">
                                          <p:val>
                                            <p:strVal val="#ppt_y"/>
                                          </p:val>
                                        </p:tav>
                                      </p:tavLst>
                                    </p:anim>
                                  </p:childTnLst>
                                </p:cTn>
                              </p:par>
                            </p:childTnLst>
                          </p:cTn>
                        </p:par>
                        <p:par>
                          <p:cTn id="41" fill="hold">
                            <p:stCondLst>
                              <p:cond delay="3100"/>
                            </p:stCondLst>
                            <p:childTnLst>
                              <p:par>
                                <p:cTn id="42" presetID="22" presetClass="entr" presetSubtype="8" fill="hold" grpId="0" nodeType="afterEffect">
                                  <p:stCondLst>
                                    <p:cond delay="0"/>
                                  </p:stCondLst>
                                  <p:childTnLst>
                                    <p:set>
                                      <p:cBhvr>
                                        <p:cTn id="43" dur="1" fill="hold">
                                          <p:stCondLst>
                                            <p:cond delay="0"/>
                                          </p:stCondLst>
                                        </p:cTn>
                                        <p:tgtEl>
                                          <p:spTgt spid="42">
                                            <p:txEl>
                                              <p:pRg st="0" end="0"/>
                                            </p:txEl>
                                          </p:spTgt>
                                        </p:tgtEl>
                                        <p:attrNameLst>
                                          <p:attrName>style.visibility</p:attrName>
                                        </p:attrNameLst>
                                      </p:cBhvr>
                                      <p:to>
                                        <p:strVal val="visible"/>
                                      </p:to>
                                    </p:set>
                                    <p:animEffect transition="in" filter="wipe(left)">
                                      <p:cBhvr>
                                        <p:cTn id="44" dur="500"/>
                                        <p:tgtEl>
                                          <p:spTgt spid="42">
                                            <p:txEl>
                                              <p:pRg st="0" end="0"/>
                                            </p:txEl>
                                          </p:spTgt>
                                        </p:tgtEl>
                                      </p:cBhvr>
                                    </p:animEffect>
                                  </p:childTnLst>
                                </p:cTn>
                              </p:par>
                            </p:childTnLst>
                          </p:cTn>
                        </p:par>
                        <p:par>
                          <p:cTn id="45" fill="hold">
                            <p:stCondLst>
                              <p:cond delay="3600"/>
                            </p:stCondLst>
                            <p:childTnLst>
                              <p:par>
                                <p:cTn id="46" presetID="22" presetClass="entr" presetSubtype="2" fill="hold" grpId="0" nodeType="after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right)">
                                      <p:cBhvr>
                                        <p:cTn id="48" dur="500"/>
                                        <p:tgtEl>
                                          <p:spTgt spid="27"/>
                                        </p:tgtEl>
                                      </p:cBhvr>
                                    </p:animEffect>
                                  </p:childTnLst>
                                </p:cTn>
                              </p:par>
                              <p:par>
                                <p:cTn id="49" presetID="22" presetClass="entr" presetSubtype="2"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right)">
                                      <p:cBhvr>
                                        <p:cTn id="51" dur="500"/>
                                        <p:tgtEl>
                                          <p:spTgt spid="28"/>
                                        </p:tgtEl>
                                      </p:cBhvr>
                                    </p:animEffect>
                                  </p:childTnLst>
                                </p:cTn>
                              </p:par>
                            </p:childTnLst>
                          </p:cTn>
                        </p:par>
                        <p:par>
                          <p:cTn id="52" fill="hold">
                            <p:stCondLst>
                              <p:cond delay="4100"/>
                            </p:stCondLst>
                            <p:childTnLst>
                              <p:par>
                                <p:cTn id="53" presetID="2" presetClass="entr" presetSubtype="2" decel="100000" fill="hold" grpId="0" nodeType="afterEffect">
                                  <p:stCondLst>
                                    <p:cond delay="0"/>
                                  </p:stCondLst>
                                  <p:iterate type="wd">
                                    <p:tmPct val="10000"/>
                                  </p:iterate>
                                  <p:childTnLst>
                                    <p:set>
                                      <p:cBhvr>
                                        <p:cTn id="54" dur="1" fill="hold">
                                          <p:stCondLst>
                                            <p:cond delay="0"/>
                                          </p:stCondLst>
                                        </p:cTn>
                                        <p:tgtEl>
                                          <p:spTgt spid="43">
                                            <p:txEl>
                                              <p:pRg st="0" end="0"/>
                                            </p:txEl>
                                          </p:spTgt>
                                        </p:tgtEl>
                                        <p:attrNameLst>
                                          <p:attrName>style.visibility</p:attrName>
                                        </p:attrNameLst>
                                      </p:cBhvr>
                                      <p:to>
                                        <p:strVal val="visible"/>
                                      </p:to>
                                    </p:set>
                                    <p:anim calcmode="lin" valueType="num">
                                      <p:cBhvr additive="base">
                                        <p:cTn id="55" dur="500" fill="hold"/>
                                        <p:tgtEl>
                                          <p:spTgt spid="43">
                                            <p:txEl>
                                              <p:pRg st="0" end="0"/>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43">
                                            <p:txEl>
                                              <p:pRg st="0" end="0"/>
                                            </p:txEl>
                                          </p:spTgt>
                                        </p:tgtEl>
                                        <p:attrNameLst>
                                          <p:attrName>ppt_y</p:attrName>
                                        </p:attrNameLst>
                                      </p:cBhvr>
                                      <p:tavLst>
                                        <p:tav tm="0">
                                          <p:val>
                                            <p:strVal val="#ppt_y"/>
                                          </p:val>
                                        </p:tav>
                                        <p:tav tm="100000">
                                          <p:val>
                                            <p:strVal val="#ppt_y"/>
                                          </p:val>
                                        </p:tav>
                                      </p:tavLst>
                                    </p:anim>
                                  </p:childTnLst>
                                </p:cTn>
                              </p:par>
                            </p:childTnLst>
                          </p:cTn>
                        </p:par>
                        <p:par>
                          <p:cTn id="57" fill="hold">
                            <p:stCondLst>
                              <p:cond delay="4700"/>
                            </p:stCondLst>
                            <p:childTnLst>
                              <p:par>
                                <p:cTn id="58" presetID="22" presetClass="entr" presetSubtype="8" fill="hold" grpId="0" nodeType="afterEffect">
                                  <p:stCondLst>
                                    <p:cond delay="0"/>
                                  </p:stCondLst>
                                  <p:childTnLst>
                                    <p:set>
                                      <p:cBhvr>
                                        <p:cTn id="59" dur="1" fill="hold">
                                          <p:stCondLst>
                                            <p:cond delay="0"/>
                                          </p:stCondLst>
                                        </p:cTn>
                                        <p:tgtEl>
                                          <p:spTgt spid="44">
                                            <p:txEl>
                                              <p:pRg st="0" end="0"/>
                                            </p:txEl>
                                          </p:spTgt>
                                        </p:tgtEl>
                                        <p:attrNameLst>
                                          <p:attrName>style.visibility</p:attrName>
                                        </p:attrNameLst>
                                      </p:cBhvr>
                                      <p:to>
                                        <p:strVal val="visible"/>
                                      </p:to>
                                    </p:set>
                                    <p:animEffect transition="in" filter="wipe(left)">
                                      <p:cBhvr>
                                        <p:cTn id="60" dur="500"/>
                                        <p:tgtEl>
                                          <p:spTgt spid="44">
                                            <p:txEl>
                                              <p:pRg st="0" end="0"/>
                                            </p:txEl>
                                          </p:spTgt>
                                        </p:tgtEl>
                                      </p:cBhvr>
                                    </p:animEffect>
                                  </p:childTnLst>
                                </p:cTn>
                              </p:par>
                            </p:childTnLst>
                          </p:cTn>
                        </p:par>
                        <p:par>
                          <p:cTn id="61" fill="hold">
                            <p:stCondLst>
                              <p:cond delay="5200"/>
                            </p:stCondLst>
                            <p:childTnLst>
                              <p:par>
                                <p:cTn id="62" presetID="22" presetClass="entr" presetSubtype="2" fill="hold" grpId="0" nodeType="after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wipe(right)">
                                      <p:cBhvr>
                                        <p:cTn id="64" dur="500"/>
                                        <p:tgtEl>
                                          <p:spTgt spid="29"/>
                                        </p:tgtEl>
                                      </p:cBhvr>
                                    </p:animEffect>
                                  </p:childTnLst>
                                </p:cTn>
                              </p:par>
                              <p:par>
                                <p:cTn id="65" presetID="22" presetClass="entr" presetSubtype="2"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right)">
                                      <p:cBhvr>
                                        <p:cTn id="67" dur="500"/>
                                        <p:tgtEl>
                                          <p:spTgt spid="30"/>
                                        </p:tgtEl>
                                      </p:cBhvr>
                                    </p:animEffect>
                                  </p:childTnLst>
                                </p:cTn>
                              </p:par>
                            </p:childTnLst>
                          </p:cTn>
                        </p:par>
                        <p:par>
                          <p:cTn id="68" fill="hold">
                            <p:stCondLst>
                              <p:cond delay="5700"/>
                            </p:stCondLst>
                            <p:childTnLst>
                              <p:par>
                                <p:cTn id="69" presetID="2" presetClass="entr" presetSubtype="2" decel="100000" fill="hold" grpId="0" nodeType="afterEffect">
                                  <p:stCondLst>
                                    <p:cond delay="0"/>
                                  </p:stCondLst>
                                  <p:iterate type="wd">
                                    <p:tmPct val="10000"/>
                                  </p:iterate>
                                  <p:childTnLst>
                                    <p:set>
                                      <p:cBhvr>
                                        <p:cTn id="70" dur="1" fill="hold">
                                          <p:stCondLst>
                                            <p:cond delay="0"/>
                                          </p:stCondLst>
                                        </p:cTn>
                                        <p:tgtEl>
                                          <p:spTgt spid="45">
                                            <p:txEl>
                                              <p:pRg st="0" end="0"/>
                                            </p:txEl>
                                          </p:spTgt>
                                        </p:tgtEl>
                                        <p:attrNameLst>
                                          <p:attrName>style.visibility</p:attrName>
                                        </p:attrNameLst>
                                      </p:cBhvr>
                                      <p:to>
                                        <p:strVal val="visible"/>
                                      </p:to>
                                    </p:set>
                                    <p:anim calcmode="lin" valueType="num">
                                      <p:cBhvr additive="base">
                                        <p:cTn id="71" dur="500" fill="hold"/>
                                        <p:tgtEl>
                                          <p:spTgt spid="45">
                                            <p:txEl>
                                              <p:pRg st="0" end="0"/>
                                            </p:tx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45">
                                            <p:txEl>
                                              <p:pRg st="0" end="0"/>
                                            </p:txEl>
                                          </p:spTgt>
                                        </p:tgtEl>
                                        <p:attrNameLst>
                                          <p:attrName>ppt_y</p:attrName>
                                        </p:attrNameLst>
                                      </p:cBhvr>
                                      <p:tavLst>
                                        <p:tav tm="0">
                                          <p:val>
                                            <p:strVal val="#ppt_y"/>
                                          </p:val>
                                        </p:tav>
                                        <p:tav tm="100000">
                                          <p:val>
                                            <p:strVal val="#ppt_y"/>
                                          </p:val>
                                        </p:tav>
                                      </p:tavLst>
                                    </p:anim>
                                  </p:childTnLst>
                                </p:cTn>
                              </p:par>
                            </p:childTnLst>
                          </p:cTn>
                        </p:par>
                        <p:par>
                          <p:cTn id="73" fill="hold">
                            <p:stCondLst>
                              <p:cond delay="6300"/>
                            </p:stCondLst>
                            <p:childTnLst>
                              <p:par>
                                <p:cTn id="74" presetID="22" presetClass="entr" presetSubtype="8" fill="hold" grpId="0" nodeType="afterEffect">
                                  <p:stCondLst>
                                    <p:cond delay="0"/>
                                  </p:stCondLst>
                                  <p:childTnLst>
                                    <p:set>
                                      <p:cBhvr>
                                        <p:cTn id="75" dur="1" fill="hold">
                                          <p:stCondLst>
                                            <p:cond delay="0"/>
                                          </p:stCondLst>
                                        </p:cTn>
                                        <p:tgtEl>
                                          <p:spTgt spid="46">
                                            <p:txEl>
                                              <p:pRg st="0" end="0"/>
                                            </p:txEl>
                                          </p:spTgt>
                                        </p:tgtEl>
                                        <p:attrNameLst>
                                          <p:attrName>style.visibility</p:attrName>
                                        </p:attrNameLst>
                                      </p:cBhvr>
                                      <p:to>
                                        <p:strVal val="visible"/>
                                      </p:to>
                                    </p:set>
                                    <p:animEffect transition="in" filter="wipe(left)">
                                      <p:cBhvr>
                                        <p:cTn id="76" dur="500"/>
                                        <p:tgtEl>
                                          <p:spTgt spid="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1" grpId="0"/>
      <p:bldP spid="3" grpId="0" build="p">
        <p:tmplLst>
          <p:tmpl lvl="1">
            <p:tnLst>
              <p:par>
                <p:cTn presetID="2" presetClass="entr" presetSubtype="1" decel="10000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0-#ppt_h/2"/>
                          </p:val>
                        </p:tav>
                        <p:tav tm="100000">
                          <p:val>
                            <p:strVal val="#ppt_y"/>
                          </p:val>
                        </p:tav>
                      </p:tavLst>
                    </p:anim>
                  </p:childTnLst>
                </p:cTn>
              </p:par>
            </p:tnLst>
          </p:tmpl>
        </p:tmplLst>
      </p:bldP>
      <p:bldP spid="16" grpId="0" animBg="1">
        <p:tmplLst>
          <p:tmpl>
            <p:tnLst>
              <p:par>
                <p:cTn presetID="22" presetClass="entr" presetSubtype="2" fill="hold" nodeType="after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wipe(right)">
                      <p:cBhvr>
                        <p:cTn dur="500"/>
                        <p:tgtEl>
                          <p:spTgt spid="16"/>
                        </p:tgtEl>
                      </p:cBhvr>
                    </p:animEffect>
                  </p:childTnLst>
                </p:cTn>
              </p:par>
            </p:tnLst>
          </p:tmpl>
        </p:tmplLst>
      </p:bldP>
      <p:bldP spid="14" grpId="0">
        <p:tmplLst>
          <p:tmpl>
            <p:tnLst>
              <p:par>
                <p:cTn presetID="22" presetClass="entr" presetSubtype="2"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wipe(right)">
                      <p:cBhvr>
                        <p:cTn dur="500"/>
                        <p:tgtEl>
                          <p:spTgt spid="14"/>
                        </p:tgtEl>
                      </p:cBhvr>
                    </p:animEffect>
                  </p:childTnLst>
                </p:cTn>
              </p:par>
            </p:tnLst>
          </p:tmpl>
        </p:tmplLst>
      </p:bldP>
      <p:bldP spid="27" grpId="0" animBg="1">
        <p:tmplLst>
          <p:tmpl>
            <p:tnLst>
              <p:par>
                <p:cTn presetID="22" presetClass="entr" presetSubtype="2" fill="hold" nodeType="after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wipe(right)">
                      <p:cBhvr>
                        <p:cTn dur="500"/>
                        <p:tgtEl>
                          <p:spTgt spid="27"/>
                        </p:tgtEl>
                      </p:cBhvr>
                    </p:animEffect>
                  </p:childTnLst>
                </p:cTn>
              </p:par>
            </p:tnLst>
          </p:tmpl>
        </p:tmplLst>
      </p:bldP>
      <p:bldP spid="28" grpId="0">
        <p:tmplLst>
          <p:tmpl>
            <p:tnLst>
              <p:par>
                <p:cTn presetID="22" presetClass="entr" presetSubtype="2"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right)">
                      <p:cBhvr>
                        <p:cTn dur="500"/>
                        <p:tgtEl>
                          <p:spTgt spid="28"/>
                        </p:tgtEl>
                      </p:cBhvr>
                    </p:animEffect>
                  </p:childTnLst>
                </p:cTn>
              </p:par>
            </p:tnLst>
          </p:tmpl>
        </p:tmplLst>
      </p:bldP>
      <p:bldP spid="29" grpId="0" animBg="1">
        <p:tmplLst>
          <p:tmpl>
            <p:tnLst>
              <p:par>
                <p:cTn presetID="22" presetClass="entr" presetSubtype="2"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wipe(right)">
                      <p:cBhvr>
                        <p:cTn dur="500"/>
                        <p:tgtEl>
                          <p:spTgt spid="29"/>
                        </p:tgtEl>
                      </p:cBhvr>
                    </p:animEffect>
                  </p:childTnLst>
                </p:cTn>
              </p:par>
            </p:tnLst>
          </p:tmpl>
        </p:tmplLst>
      </p:bldP>
      <p:bldP spid="30" grpId="0">
        <p:tmplLst>
          <p:tmpl>
            <p:tnLst>
              <p:par>
                <p:cTn presetID="22" presetClass="entr" presetSubtype="2" fill="hold" nodeType="with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wipe(right)">
                      <p:cBhvr>
                        <p:cTn dur="500"/>
                        <p:tgtEl>
                          <p:spTgt spid="30"/>
                        </p:tgtEl>
                      </p:cBhvr>
                    </p:animEffect>
                  </p:childTnLst>
                </p:cTn>
              </p:par>
            </p:tnLst>
          </p:tmpl>
        </p:tmplLst>
      </p:bldP>
      <p:bldP spid="33"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1+#ppt_w/2"/>
                          </p:val>
                        </p:tav>
                        <p:tav tm="100000">
                          <p:val>
                            <p:strVal val="#ppt_x"/>
                          </p:val>
                        </p:tav>
                      </p:tavLst>
                    </p:anim>
                    <p:anim calcmode="lin" valueType="num">
                      <p:cBhvr additive="base">
                        <p:cTn dur="500" fill="hold"/>
                        <p:tgtEl>
                          <p:spTgt spid="33"/>
                        </p:tgtEl>
                        <p:attrNameLst>
                          <p:attrName>ppt_y</p:attrName>
                        </p:attrNameLst>
                      </p:cBhvr>
                      <p:tavLst>
                        <p:tav tm="0">
                          <p:val>
                            <p:strVal val="#ppt_y"/>
                          </p:val>
                        </p:tav>
                        <p:tav tm="100000">
                          <p:val>
                            <p:strVal val="#ppt_y"/>
                          </p:val>
                        </p:tav>
                      </p:tavLst>
                    </p:anim>
                  </p:childTnLst>
                </p:cTn>
              </p:par>
            </p:tnLst>
          </p:tmpl>
        </p:tmplLst>
      </p:bldP>
      <p:bldP spid="37" grpId="0"/>
      <p:bldP spid="42" grpId="0" build="p">
        <p:tmplLst>
          <p:tmpl lvl="1">
            <p:tnLst>
              <p:par>
                <p:cTn presetID="22" presetClass="entr" presetSubtype="8" fill="hold" nodeType="after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wipe(left)">
                      <p:cBhvr>
                        <p:cTn dur="500"/>
                        <p:tgtEl>
                          <p:spTgt spid="42"/>
                        </p:tgtEl>
                      </p:cBhvr>
                    </p:animEffect>
                  </p:childTnLst>
                </p:cTn>
              </p:par>
            </p:tnLst>
          </p:tmpl>
        </p:tmplLst>
      </p:bldP>
      <p:bldP spid="43"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1+#ppt_w/2"/>
                          </p:val>
                        </p:tav>
                        <p:tav tm="100000">
                          <p:val>
                            <p:strVal val="#ppt_x"/>
                          </p:val>
                        </p:tav>
                      </p:tavLst>
                    </p:anim>
                    <p:anim calcmode="lin" valueType="num">
                      <p:cBhvr additive="base">
                        <p:cTn dur="500" fill="hold"/>
                        <p:tgtEl>
                          <p:spTgt spid="43"/>
                        </p:tgtEl>
                        <p:attrNameLst>
                          <p:attrName>ppt_y</p:attrName>
                        </p:attrNameLst>
                      </p:cBhvr>
                      <p:tavLst>
                        <p:tav tm="0">
                          <p:val>
                            <p:strVal val="#ppt_y"/>
                          </p:val>
                        </p:tav>
                        <p:tav tm="100000">
                          <p:val>
                            <p:strVal val="#ppt_y"/>
                          </p:val>
                        </p:tav>
                      </p:tavLst>
                    </p:anim>
                  </p:childTnLst>
                </p:cTn>
              </p:par>
            </p:tnLst>
          </p:tmpl>
        </p:tmplLst>
      </p:bldP>
      <p:bldP spid="44" grpId="0" build="p">
        <p:tmplLst>
          <p:tmpl lvl="1">
            <p:tnLst>
              <p:par>
                <p:cTn presetID="22" presetClass="entr" presetSubtype="8"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wipe(left)">
                      <p:cBhvr>
                        <p:cTn dur="500"/>
                        <p:tgtEl>
                          <p:spTgt spid="44"/>
                        </p:tgtEl>
                      </p:cBhvr>
                    </p:animEffect>
                  </p:childTnLst>
                </p:cTn>
              </p:par>
            </p:tnLst>
          </p:tmpl>
        </p:tmplLst>
      </p:bldP>
      <p:bldP spid="45" grpId="0" build="p">
        <p:tmplLst>
          <p:tmpl lvl="1">
            <p:tnLst>
              <p:par>
                <p:cTn presetID="2" presetClass="entr" presetSubtype="2" decel="100000" fill="hold" nodeType="afterEffect">
                  <p:stCondLst>
                    <p:cond delay="0"/>
                  </p:stCondLst>
                  <p:iterate type="wd">
                    <p:tmPct val="10000"/>
                  </p:iterate>
                  <p:childTnLst>
                    <p:set>
                      <p:cBhvr>
                        <p:cTn dur="1" fill="hold">
                          <p:stCondLst>
                            <p:cond delay="0"/>
                          </p:stCondLst>
                        </p:cTn>
                        <p:tgtEl>
                          <p:spTgt spid="45"/>
                        </p:tgtEl>
                        <p:attrNameLst>
                          <p:attrName>style.visibility</p:attrName>
                        </p:attrNameLst>
                      </p:cBhvr>
                      <p:to>
                        <p:strVal val="visible"/>
                      </p:to>
                    </p:set>
                    <p:anim calcmode="lin" valueType="num">
                      <p:cBhvr additive="base">
                        <p:cTn dur="500" fill="hold"/>
                        <p:tgtEl>
                          <p:spTgt spid="45"/>
                        </p:tgtEl>
                        <p:attrNameLst>
                          <p:attrName>ppt_x</p:attrName>
                        </p:attrNameLst>
                      </p:cBhvr>
                      <p:tavLst>
                        <p:tav tm="0">
                          <p:val>
                            <p:strVal val="1+#ppt_w/2"/>
                          </p:val>
                        </p:tav>
                        <p:tav tm="100000">
                          <p:val>
                            <p:strVal val="#ppt_x"/>
                          </p:val>
                        </p:tav>
                      </p:tavLst>
                    </p:anim>
                    <p:anim calcmode="lin" valueType="num">
                      <p:cBhvr additive="base">
                        <p:cTn dur="500" fill="hold"/>
                        <p:tgtEl>
                          <p:spTgt spid="45"/>
                        </p:tgtEl>
                        <p:attrNameLst>
                          <p:attrName>ppt_y</p:attrName>
                        </p:attrNameLst>
                      </p:cBhvr>
                      <p:tavLst>
                        <p:tav tm="0">
                          <p:val>
                            <p:strVal val="#ppt_y"/>
                          </p:val>
                        </p:tav>
                        <p:tav tm="100000">
                          <p:val>
                            <p:strVal val="#ppt_y"/>
                          </p:val>
                        </p:tav>
                      </p:tavLst>
                    </p:anim>
                  </p:childTnLst>
                </p:cTn>
              </p:par>
            </p:tnLst>
          </p:tmpl>
        </p:tmplLst>
      </p:bldP>
      <p:bldP spid="46" grpId="0" build="p">
        <p:tmplLst>
          <p:tmpl lvl="1">
            <p:tnLst>
              <p:par>
                <p:cTn presetID="22" presetClass="entr" presetSubtype="8" fill="hold" nodeType="after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wipe(left)">
                      <p:cBhvr>
                        <p:cTn dur="500"/>
                        <p:tgtEl>
                          <p:spTgt spid="46"/>
                        </p:tgtEl>
                      </p:cBhvr>
                    </p:animEffect>
                  </p:childTnLst>
                </p:cTn>
              </p:par>
            </p:tnLst>
          </p:tmpl>
        </p:tmplLst>
      </p:bldP>
    </p:bld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5 Keywords 2">
    <p:spTree>
      <p:nvGrpSpPr>
        <p:cNvPr id="1" name=""/>
        <p:cNvGrpSpPr/>
        <p:nvPr/>
      </p:nvGrpSpPr>
      <p:grpSpPr>
        <a:xfrm>
          <a:off x="0" y="0"/>
          <a:ext cx="0" cy="0"/>
          <a:chOff x="0" y="0"/>
          <a:chExt cx="0" cy="0"/>
        </a:xfrm>
      </p:grpSpPr>
      <p:sp>
        <p:nvSpPr>
          <p:cNvPr id="31" name="正方形/長方形 17"/>
          <p:cNvSpPr/>
          <p:nvPr userDrawn="1"/>
        </p:nvSpPr>
        <p:spPr>
          <a:xfrm rot="1028648">
            <a:off x="1652911" y="9162876"/>
            <a:ext cx="7740100" cy="995707"/>
          </a:xfrm>
          <a:custGeom>
            <a:avLst/>
            <a:gdLst/>
            <a:ahLst/>
            <a:cxnLst/>
            <a:rect l="l" t="t" r="r" b="b"/>
            <a:pathLst>
              <a:path w="7740100" h="995707">
                <a:moveTo>
                  <a:pt x="0" y="14126"/>
                </a:moveTo>
                <a:lnTo>
                  <a:pt x="3403199" y="14126"/>
                </a:lnTo>
                <a:lnTo>
                  <a:pt x="3398841" y="0"/>
                </a:lnTo>
                <a:lnTo>
                  <a:pt x="7740100" y="0"/>
                </a:lnTo>
                <a:lnTo>
                  <a:pt x="4512351" y="995707"/>
                </a:lnTo>
                <a:lnTo>
                  <a:pt x="302802" y="995707"/>
                </a:lnTo>
                <a:close/>
              </a:path>
            </a:pathLst>
          </a:cu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17"/>
          <p:cNvSpPr/>
          <p:nvPr userDrawn="1"/>
        </p:nvSpPr>
        <p:spPr>
          <a:xfrm rot="1028648">
            <a:off x="1689656" y="7250059"/>
            <a:ext cx="5992431" cy="981582"/>
          </a:xfrm>
          <a:custGeom>
            <a:avLst/>
            <a:gdLst/>
            <a:ahLst/>
            <a:cxnLst/>
            <a:rect l="l" t="t" r="r" b="b"/>
            <a:pathLst>
              <a:path w="5992431" h="981582">
                <a:moveTo>
                  <a:pt x="0" y="0"/>
                </a:moveTo>
                <a:lnTo>
                  <a:pt x="5689629" y="0"/>
                </a:lnTo>
                <a:lnTo>
                  <a:pt x="5992431" y="981582"/>
                </a:lnTo>
                <a:lnTo>
                  <a:pt x="302802" y="981582"/>
                </a:lnTo>
                <a:close/>
              </a:path>
            </a:pathLst>
          </a:cu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17"/>
          <p:cNvSpPr/>
          <p:nvPr userDrawn="1"/>
        </p:nvSpPr>
        <p:spPr>
          <a:xfrm rot="1028648">
            <a:off x="1689653" y="5580000"/>
            <a:ext cx="5992431" cy="981582"/>
          </a:xfrm>
          <a:custGeom>
            <a:avLst/>
            <a:gdLst/>
            <a:ahLst/>
            <a:cxnLst/>
            <a:rect l="l" t="t" r="r" b="b"/>
            <a:pathLst>
              <a:path w="5992431" h="981582">
                <a:moveTo>
                  <a:pt x="0" y="0"/>
                </a:moveTo>
                <a:lnTo>
                  <a:pt x="5689629" y="0"/>
                </a:lnTo>
                <a:lnTo>
                  <a:pt x="5992431" y="981582"/>
                </a:lnTo>
                <a:lnTo>
                  <a:pt x="302802" y="981582"/>
                </a:lnTo>
                <a:close/>
              </a:path>
            </a:pathLst>
          </a:cu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17"/>
          <p:cNvSpPr/>
          <p:nvPr userDrawn="1"/>
        </p:nvSpPr>
        <p:spPr>
          <a:xfrm rot="1028648">
            <a:off x="-103402" y="290731"/>
            <a:ext cx="7824099" cy="995708"/>
          </a:xfrm>
          <a:custGeom>
            <a:avLst/>
            <a:gdLst/>
            <a:ahLst/>
            <a:cxnLst/>
            <a:rect l="l" t="t" r="r" b="b"/>
            <a:pathLst>
              <a:path w="7824099" h="995708">
                <a:moveTo>
                  <a:pt x="0" y="835235"/>
                </a:moveTo>
                <a:lnTo>
                  <a:pt x="2707552" y="0"/>
                </a:lnTo>
                <a:lnTo>
                  <a:pt x="7521297" y="0"/>
                </a:lnTo>
                <a:lnTo>
                  <a:pt x="7824099" y="981582"/>
                </a:lnTo>
                <a:lnTo>
                  <a:pt x="4420900" y="981582"/>
                </a:lnTo>
                <a:lnTo>
                  <a:pt x="4425258" y="995708"/>
                </a:lnTo>
                <a:lnTo>
                  <a:pt x="49503" y="995708"/>
                </a:lnTo>
                <a:close/>
              </a:path>
            </a:pathLst>
          </a:cu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17"/>
          <p:cNvSpPr/>
          <p:nvPr userDrawn="1"/>
        </p:nvSpPr>
        <p:spPr>
          <a:xfrm rot="1028648">
            <a:off x="1689655" y="3909941"/>
            <a:ext cx="5992431" cy="981582"/>
          </a:xfrm>
          <a:custGeom>
            <a:avLst/>
            <a:gdLst/>
            <a:ahLst/>
            <a:cxnLst/>
            <a:rect l="l" t="t" r="r" b="b"/>
            <a:pathLst>
              <a:path w="5992431" h="981582">
                <a:moveTo>
                  <a:pt x="0" y="0"/>
                </a:moveTo>
                <a:lnTo>
                  <a:pt x="5689629" y="0"/>
                </a:lnTo>
                <a:lnTo>
                  <a:pt x="5992431" y="981582"/>
                </a:lnTo>
                <a:lnTo>
                  <a:pt x="302802" y="981582"/>
                </a:lnTo>
                <a:close/>
              </a:path>
            </a:pathLst>
          </a:cu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p:cNvSpPr/>
          <p:nvPr userDrawn="1"/>
        </p:nvSpPr>
        <p:spPr>
          <a:xfrm rot="1028648">
            <a:off x="1689655" y="2236429"/>
            <a:ext cx="5992431" cy="981582"/>
          </a:xfrm>
          <a:custGeom>
            <a:avLst/>
            <a:gdLst/>
            <a:ahLst/>
            <a:cxnLst/>
            <a:rect l="l" t="t" r="r" b="b"/>
            <a:pathLst>
              <a:path w="5992431" h="981582">
                <a:moveTo>
                  <a:pt x="0" y="0"/>
                </a:moveTo>
                <a:lnTo>
                  <a:pt x="5689629" y="0"/>
                </a:lnTo>
                <a:lnTo>
                  <a:pt x="5992431" y="981582"/>
                </a:lnTo>
                <a:lnTo>
                  <a:pt x="302802" y="981582"/>
                </a:lnTo>
                <a:close/>
              </a:path>
            </a:pathLst>
          </a:custGeom>
          <a:blipFill dpi="0" rotWithShape="0">
            <a:blip r:embed="rId2"/>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p:cNvSpPr/>
          <p:nvPr userDrawn="1"/>
        </p:nvSpPr>
        <p:spPr>
          <a:xfrm>
            <a:off x="2995387" y="-42204"/>
            <a:ext cx="3380967" cy="10368000"/>
          </a:xfrm>
          <a:prstGeom prst="rect">
            <a:avLst/>
          </a:prstGeom>
          <a:blipFill dpi="0" rotWithShape="0">
            <a:blip r:embed="rId3"/>
            <a:srcRect/>
            <a:tile tx="0" ty="0" sx="100000" sy="100000" flip="none" algn="tl"/>
          </a:blipFill>
          <a:ln>
            <a:noFill/>
          </a:ln>
          <a:effectLst>
            <a:outerShdw blurRad="50800" dist="38100" algn="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cxnSp>
        <p:nvCxnSpPr>
          <p:cNvPr id="50" name="直線コネクタ 49"/>
          <p:cNvCxnSpPr/>
          <p:nvPr userDrawn="1"/>
        </p:nvCxnSpPr>
        <p:spPr>
          <a:xfrm>
            <a:off x="6201508" y="-38796"/>
            <a:ext cx="0" cy="1032579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userDrawn="1"/>
        </p:nvCxnSpPr>
        <p:spPr>
          <a:xfrm>
            <a:off x="3179299" y="0"/>
            <a:ext cx="0" cy="1032579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 name="タイトル 1"/>
          <p:cNvSpPr>
            <a:spLocks noGrp="1"/>
          </p:cNvSpPr>
          <p:nvPr>
            <p:ph type="title" hasCustomPrompt="1"/>
          </p:nvPr>
        </p:nvSpPr>
        <p:spPr>
          <a:xfrm>
            <a:off x="8374744" y="253186"/>
            <a:ext cx="8113486" cy="1368152"/>
          </a:xfrm>
        </p:spPr>
        <p:txBody>
          <a:bodyPr/>
          <a:lstStyle>
            <a:lvl1pPr>
              <a:defRPr baseline="0"/>
            </a:lvl1pPr>
          </a:lstStyle>
          <a:p>
            <a:r>
              <a:rPr kumimoji="1" lang="en-US" altLang="ja-JP" dirty="0"/>
              <a:t>SLIDE TITLE GOES HERE</a:t>
            </a:r>
            <a:endParaRPr kumimoji="1" lang="ja-JP" altLang="en-US" dirty="0"/>
          </a:p>
        </p:txBody>
      </p:sp>
      <p:grpSp>
        <p:nvGrpSpPr>
          <p:cNvPr id="6" name="グループ化 5"/>
          <p:cNvGrpSpPr/>
          <p:nvPr userDrawn="1"/>
        </p:nvGrpSpPr>
        <p:grpSpPr>
          <a:xfrm>
            <a:off x="16778435" y="339170"/>
            <a:ext cx="1150664" cy="1150664"/>
            <a:chOff x="7418859" y="2569953"/>
            <a:chExt cx="934639" cy="934639"/>
          </a:xfrm>
          <a:effectLst>
            <a:outerShdw blurRad="50800" dist="38100" dir="2700000" algn="tl" rotWithShape="0">
              <a:prstClr val="black">
                <a:alpha val="40000"/>
              </a:prstClr>
            </a:outerShdw>
          </a:effectLst>
        </p:grpSpPr>
        <p:sp>
          <p:nvSpPr>
            <p:cNvPr id="7" name="涙形 6"/>
            <p:cNvSpPr/>
            <p:nvPr/>
          </p:nvSpPr>
          <p:spPr>
            <a:xfrm>
              <a:off x="7418859" y="2569953"/>
              <a:ext cx="934639" cy="934639"/>
            </a:xfrm>
            <a:prstGeom prst="teardrop">
              <a:avLst/>
            </a:prstGeom>
            <a:blipFill dpi="0" rotWithShape="1">
              <a:blip r:embed="rId4"/>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涙形 7"/>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20" name="テキスト プレースホルダー 21"/>
          <p:cNvSpPr>
            <a:spLocks noGrp="1"/>
          </p:cNvSpPr>
          <p:nvPr>
            <p:ph type="body" sz="quarter" idx="11" hasCustomPrompt="1"/>
          </p:nvPr>
        </p:nvSpPr>
        <p:spPr>
          <a:xfrm>
            <a:off x="8388034" y="3565703"/>
            <a:ext cx="8965733" cy="2269042"/>
          </a:xfrm>
        </p:spPr>
        <p:txBody>
          <a:bodyPr anchor="b">
            <a:noAutofit/>
          </a:bodyPr>
          <a:lstStyle>
            <a:lvl1pPr marL="0" marR="0" indent="0" algn="l" defTabSz="1633027" rtl="0" eaLnBrk="1" fontAlgn="auto" latinLnBrk="0" hangingPunct="1">
              <a:lnSpc>
                <a:spcPts val="6000"/>
              </a:lnSpc>
              <a:spcBef>
                <a:spcPts val="0"/>
              </a:spcBef>
              <a:spcAft>
                <a:spcPts val="0"/>
              </a:spcAft>
              <a:buClrTx/>
              <a:buSzTx/>
              <a:buFontTx/>
              <a:buNone/>
              <a:tabLst/>
              <a:defRPr sz="6000" baseline="0">
                <a:solidFill>
                  <a:schemeClr val="accent2">
                    <a:lumMod val="75000"/>
                  </a:schemeClr>
                </a:solidFill>
                <a:latin typeface="Bebas Neue Regular" panose="00000500000000000000" pitchFamily="2" charset="0"/>
              </a:defRPr>
            </a:lvl1pPr>
          </a:lstStyle>
          <a:p>
            <a:pPr lvl="0"/>
            <a:r>
              <a:rPr kumimoji="1" lang="en-US" altLang="ja-JP" dirty="0"/>
              <a:t>HEADING GOES HERE</a:t>
            </a:r>
          </a:p>
        </p:txBody>
      </p:sp>
      <p:sp>
        <p:nvSpPr>
          <p:cNvPr id="21" name="テキスト プレースホルダー 5"/>
          <p:cNvSpPr>
            <a:spLocks noGrp="1"/>
          </p:cNvSpPr>
          <p:nvPr>
            <p:ph type="body" sz="quarter" idx="12" hasCustomPrompt="1"/>
          </p:nvPr>
        </p:nvSpPr>
        <p:spPr>
          <a:xfrm>
            <a:off x="8388034" y="5878287"/>
            <a:ext cx="8965734" cy="2421393"/>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14" name="テキスト プレースホルダー 5"/>
          <p:cNvSpPr>
            <a:spLocks noGrp="1"/>
          </p:cNvSpPr>
          <p:nvPr>
            <p:ph type="body" sz="quarter" idx="15" hasCustomPrompt="1"/>
          </p:nvPr>
        </p:nvSpPr>
        <p:spPr>
          <a:xfrm>
            <a:off x="8388034" y="1652593"/>
            <a:ext cx="8129223" cy="647693"/>
          </a:xfrm>
        </p:spPr>
        <p:txBody>
          <a:bodyPr anchor="t">
            <a:noAutofit/>
          </a:bodyPr>
          <a:lstStyle>
            <a:lvl1pPr algn="l">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3" name="正方形/長方形 2"/>
          <p:cNvSpPr/>
          <p:nvPr userDrawn="1"/>
        </p:nvSpPr>
        <p:spPr>
          <a:xfrm>
            <a:off x="1967461" y="1376827"/>
            <a:ext cx="5436818" cy="1034336"/>
          </a:xfrm>
          <a:prstGeom prst="rect">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p:cNvSpPr/>
          <p:nvPr userDrawn="1"/>
        </p:nvSpPr>
        <p:spPr>
          <a:xfrm>
            <a:off x="1967461" y="3048535"/>
            <a:ext cx="5436818" cy="1034336"/>
          </a:xfrm>
          <a:prstGeom prst="rect">
            <a:avLst/>
          </a:prstGeom>
          <a:blipFill dpi="0" rotWithShape="0">
            <a:blip r:embed="rId5"/>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p:cNvSpPr/>
          <p:nvPr userDrawn="1"/>
        </p:nvSpPr>
        <p:spPr>
          <a:xfrm>
            <a:off x="1967461" y="4718594"/>
            <a:ext cx="5436818" cy="1034336"/>
          </a:xfrm>
          <a:prstGeom prst="rect">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p:cNvSpPr/>
          <p:nvPr userDrawn="1"/>
        </p:nvSpPr>
        <p:spPr>
          <a:xfrm>
            <a:off x="1967459" y="6388653"/>
            <a:ext cx="5436818" cy="1034336"/>
          </a:xfrm>
          <a:prstGeom prst="rect">
            <a:avLst/>
          </a:prstGeom>
          <a:blipFill dpi="0" rotWithShape="0">
            <a:blip r:embed="rId5"/>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userDrawn="1"/>
        </p:nvSpPr>
        <p:spPr>
          <a:xfrm>
            <a:off x="1967462" y="8058712"/>
            <a:ext cx="5436818" cy="1034336"/>
          </a:xfrm>
          <a:prstGeom prst="rect">
            <a:avLst/>
          </a:prstGeom>
          <a:blipFill dpi="0" rotWithShape="0">
            <a:blip r:embed="rId4"/>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p:cNvCxnSpPr/>
          <p:nvPr userDrawn="1"/>
        </p:nvCxnSpPr>
        <p:spPr>
          <a:xfrm>
            <a:off x="2036826" y="1519740"/>
            <a:ext cx="5367451"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7" name="直線コネクタ 36"/>
          <p:cNvCxnSpPr/>
          <p:nvPr userDrawn="1"/>
        </p:nvCxnSpPr>
        <p:spPr>
          <a:xfrm>
            <a:off x="2036825" y="2271258"/>
            <a:ext cx="5367451"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userDrawn="1"/>
        </p:nvCxnSpPr>
        <p:spPr>
          <a:xfrm>
            <a:off x="2036830" y="3181626"/>
            <a:ext cx="5367451"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userDrawn="1"/>
        </p:nvCxnSpPr>
        <p:spPr>
          <a:xfrm>
            <a:off x="2036829" y="3933144"/>
            <a:ext cx="5367451"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p:nvPr userDrawn="1"/>
        </p:nvCxnSpPr>
        <p:spPr>
          <a:xfrm>
            <a:off x="2036831" y="4865283"/>
            <a:ext cx="5367451"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1" name="直線コネクタ 40"/>
          <p:cNvCxnSpPr/>
          <p:nvPr userDrawn="1"/>
        </p:nvCxnSpPr>
        <p:spPr>
          <a:xfrm>
            <a:off x="2036830" y="5616801"/>
            <a:ext cx="5367451"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userDrawn="1"/>
        </p:nvCxnSpPr>
        <p:spPr>
          <a:xfrm>
            <a:off x="2036825" y="6519911"/>
            <a:ext cx="5367451"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userDrawn="1"/>
        </p:nvCxnSpPr>
        <p:spPr>
          <a:xfrm>
            <a:off x="2036824" y="7271429"/>
            <a:ext cx="5367451"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userDrawn="1"/>
        </p:nvCxnSpPr>
        <p:spPr>
          <a:xfrm>
            <a:off x="2036832" y="8203567"/>
            <a:ext cx="5367451"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p:nvPr userDrawn="1"/>
        </p:nvCxnSpPr>
        <p:spPr>
          <a:xfrm>
            <a:off x="2036831" y="8955085"/>
            <a:ext cx="5367451"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51" name="テキスト プレースホルダー 5"/>
          <p:cNvSpPr>
            <a:spLocks noGrp="1"/>
          </p:cNvSpPr>
          <p:nvPr>
            <p:ph type="body" sz="quarter" idx="16" hasCustomPrompt="1"/>
          </p:nvPr>
        </p:nvSpPr>
        <p:spPr>
          <a:xfrm>
            <a:off x="2024172" y="1523359"/>
            <a:ext cx="5291029" cy="647693"/>
          </a:xfrm>
        </p:spPr>
        <p:txBody>
          <a:bodyPr anchor="ctr">
            <a:noAutofit/>
          </a:bodyPr>
          <a:lstStyle>
            <a:lvl1pPr algn="ctr">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2" name="テキスト プレースホルダー 5"/>
          <p:cNvSpPr>
            <a:spLocks noGrp="1"/>
          </p:cNvSpPr>
          <p:nvPr>
            <p:ph type="body" sz="quarter" idx="17" hasCustomPrompt="1"/>
          </p:nvPr>
        </p:nvSpPr>
        <p:spPr>
          <a:xfrm>
            <a:off x="2024172" y="3213720"/>
            <a:ext cx="5291029" cy="647693"/>
          </a:xfrm>
        </p:spPr>
        <p:txBody>
          <a:bodyPr anchor="ctr">
            <a:noAutofit/>
          </a:bodyPr>
          <a:lstStyle>
            <a:lvl1pPr algn="ctr">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3" name="テキスト プレースホルダー 5"/>
          <p:cNvSpPr>
            <a:spLocks noGrp="1"/>
          </p:cNvSpPr>
          <p:nvPr>
            <p:ph type="body" sz="quarter" idx="18" hasCustomPrompt="1"/>
          </p:nvPr>
        </p:nvSpPr>
        <p:spPr>
          <a:xfrm>
            <a:off x="2021828" y="4883779"/>
            <a:ext cx="5291029" cy="647693"/>
          </a:xfrm>
        </p:spPr>
        <p:txBody>
          <a:bodyPr anchor="ctr">
            <a:noAutofit/>
          </a:bodyPr>
          <a:lstStyle>
            <a:lvl1pPr algn="ctr">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4" name="テキスト プレースホルダー 5"/>
          <p:cNvSpPr>
            <a:spLocks noGrp="1"/>
          </p:cNvSpPr>
          <p:nvPr>
            <p:ph type="body" sz="quarter" idx="19" hasCustomPrompt="1"/>
          </p:nvPr>
        </p:nvSpPr>
        <p:spPr>
          <a:xfrm>
            <a:off x="2023734" y="6553838"/>
            <a:ext cx="5291029" cy="647693"/>
          </a:xfrm>
        </p:spPr>
        <p:txBody>
          <a:bodyPr anchor="ctr">
            <a:noAutofit/>
          </a:bodyPr>
          <a:lstStyle>
            <a:lvl1pPr algn="ctr">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55" name="テキスト プレースホルダー 5"/>
          <p:cNvSpPr>
            <a:spLocks noGrp="1"/>
          </p:cNvSpPr>
          <p:nvPr>
            <p:ph type="body" sz="quarter" idx="20" hasCustomPrompt="1"/>
          </p:nvPr>
        </p:nvSpPr>
        <p:spPr>
          <a:xfrm>
            <a:off x="2020420" y="8237965"/>
            <a:ext cx="5291029" cy="647693"/>
          </a:xfrm>
        </p:spPr>
        <p:txBody>
          <a:bodyPr anchor="ctr">
            <a:noAutofit/>
          </a:bodyPr>
          <a:lstStyle>
            <a:lvl1pPr algn="ctr">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Tree>
    <p:extLst>
      <p:ext uri="{BB962C8B-B14F-4D97-AF65-F5344CB8AC3E}">
        <p14:creationId xmlns:p14="http://schemas.microsoft.com/office/powerpoint/2010/main" val="415080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 presetClass="entr" presetSubtype="8" decel="10000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 calcmode="lin" valueType="num">
                                      <p:cBhvr additive="base">
                                        <p:cTn id="16"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16" presetClass="entr" presetSubtype="42"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arn(outHorizontal)">
                                      <p:cBhvr>
                                        <p:cTn id="21" dur="500"/>
                                        <p:tgtEl>
                                          <p:spTgt spid="15"/>
                                        </p:tgtEl>
                                      </p:cBhvr>
                                    </p:animEffect>
                                  </p:childTnLst>
                                </p:cTn>
                              </p:par>
                            </p:childTnLst>
                          </p:cTn>
                        </p:par>
                        <p:par>
                          <p:cTn id="22" fill="hold">
                            <p:stCondLst>
                              <p:cond delay="1500"/>
                            </p:stCondLst>
                            <p:childTnLst>
                              <p:par>
                                <p:cTn id="23" presetID="22" presetClass="entr" presetSubtype="4" fill="hold" nodeType="after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wipe(down)">
                                      <p:cBhvr>
                                        <p:cTn id="25" dur="500"/>
                                        <p:tgtEl>
                                          <p:spTgt spid="50"/>
                                        </p:tgtEl>
                                      </p:cBhvr>
                                    </p:animEffect>
                                  </p:childTnLst>
                                </p:cTn>
                              </p:par>
                              <p:par>
                                <p:cTn id="26" presetID="22" presetClass="entr" presetSubtype="1" fill="hold" nodeType="with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wipe(up)">
                                      <p:cBhvr>
                                        <p:cTn id="28" dur="500"/>
                                        <p:tgtEl>
                                          <p:spTgt spid="46"/>
                                        </p:tgtEl>
                                      </p:cBhvr>
                                    </p:animEffect>
                                  </p:childTnLst>
                                </p:cTn>
                              </p:par>
                            </p:childTnLst>
                          </p:cTn>
                        </p:par>
                        <p:par>
                          <p:cTn id="29" fill="hold">
                            <p:stCondLst>
                              <p:cond delay="2000"/>
                            </p:stCondLst>
                            <p:childTnLst>
                              <p:par>
                                <p:cTn id="30" presetID="22" presetClass="entr" presetSubtype="8"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par>
                          <p:cTn id="33" fill="hold">
                            <p:stCondLst>
                              <p:cond delay="2500"/>
                            </p:stCondLst>
                            <p:childTnLst>
                              <p:par>
                                <p:cTn id="34" presetID="22" presetClass="entr" presetSubtype="2" fill="hold" grpId="0" nodeType="after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right)">
                                      <p:cBhvr>
                                        <p:cTn id="36" dur="500"/>
                                        <p:tgtEl>
                                          <p:spTgt spid="3"/>
                                        </p:tgtEl>
                                      </p:cBhvr>
                                    </p:animEffect>
                                  </p:childTnLst>
                                </p:cTn>
                              </p:par>
                              <p:par>
                                <p:cTn id="37" presetID="22" presetClass="entr" presetSubtype="2" fill="hold" nodeType="withEffect">
                                  <p:stCondLst>
                                    <p:cond delay="250"/>
                                  </p:stCondLst>
                                  <p:childTnLst>
                                    <p:set>
                                      <p:cBhvr>
                                        <p:cTn id="38" dur="1" fill="hold">
                                          <p:stCondLst>
                                            <p:cond delay="0"/>
                                          </p:stCondLst>
                                        </p:cTn>
                                        <p:tgtEl>
                                          <p:spTgt spid="33"/>
                                        </p:tgtEl>
                                        <p:attrNameLst>
                                          <p:attrName>style.visibility</p:attrName>
                                        </p:attrNameLst>
                                      </p:cBhvr>
                                      <p:to>
                                        <p:strVal val="visible"/>
                                      </p:to>
                                    </p:set>
                                    <p:animEffect transition="in" filter="wipe(right)">
                                      <p:cBhvr>
                                        <p:cTn id="39" dur="500"/>
                                        <p:tgtEl>
                                          <p:spTgt spid="33"/>
                                        </p:tgtEl>
                                      </p:cBhvr>
                                    </p:animEffect>
                                  </p:childTnLst>
                                </p:cTn>
                              </p:par>
                              <p:par>
                                <p:cTn id="40" presetID="22" presetClass="entr" presetSubtype="8" fill="hold" nodeType="withEffect">
                                  <p:stCondLst>
                                    <p:cond delay="250"/>
                                  </p:stCondLst>
                                  <p:childTnLst>
                                    <p:set>
                                      <p:cBhvr>
                                        <p:cTn id="41" dur="1" fill="hold">
                                          <p:stCondLst>
                                            <p:cond delay="0"/>
                                          </p:stCondLst>
                                        </p:cTn>
                                        <p:tgtEl>
                                          <p:spTgt spid="37"/>
                                        </p:tgtEl>
                                        <p:attrNameLst>
                                          <p:attrName>style.visibility</p:attrName>
                                        </p:attrNameLst>
                                      </p:cBhvr>
                                      <p:to>
                                        <p:strVal val="visible"/>
                                      </p:to>
                                    </p:set>
                                    <p:animEffect transition="in" filter="wipe(left)">
                                      <p:cBhvr>
                                        <p:cTn id="42" dur="500"/>
                                        <p:tgtEl>
                                          <p:spTgt spid="37"/>
                                        </p:tgtEl>
                                      </p:cBhvr>
                                    </p:animEffect>
                                  </p:childTnLst>
                                </p:cTn>
                              </p:par>
                              <p:par>
                                <p:cTn id="43" presetID="22" presetClass="entr" presetSubtype="2" fill="hold" grpId="0" nodeType="withEffect">
                                  <p:stCondLst>
                                    <p:cond delay="0"/>
                                  </p:stCondLst>
                                  <p:childTnLst>
                                    <p:set>
                                      <p:cBhvr>
                                        <p:cTn id="44" dur="1" fill="hold">
                                          <p:stCondLst>
                                            <p:cond delay="0"/>
                                          </p:stCondLst>
                                        </p:cTn>
                                        <p:tgtEl>
                                          <p:spTgt spid="51">
                                            <p:txEl>
                                              <p:pRg st="0" end="0"/>
                                            </p:txEl>
                                          </p:spTgt>
                                        </p:tgtEl>
                                        <p:attrNameLst>
                                          <p:attrName>style.visibility</p:attrName>
                                        </p:attrNameLst>
                                      </p:cBhvr>
                                      <p:to>
                                        <p:strVal val="visible"/>
                                      </p:to>
                                    </p:set>
                                    <p:animEffect transition="in" filter="wipe(right)">
                                      <p:cBhvr>
                                        <p:cTn id="45" dur="500"/>
                                        <p:tgtEl>
                                          <p:spTgt spid="51">
                                            <p:txEl>
                                              <p:pRg st="0" end="0"/>
                                            </p:txEl>
                                          </p:spTgt>
                                        </p:tgtEl>
                                      </p:cBhvr>
                                    </p:animEffect>
                                  </p:childTnLst>
                                </p:cTn>
                              </p:par>
                            </p:childTnLst>
                          </p:cTn>
                        </p:par>
                        <p:par>
                          <p:cTn id="46" fill="hold">
                            <p:stCondLst>
                              <p:cond delay="3250"/>
                            </p:stCondLst>
                            <p:childTnLst>
                              <p:par>
                                <p:cTn id="47" presetID="22" presetClass="entr" presetSubtype="8" fill="hold" grpId="0"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par>
                          <p:cTn id="50" fill="hold">
                            <p:stCondLst>
                              <p:cond delay="3750"/>
                            </p:stCondLst>
                            <p:childTnLst>
                              <p:par>
                                <p:cTn id="51" presetID="22" presetClass="entr" presetSubtype="2" fill="hold" grpId="0" nodeType="after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right)">
                                      <p:cBhvr>
                                        <p:cTn id="53" dur="500"/>
                                        <p:tgtEl>
                                          <p:spTgt spid="16"/>
                                        </p:tgtEl>
                                      </p:cBhvr>
                                    </p:animEffect>
                                  </p:childTnLst>
                                </p:cTn>
                              </p:par>
                              <p:par>
                                <p:cTn id="54" presetID="22" presetClass="entr" presetSubtype="2" fill="hold" nodeType="withEffect">
                                  <p:stCondLst>
                                    <p:cond delay="250"/>
                                  </p:stCondLst>
                                  <p:childTnLst>
                                    <p:set>
                                      <p:cBhvr>
                                        <p:cTn id="55" dur="1" fill="hold">
                                          <p:stCondLst>
                                            <p:cond delay="0"/>
                                          </p:stCondLst>
                                        </p:cTn>
                                        <p:tgtEl>
                                          <p:spTgt spid="38"/>
                                        </p:tgtEl>
                                        <p:attrNameLst>
                                          <p:attrName>style.visibility</p:attrName>
                                        </p:attrNameLst>
                                      </p:cBhvr>
                                      <p:to>
                                        <p:strVal val="visible"/>
                                      </p:to>
                                    </p:set>
                                    <p:animEffect transition="in" filter="wipe(right)">
                                      <p:cBhvr>
                                        <p:cTn id="56" dur="500"/>
                                        <p:tgtEl>
                                          <p:spTgt spid="38"/>
                                        </p:tgtEl>
                                      </p:cBhvr>
                                    </p:animEffect>
                                  </p:childTnLst>
                                </p:cTn>
                              </p:par>
                              <p:par>
                                <p:cTn id="57" presetID="22" presetClass="entr" presetSubtype="8" fill="hold" nodeType="withEffect">
                                  <p:stCondLst>
                                    <p:cond delay="250"/>
                                  </p:stCondLst>
                                  <p:childTnLst>
                                    <p:set>
                                      <p:cBhvr>
                                        <p:cTn id="58" dur="1" fill="hold">
                                          <p:stCondLst>
                                            <p:cond delay="0"/>
                                          </p:stCondLst>
                                        </p:cTn>
                                        <p:tgtEl>
                                          <p:spTgt spid="39"/>
                                        </p:tgtEl>
                                        <p:attrNameLst>
                                          <p:attrName>style.visibility</p:attrName>
                                        </p:attrNameLst>
                                      </p:cBhvr>
                                      <p:to>
                                        <p:strVal val="visible"/>
                                      </p:to>
                                    </p:set>
                                    <p:animEffect transition="in" filter="wipe(left)">
                                      <p:cBhvr>
                                        <p:cTn id="59" dur="500"/>
                                        <p:tgtEl>
                                          <p:spTgt spid="39"/>
                                        </p:tgtEl>
                                      </p:cBhvr>
                                    </p:animEffect>
                                  </p:childTnLst>
                                </p:cTn>
                              </p:par>
                              <p:par>
                                <p:cTn id="60" presetID="22" presetClass="entr" presetSubtype="2" fill="hold" grpId="0" nodeType="withEffect">
                                  <p:stCondLst>
                                    <p:cond delay="0"/>
                                  </p:stCondLst>
                                  <p:childTnLst>
                                    <p:set>
                                      <p:cBhvr>
                                        <p:cTn id="61" dur="1" fill="hold">
                                          <p:stCondLst>
                                            <p:cond delay="0"/>
                                          </p:stCondLst>
                                        </p:cTn>
                                        <p:tgtEl>
                                          <p:spTgt spid="52">
                                            <p:txEl>
                                              <p:pRg st="0" end="0"/>
                                            </p:txEl>
                                          </p:spTgt>
                                        </p:tgtEl>
                                        <p:attrNameLst>
                                          <p:attrName>style.visibility</p:attrName>
                                        </p:attrNameLst>
                                      </p:cBhvr>
                                      <p:to>
                                        <p:strVal val="visible"/>
                                      </p:to>
                                    </p:set>
                                    <p:animEffect transition="in" filter="wipe(right)">
                                      <p:cBhvr>
                                        <p:cTn id="62" dur="500"/>
                                        <p:tgtEl>
                                          <p:spTgt spid="52">
                                            <p:txEl>
                                              <p:pRg st="0" end="0"/>
                                            </p:txEl>
                                          </p:spTgt>
                                        </p:tgtEl>
                                      </p:cBhvr>
                                    </p:animEffect>
                                  </p:childTnLst>
                                </p:cTn>
                              </p:par>
                            </p:childTnLst>
                          </p:cTn>
                        </p:par>
                        <p:par>
                          <p:cTn id="63" fill="hold">
                            <p:stCondLst>
                              <p:cond delay="4500"/>
                            </p:stCondLst>
                            <p:childTnLst>
                              <p:par>
                                <p:cTn id="64" presetID="22" presetClass="entr" presetSubtype="8" fill="hold" grpId="0" nodeType="after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wipe(left)">
                                      <p:cBhvr>
                                        <p:cTn id="66" dur="500"/>
                                        <p:tgtEl>
                                          <p:spTgt spid="24"/>
                                        </p:tgtEl>
                                      </p:cBhvr>
                                    </p:animEffect>
                                  </p:childTnLst>
                                </p:cTn>
                              </p:par>
                            </p:childTnLst>
                          </p:cTn>
                        </p:par>
                        <p:par>
                          <p:cTn id="67" fill="hold">
                            <p:stCondLst>
                              <p:cond delay="5000"/>
                            </p:stCondLst>
                            <p:childTnLst>
                              <p:par>
                                <p:cTn id="68" presetID="22" presetClass="entr" presetSubtype="2" fill="hold" grpId="0" nodeType="after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wipe(right)">
                                      <p:cBhvr>
                                        <p:cTn id="70" dur="500"/>
                                        <p:tgtEl>
                                          <p:spTgt spid="17"/>
                                        </p:tgtEl>
                                      </p:cBhvr>
                                    </p:animEffect>
                                  </p:childTnLst>
                                </p:cTn>
                              </p:par>
                              <p:par>
                                <p:cTn id="71" presetID="22" presetClass="entr" presetSubtype="2" fill="hold" nodeType="withEffect">
                                  <p:stCondLst>
                                    <p:cond delay="250"/>
                                  </p:stCondLst>
                                  <p:childTnLst>
                                    <p:set>
                                      <p:cBhvr>
                                        <p:cTn id="72" dur="1" fill="hold">
                                          <p:stCondLst>
                                            <p:cond delay="0"/>
                                          </p:stCondLst>
                                        </p:cTn>
                                        <p:tgtEl>
                                          <p:spTgt spid="40"/>
                                        </p:tgtEl>
                                        <p:attrNameLst>
                                          <p:attrName>style.visibility</p:attrName>
                                        </p:attrNameLst>
                                      </p:cBhvr>
                                      <p:to>
                                        <p:strVal val="visible"/>
                                      </p:to>
                                    </p:set>
                                    <p:animEffect transition="in" filter="wipe(right)">
                                      <p:cBhvr>
                                        <p:cTn id="73" dur="500"/>
                                        <p:tgtEl>
                                          <p:spTgt spid="40"/>
                                        </p:tgtEl>
                                      </p:cBhvr>
                                    </p:animEffect>
                                  </p:childTnLst>
                                </p:cTn>
                              </p:par>
                              <p:par>
                                <p:cTn id="74" presetID="22" presetClass="entr" presetSubtype="8" fill="hold" nodeType="withEffect">
                                  <p:stCondLst>
                                    <p:cond delay="250"/>
                                  </p:stCondLst>
                                  <p:childTnLst>
                                    <p:set>
                                      <p:cBhvr>
                                        <p:cTn id="75" dur="1" fill="hold">
                                          <p:stCondLst>
                                            <p:cond delay="0"/>
                                          </p:stCondLst>
                                        </p:cTn>
                                        <p:tgtEl>
                                          <p:spTgt spid="41"/>
                                        </p:tgtEl>
                                        <p:attrNameLst>
                                          <p:attrName>style.visibility</p:attrName>
                                        </p:attrNameLst>
                                      </p:cBhvr>
                                      <p:to>
                                        <p:strVal val="visible"/>
                                      </p:to>
                                    </p:set>
                                    <p:animEffect transition="in" filter="wipe(left)">
                                      <p:cBhvr>
                                        <p:cTn id="76" dur="500"/>
                                        <p:tgtEl>
                                          <p:spTgt spid="41"/>
                                        </p:tgtEl>
                                      </p:cBhvr>
                                    </p:animEffect>
                                  </p:childTnLst>
                                </p:cTn>
                              </p:par>
                              <p:par>
                                <p:cTn id="77" presetID="22" presetClass="entr" presetSubtype="2" fill="hold" grpId="0" nodeType="withEffect">
                                  <p:stCondLst>
                                    <p:cond delay="0"/>
                                  </p:stCondLst>
                                  <p:childTnLst>
                                    <p:set>
                                      <p:cBhvr>
                                        <p:cTn id="78" dur="1" fill="hold">
                                          <p:stCondLst>
                                            <p:cond delay="0"/>
                                          </p:stCondLst>
                                        </p:cTn>
                                        <p:tgtEl>
                                          <p:spTgt spid="53">
                                            <p:txEl>
                                              <p:pRg st="0" end="0"/>
                                            </p:txEl>
                                          </p:spTgt>
                                        </p:tgtEl>
                                        <p:attrNameLst>
                                          <p:attrName>style.visibility</p:attrName>
                                        </p:attrNameLst>
                                      </p:cBhvr>
                                      <p:to>
                                        <p:strVal val="visible"/>
                                      </p:to>
                                    </p:set>
                                    <p:animEffect transition="in" filter="wipe(right)">
                                      <p:cBhvr>
                                        <p:cTn id="79" dur="500"/>
                                        <p:tgtEl>
                                          <p:spTgt spid="53">
                                            <p:txEl>
                                              <p:pRg st="0" end="0"/>
                                            </p:txEl>
                                          </p:spTgt>
                                        </p:tgtEl>
                                      </p:cBhvr>
                                    </p:animEffect>
                                  </p:childTnLst>
                                </p:cTn>
                              </p:par>
                            </p:childTnLst>
                          </p:cTn>
                        </p:par>
                        <p:par>
                          <p:cTn id="80" fill="hold">
                            <p:stCondLst>
                              <p:cond delay="5750"/>
                            </p:stCondLst>
                            <p:childTnLst>
                              <p:par>
                                <p:cTn id="81" presetID="22" presetClass="entr" presetSubtype="8" fill="hold" grpId="0" nodeType="after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wipe(left)">
                                      <p:cBhvr>
                                        <p:cTn id="83" dur="500"/>
                                        <p:tgtEl>
                                          <p:spTgt spid="27"/>
                                        </p:tgtEl>
                                      </p:cBhvr>
                                    </p:animEffect>
                                  </p:childTnLst>
                                </p:cTn>
                              </p:par>
                            </p:childTnLst>
                          </p:cTn>
                        </p:par>
                        <p:par>
                          <p:cTn id="84" fill="hold">
                            <p:stCondLst>
                              <p:cond delay="6250"/>
                            </p:stCondLst>
                            <p:childTnLst>
                              <p:par>
                                <p:cTn id="85" presetID="22" presetClass="entr" presetSubtype="2" fill="hold" grpId="0" nodeType="after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right)">
                                      <p:cBhvr>
                                        <p:cTn id="87" dur="500"/>
                                        <p:tgtEl>
                                          <p:spTgt spid="28"/>
                                        </p:tgtEl>
                                      </p:cBhvr>
                                    </p:animEffect>
                                  </p:childTnLst>
                                </p:cTn>
                              </p:par>
                              <p:par>
                                <p:cTn id="88" presetID="22" presetClass="entr" presetSubtype="2" fill="hold" nodeType="withEffect">
                                  <p:stCondLst>
                                    <p:cond delay="250"/>
                                  </p:stCondLst>
                                  <p:childTnLst>
                                    <p:set>
                                      <p:cBhvr>
                                        <p:cTn id="89" dur="1" fill="hold">
                                          <p:stCondLst>
                                            <p:cond delay="0"/>
                                          </p:stCondLst>
                                        </p:cTn>
                                        <p:tgtEl>
                                          <p:spTgt spid="42"/>
                                        </p:tgtEl>
                                        <p:attrNameLst>
                                          <p:attrName>style.visibility</p:attrName>
                                        </p:attrNameLst>
                                      </p:cBhvr>
                                      <p:to>
                                        <p:strVal val="visible"/>
                                      </p:to>
                                    </p:set>
                                    <p:animEffect transition="in" filter="wipe(right)">
                                      <p:cBhvr>
                                        <p:cTn id="90" dur="500"/>
                                        <p:tgtEl>
                                          <p:spTgt spid="42"/>
                                        </p:tgtEl>
                                      </p:cBhvr>
                                    </p:animEffect>
                                  </p:childTnLst>
                                </p:cTn>
                              </p:par>
                              <p:par>
                                <p:cTn id="91" presetID="22" presetClass="entr" presetSubtype="8" fill="hold" nodeType="withEffect">
                                  <p:stCondLst>
                                    <p:cond delay="250"/>
                                  </p:stCondLst>
                                  <p:childTnLst>
                                    <p:set>
                                      <p:cBhvr>
                                        <p:cTn id="92" dur="1" fill="hold">
                                          <p:stCondLst>
                                            <p:cond delay="0"/>
                                          </p:stCondLst>
                                        </p:cTn>
                                        <p:tgtEl>
                                          <p:spTgt spid="43"/>
                                        </p:tgtEl>
                                        <p:attrNameLst>
                                          <p:attrName>style.visibility</p:attrName>
                                        </p:attrNameLst>
                                      </p:cBhvr>
                                      <p:to>
                                        <p:strVal val="visible"/>
                                      </p:to>
                                    </p:set>
                                    <p:animEffect transition="in" filter="wipe(left)">
                                      <p:cBhvr>
                                        <p:cTn id="93" dur="500"/>
                                        <p:tgtEl>
                                          <p:spTgt spid="43"/>
                                        </p:tgtEl>
                                      </p:cBhvr>
                                    </p:animEffect>
                                  </p:childTnLst>
                                </p:cTn>
                              </p:par>
                              <p:par>
                                <p:cTn id="94" presetID="22" presetClass="entr" presetSubtype="2" fill="hold" grpId="0" nodeType="withEffect">
                                  <p:stCondLst>
                                    <p:cond delay="0"/>
                                  </p:stCondLst>
                                  <p:childTnLst>
                                    <p:set>
                                      <p:cBhvr>
                                        <p:cTn id="95" dur="1" fill="hold">
                                          <p:stCondLst>
                                            <p:cond delay="0"/>
                                          </p:stCondLst>
                                        </p:cTn>
                                        <p:tgtEl>
                                          <p:spTgt spid="54">
                                            <p:txEl>
                                              <p:pRg st="0" end="0"/>
                                            </p:txEl>
                                          </p:spTgt>
                                        </p:tgtEl>
                                        <p:attrNameLst>
                                          <p:attrName>style.visibility</p:attrName>
                                        </p:attrNameLst>
                                      </p:cBhvr>
                                      <p:to>
                                        <p:strVal val="visible"/>
                                      </p:to>
                                    </p:set>
                                    <p:animEffect transition="in" filter="wipe(right)">
                                      <p:cBhvr>
                                        <p:cTn id="96" dur="500"/>
                                        <p:tgtEl>
                                          <p:spTgt spid="54">
                                            <p:txEl>
                                              <p:pRg st="0" end="0"/>
                                            </p:txEl>
                                          </p:spTgt>
                                        </p:tgtEl>
                                      </p:cBhvr>
                                    </p:animEffect>
                                  </p:childTnLst>
                                </p:cTn>
                              </p:par>
                            </p:childTnLst>
                          </p:cTn>
                        </p:par>
                        <p:par>
                          <p:cTn id="97" fill="hold">
                            <p:stCondLst>
                              <p:cond delay="7000"/>
                            </p:stCondLst>
                            <p:childTnLst>
                              <p:par>
                                <p:cTn id="98" presetID="22" presetClass="entr" presetSubtype="8" fill="hold" grpId="0" nodeType="afterEffect">
                                  <p:stCondLst>
                                    <p:cond delay="0"/>
                                  </p:stCondLst>
                                  <p:childTnLst>
                                    <p:set>
                                      <p:cBhvr>
                                        <p:cTn id="99" dur="1" fill="hold">
                                          <p:stCondLst>
                                            <p:cond delay="0"/>
                                          </p:stCondLst>
                                        </p:cTn>
                                        <p:tgtEl>
                                          <p:spTgt spid="29"/>
                                        </p:tgtEl>
                                        <p:attrNameLst>
                                          <p:attrName>style.visibility</p:attrName>
                                        </p:attrNameLst>
                                      </p:cBhvr>
                                      <p:to>
                                        <p:strVal val="visible"/>
                                      </p:to>
                                    </p:set>
                                    <p:animEffect transition="in" filter="wipe(left)">
                                      <p:cBhvr>
                                        <p:cTn id="100" dur="500"/>
                                        <p:tgtEl>
                                          <p:spTgt spid="29"/>
                                        </p:tgtEl>
                                      </p:cBhvr>
                                    </p:animEffect>
                                  </p:childTnLst>
                                </p:cTn>
                              </p:par>
                            </p:childTnLst>
                          </p:cTn>
                        </p:par>
                        <p:par>
                          <p:cTn id="101" fill="hold">
                            <p:stCondLst>
                              <p:cond delay="7500"/>
                            </p:stCondLst>
                            <p:childTnLst>
                              <p:par>
                                <p:cTn id="102" presetID="22" presetClass="entr" presetSubtype="2" fill="hold" grpId="0" nodeType="afterEffect">
                                  <p:stCondLst>
                                    <p:cond delay="0"/>
                                  </p:stCondLst>
                                  <p:childTnLst>
                                    <p:set>
                                      <p:cBhvr>
                                        <p:cTn id="103" dur="1" fill="hold">
                                          <p:stCondLst>
                                            <p:cond delay="0"/>
                                          </p:stCondLst>
                                        </p:cTn>
                                        <p:tgtEl>
                                          <p:spTgt spid="30"/>
                                        </p:tgtEl>
                                        <p:attrNameLst>
                                          <p:attrName>style.visibility</p:attrName>
                                        </p:attrNameLst>
                                      </p:cBhvr>
                                      <p:to>
                                        <p:strVal val="visible"/>
                                      </p:to>
                                    </p:set>
                                    <p:animEffect transition="in" filter="wipe(right)">
                                      <p:cBhvr>
                                        <p:cTn id="104" dur="500"/>
                                        <p:tgtEl>
                                          <p:spTgt spid="30"/>
                                        </p:tgtEl>
                                      </p:cBhvr>
                                    </p:animEffect>
                                  </p:childTnLst>
                                </p:cTn>
                              </p:par>
                              <p:par>
                                <p:cTn id="105" presetID="22" presetClass="entr" presetSubtype="2" fill="hold" nodeType="withEffect">
                                  <p:stCondLst>
                                    <p:cond delay="250"/>
                                  </p:stCondLst>
                                  <p:childTnLst>
                                    <p:set>
                                      <p:cBhvr>
                                        <p:cTn id="106" dur="1" fill="hold">
                                          <p:stCondLst>
                                            <p:cond delay="0"/>
                                          </p:stCondLst>
                                        </p:cTn>
                                        <p:tgtEl>
                                          <p:spTgt spid="44"/>
                                        </p:tgtEl>
                                        <p:attrNameLst>
                                          <p:attrName>style.visibility</p:attrName>
                                        </p:attrNameLst>
                                      </p:cBhvr>
                                      <p:to>
                                        <p:strVal val="visible"/>
                                      </p:to>
                                    </p:set>
                                    <p:animEffect transition="in" filter="wipe(right)">
                                      <p:cBhvr>
                                        <p:cTn id="107" dur="500"/>
                                        <p:tgtEl>
                                          <p:spTgt spid="44"/>
                                        </p:tgtEl>
                                      </p:cBhvr>
                                    </p:animEffect>
                                  </p:childTnLst>
                                </p:cTn>
                              </p:par>
                              <p:par>
                                <p:cTn id="108" presetID="22" presetClass="entr" presetSubtype="8" fill="hold" nodeType="withEffect">
                                  <p:stCondLst>
                                    <p:cond delay="250"/>
                                  </p:stCondLst>
                                  <p:childTnLst>
                                    <p:set>
                                      <p:cBhvr>
                                        <p:cTn id="109" dur="1" fill="hold">
                                          <p:stCondLst>
                                            <p:cond delay="0"/>
                                          </p:stCondLst>
                                        </p:cTn>
                                        <p:tgtEl>
                                          <p:spTgt spid="45"/>
                                        </p:tgtEl>
                                        <p:attrNameLst>
                                          <p:attrName>style.visibility</p:attrName>
                                        </p:attrNameLst>
                                      </p:cBhvr>
                                      <p:to>
                                        <p:strVal val="visible"/>
                                      </p:to>
                                    </p:set>
                                    <p:animEffect transition="in" filter="wipe(left)">
                                      <p:cBhvr>
                                        <p:cTn id="110" dur="500"/>
                                        <p:tgtEl>
                                          <p:spTgt spid="45"/>
                                        </p:tgtEl>
                                      </p:cBhvr>
                                    </p:animEffect>
                                  </p:childTnLst>
                                </p:cTn>
                              </p:par>
                              <p:par>
                                <p:cTn id="111" presetID="22" presetClass="entr" presetSubtype="2" fill="hold" grpId="0" nodeType="withEffect">
                                  <p:stCondLst>
                                    <p:cond delay="0"/>
                                  </p:stCondLst>
                                  <p:childTnLst>
                                    <p:set>
                                      <p:cBhvr>
                                        <p:cTn id="112" dur="1" fill="hold">
                                          <p:stCondLst>
                                            <p:cond delay="0"/>
                                          </p:stCondLst>
                                        </p:cTn>
                                        <p:tgtEl>
                                          <p:spTgt spid="55">
                                            <p:txEl>
                                              <p:pRg st="0" end="0"/>
                                            </p:txEl>
                                          </p:spTgt>
                                        </p:tgtEl>
                                        <p:attrNameLst>
                                          <p:attrName>style.visibility</p:attrName>
                                        </p:attrNameLst>
                                      </p:cBhvr>
                                      <p:to>
                                        <p:strVal val="visible"/>
                                      </p:to>
                                    </p:set>
                                    <p:animEffect transition="in" filter="wipe(right)">
                                      <p:cBhvr>
                                        <p:cTn id="113" dur="500"/>
                                        <p:tgtEl>
                                          <p:spTgt spid="55">
                                            <p:txEl>
                                              <p:pRg st="0" end="0"/>
                                            </p:txEl>
                                          </p:spTgt>
                                        </p:tgtEl>
                                      </p:cBhvr>
                                    </p:animEffect>
                                  </p:childTnLst>
                                </p:cTn>
                              </p:par>
                            </p:childTnLst>
                          </p:cTn>
                        </p:par>
                        <p:par>
                          <p:cTn id="114" fill="hold">
                            <p:stCondLst>
                              <p:cond delay="8250"/>
                            </p:stCondLst>
                            <p:childTnLst>
                              <p:par>
                                <p:cTn id="115" presetID="22" presetClass="entr" presetSubtype="8" fill="hold" grpId="0" nodeType="after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wipe(left)">
                                      <p:cBhvr>
                                        <p:cTn id="117" dur="500"/>
                                        <p:tgtEl>
                                          <p:spTgt spid="31"/>
                                        </p:tgtEl>
                                      </p:cBhvr>
                                    </p:animEffect>
                                  </p:childTnLst>
                                </p:cTn>
                              </p:par>
                            </p:childTnLst>
                          </p:cTn>
                        </p:par>
                        <p:par>
                          <p:cTn id="118" fill="hold">
                            <p:stCondLst>
                              <p:cond delay="8750"/>
                            </p:stCondLst>
                            <p:childTnLst>
                              <p:par>
                                <p:cTn id="119" presetID="2" presetClass="entr" presetSubtype="3" decel="100000" fill="hold" grpId="0" nodeType="afterEffect">
                                  <p:stCondLst>
                                    <p:cond delay="0"/>
                                  </p:stCondLst>
                                  <p:iterate type="wd">
                                    <p:tmPct val="10000"/>
                                  </p:iterate>
                                  <p:childTnLst>
                                    <p:set>
                                      <p:cBhvr>
                                        <p:cTn id="120" dur="1" fill="hold">
                                          <p:stCondLst>
                                            <p:cond delay="0"/>
                                          </p:stCondLst>
                                        </p:cTn>
                                        <p:tgtEl>
                                          <p:spTgt spid="20"/>
                                        </p:tgtEl>
                                        <p:attrNameLst>
                                          <p:attrName>style.visibility</p:attrName>
                                        </p:attrNameLst>
                                      </p:cBhvr>
                                      <p:to>
                                        <p:strVal val="visible"/>
                                      </p:to>
                                    </p:set>
                                    <p:anim calcmode="lin" valueType="num">
                                      <p:cBhvr additive="base">
                                        <p:cTn id="121" dur="750" fill="hold"/>
                                        <p:tgtEl>
                                          <p:spTgt spid="20"/>
                                        </p:tgtEl>
                                        <p:attrNameLst>
                                          <p:attrName>ppt_x</p:attrName>
                                        </p:attrNameLst>
                                      </p:cBhvr>
                                      <p:tavLst>
                                        <p:tav tm="0">
                                          <p:val>
                                            <p:strVal val="1+#ppt_w/2"/>
                                          </p:val>
                                        </p:tav>
                                        <p:tav tm="100000">
                                          <p:val>
                                            <p:strVal val="#ppt_x"/>
                                          </p:val>
                                        </p:tav>
                                      </p:tavLst>
                                    </p:anim>
                                    <p:anim calcmode="lin" valueType="num">
                                      <p:cBhvr additive="base">
                                        <p:cTn id="122" dur="750" fill="hold"/>
                                        <p:tgtEl>
                                          <p:spTgt spid="20"/>
                                        </p:tgtEl>
                                        <p:attrNameLst>
                                          <p:attrName>ppt_y</p:attrName>
                                        </p:attrNameLst>
                                      </p:cBhvr>
                                      <p:tavLst>
                                        <p:tav tm="0">
                                          <p:val>
                                            <p:strVal val="0-#ppt_h/2"/>
                                          </p:val>
                                        </p:tav>
                                        <p:tav tm="100000">
                                          <p:val>
                                            <p:strVal val="#ppt_y"/>
                                          </p:val>
                                        </p:tav>
                                      </p:tavLst>
                                    </p:anim>
                                  </p:childTnLst>
                                </p:cTn>
                              </p:par>
                            </p:childTnLst>
                          </p:cTn>
                        </p:par>
                        <p:par>
                          <p:cTn id="123" fill="hold">
                            <p:stCondLst>
                              <p:cond delay="9650"/>
                            </p:stCondLst>
                            <p:childTnLst>
                              <p:par>
                                <p:cTn id="124" presetID="22" presetClass="entr" presetSubtype="8" fill="hold" grpId="0" nodeType="afterEffect">
                                  <p:stCondLst>
                                    <p:cond delay="0"/>
                                  </p:stCondLst>
                                  <p:childTnLst>
                                    <p:set>
                                      <p:cBhvr>
                                        <p:cTn id="125" dur="1" fill="hold">
                                          <p:stCondLst>
                                            <p:cond delay="0"/>
                                          </p:stCondLst>
                                        </p:cTn>
                                        <p:tgtEl>
                                          <p:spTgt spid="21"/>
                                        </p:tgtEl>
                                        <p:attrNameLst>
                                          <p:attrName>style.visibility</p:attrName>
                                        </p:attrNameLst>
                                      </p:cBhvr>
                                      <p:to>
                                        <p:strVal val="visible"/>
                                      </p:to>
                                    </p:set>
                                    <p:animEffect transition="in" filter="wipe(left)">
                                      <p:cBhvr>
                                        <p:cTn id="12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29" grpId="0" animBg="1"/>
      <p:bldP spid="27" grpId="0" animBg="1"/>
      <p:bldP spid="25" grpId="0" animBg="1"/>
      <p:bldP spid="24" grpId="0" animBg="1"/>
      <p:bldP spid="18" grpId="0" animBg="1"/>
      <p:bldP spid="15" grpId="0" animBg="1"/>
      <p:bldP spid="9" grpId="0"/>
      <p:bldP spid="20" grpId="0">
        <p:tmplLst>
          <p:tmpl>
            <p:tnLst>
              <p:par>
                <p:cTn presetID="2" presetClass="entr" presetSubtype="3" decel="100000" fill="hold" nodeType="afterEffect">
                  <p:stCondLst>
                    <p:cond delay="0"/>
                  </p:stCondLst>
                  <p:iterate type="wd">
                    <p:tmPct val="10000"/>
                  </p:iterate>
                  <p:childTnLst>
                    <p:set>
                      <p:cBhvr>
                        <p:cTn dur="1" fill="hold">
                          <p:stCondLst>
                            <p:cond delay="0"/>
                          </p:stCondLst>
                        </p:cTn>
                        <p:tgtEl>
                          <p:spTgt spid="20"/>
                        </p:tgtEl>
                        <p:attrNameLst>
                          <p:attrName>style.visibility</p:attrName>
                        </p:attrNameLst>
                      </p:cBhvr>
                      <p:to>
                        <p:strVal val="visible"/>
                      </p:to>
                    </p:set>
                    <p:anim calcmode="lin" valueType="num">
                      <p:cBhvr additive="base">
                        <p:cTn dur="750" fill="hold"/>
                        <p:tgtEl>
                          <p:spTgt spid="20"/>
                        </p:tgtEl>
                        <p:attrNameLst>
                          <p:attrName>ppt_x</p:attrName>
                        </p:attrNameLst>
                      </p:cBhvr>
                      <p:tavLst>
                        <p:tav tm="0">
                          <p:val>
                            <p:strVal val="1+#ppt_w/2"/>
                          </p:val>
                        </p:tav>
                        <p:tav tm="100000">
                          <p:val>
                            <p:strVal val="#ppt_x"/>
                          </p:val>
                        </p:tav>
                      </p:tavLst>
                    </p:anim>
                    <p:anim calcmode="lin" valueType="num">
                      <p:cBhvr additive="base">
                        <p:cTn dur="750" fill="hold"/>
                        <p:tgtEl>
                          <p:spTgt spid="20"/>
                        </p:tgtEl>
                        <p:attrNameLst>
                          <p:attrName>ppt_y</p:attrName>
                        </p:attrNameLst>
                      </p:cBhvr>
                      <p:tavLst>
                        <p:tav tm="0">
                          <p:val>
                            <p:strVal val="0-#ppt_h/2"/>
                          </p:val>
                        </p:tav>
                        <p:tav tm="100000">
                          <p:val>
                            <p:strVal val="#ppt_y"/>
                          </p:val>
                        </p:tav>
                      </p:tavLst>
                    </p:anim>
                  </p:childTnLst>
                </p:cTn>
              </p:par>
            </p:tnLst>
          </p:tmpl>
        </p:tmplLst>
      </p:bldP>
      <p:bldP spid="21" grpId="0">
        <p:tmplLst>
          <p:tmpl>
            <p:tnLst>
              <p:par>
                <p:cTn presetID="22" presetClass="entr" presetSubtype="8" fill="hold" nodeType="after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wipe(left)">
                      <p:cBhvr>
                        <p:cTn dur="500"/>
                        <p:tgtEl>
                          <p:spTgt spid="21"/>
                        </p:tgtEl>
                      </p:cBhvr>
                    </p:animEffect>
                  </p:childTnLst>
                </p:cTn>
              </p:par>
            </p:tnLst>
          </p:tmpl>
        </p:tmplLst>
      </p:bldP>
      <p:bldP spid="14" grpId="0" build="p">
        <p:tmplLst>
          <p:tmpl lvl="1">
            <p:tnLst>
              <p:par>
                <p:cTn presetID="2" presetClass="entr" presetSubtype="8" decel="10000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0-#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P spid="3" grpId="0" animBg="1"/>
      <p:bldP spid="16" grpId="0" animBg="1"/>
      <p:bldP spid="17" grpId="0" animBg="1"/>
      <p:bldP spid="28" grpId="0" animBg="1"/>
      <p:bldP spid="30" grpId="0" animBg="1"/>
      <p:bldP spid="51" grpId="0" build="p">
        <p:tmplLst>
          <p:tmpl lvl="1">
            <p:tnLst>
              <p:par>
                <p:cTn presetID="22" presetClass="entr" presetSubtype="2"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wipe(right)">
                      <p:cBhvr>
                        <p:cTn dur="500"/>
                        <p:tgtEl>
                          <p:spTgt spid="51"/>
                        </p:tgtEl>
                      </p:cBhvr>
                    </p:animEffect>
                  </p:childTnLst>
                </p:cTn>
              </p:par>
            </p:tnLst>
          </p:tmpl>
        </p:tmplLst>
      </p:bldP>
      <p:bldP spid="52" grpId="0" build="p">
        <p:tmplLst>
          <p:tmpl lvl="1">
            <p:tnLst>
              <p:par>
                <p:cTn presetID="22" presetClass="entr" presetSubtype="2" fill="hold" nodeType="withEffect">
                  <p:stCondLst>
                    <p:cond delay="0"/>
                  </p:stCondLst>
                  <p:childTnLst>
                    <p:set>
                      <p:cBhvr>
                        <p:cTn dur="1" fill="hold">
                          <p:stCondLst>
                            <p:cond delay="0"/>
                          </p:stCondLst>
                        </p:cTn>
                        <p:tgtEl>
                          <p:spTgt spid="52"/>
                        </p:tgtEl>
                        <p:attrNameLst>
                          <p:attrName>style.visibility</p:attrName>
                        </p:attrNameLst>
                      </p:cBhvr>
                      <p:to>
                        <p:strVal val="visible"/>
                      </p:to>
                    </p:set>
                    <p:animEffect transition="in" filter="wipe(right)">
                      <p:cBhvr>
                        <p:cTn dur="500"/>
                        <p:tgtEl>
                          <p:spTgt spid="52"/>
                        </p:tgtEl>
                      </p:cBhvr>
                    </p:animEffect>
                  </p:childTnLst>
                </p:cTn>
              </p:par>
            </p:tnLst>
          </p:tmpl>
        </p:tmplLst>
      </p:bldP>
      <p:bldP spid="53" grpId="0" build="p">
        <p:tmplLst>
          <p:tmpl lvl="1">
            <p:tnLst>
              <p:par>
                <p:cTn presetID="22" presetClass="entr" presetSubtype="2" fill="hold" nodeType="withEffect">
                  <p:stCondLst>
                    <p:cond delay="0"/>
                  </p:stCondLst>
                  <p:childTnLst>
                    <p:set>
                      <p:cBhvr>
                        <p:cTn dur="1" fill="hold">
                          <p:stCondLst>
                            <p:cond delay="0"/>
                          </p:stCondLst>
                        </p:cTn>
                        <p:tgtEl>
                          <p:spTgt spid="53"/>
                        </p:tgtEl>
                        <p:attrNameLst>
                          <p:attrName>style.visibility</p:attrName>
                        </p:attrNameLst>
                      </p:cBhvr>
                      <p:to>
                        <p:strVal val="visible"/>
                      </p:to>
                    </p:set>
                    <p:animEffect transition="in" filter="wipe(right)">
                      <p:cBhvr>
                        <p:cTn dur="500"/>
                        <p:tgtEl>
                          <p:spTgt spid="53"/>
                        </p:tgtEl>
                      </p:cBhvr>
                    </p:animEffect>
                  </p:childTnLst>
                </p:cTn>
              </p:par>
            </p:tnLst>
          </p:tmpl>
        </p:tmplLst>
      </p:bldP>
      <p:bldP spid="54" grpId="0" build="p">
        <p:tmplLst>
          <p:tmpl lvl="1">
            <p:tnLst>
              <p:par>
                <p:cTn presetID="22" presetClass="entr" presetSubtype="2" fill="hold" nodeType="withEffect">
                  <p:stCondLst>
                    <p:cond delay="0"/>
                  </p:stCondLst>
                  <p:childTnLst>
                    <p:set>
                      <p:cBhvr>
                        <p:cTn dur="1" fill="hold">
                          <p:stCondLst>
                            <p:cond delay="0"/>
                          </p:stCondLst>
                        </p:cTn>
                        <p:tgtEl>
                          <p:spTgt spid="54"/>
                        </p:tgtEl>
                        <p:attrNameLst>
                          <p:attrName>style.visibility</p:attrName>
                        </p:attrNameLst>
                      </p:cBhvr>
                      <p:to>
                        <p:strVal val="visible"/>
                      </p:to>
                    </p:set>
                    <p:animEffect transition="in" filter="wipe(right)">
                      <p:cBhvr>
                        <p:cTn dur="500"/>
                        <p:tgtEl>
                          <p:spTgt spid="54"/>
                        </p:tgtEl>
                      </p:cBhvr>
                    </p:animEffect>
                  </p:childTnLst>
                </p:cTn>
              </p:par>
            </p:tnLst>
          </p:tmpl>
        </p:tmplLst>
      </p:bldP>
      <p:bldP spid="55" grpId="0" build="p">
        <p:tmplLst>
          <p:tmpl lvl="1">
            <p:tnLst>
              <p:par>
                <p:cTn presetID="22" presetClass="entr" presetSubtype="2" fill="hold" nodeType="with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wipe(right)">
                      <p:cBhvr>
                        <p:cTn dur="500"/>
                        <p:tgtEl>
                          <p:spTgt spid="55"/>
                        </p:tgtEl>
                      </p:cBhvr>
                    </p:animEffect>
                  </p:childTnLst>
                </p:cTn>
              </p:par>
            </p:tnLst>
          </p:tmpl>
        </p:tmplLst>
      </p:bldP>
    </p:bld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Quotation">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8374744" y="253186"/>
            <a:ext cx="8113486" cy="1368152"/>
          </a:xfrm>
        </p:spPr>
        <p:txBody>
          <a:bodyPr/>
          <a:lstStyle>
            <a:lvl1pPr>
              <a:defRPr baseline="0"/>
            </a:lvl1pPr>
          </a:lstStyle>
          <a:p>
            <a:r>
              <a:rPr kumimoji="1" lang="en-US" altLang="ja-JP" dirty="0"/>
              <a:t>SLIDE TITLE GOES HERE</a:t>
            </a:r>
            <a:endParaRPr kumimoji="1" lang="ja-JP" altLang="en-US" dirty="0"/>
          </a:p>
        </p:txBody>
      </p:sp>
      <p:grpSp>
        <p:nvGrpSpPr>
          <p:cNvPr id="6" name="グループ化 5"/>
          <p:cNvGrpSpPr/>
          <p:nvPr userDrawn="1"/>
        </p:nvGrpSpPr>
        <p:grpSpPr>
          <a:xfrm>
            <a:off x="16778435" y="339170"/>
            <a:ext cx="1150664" cy="1150664"/>
            <a:chOff x="7418859" y="2569953"/>
            <a:chExt cx="934639" cy="934639"/>
          </a:xfrm>
          <a:effectLst>
            <a:outerShdw blurRad="50800" dist="38100" dir="2700000" algn="tl" rotWithShape="0">
              <a:prstClr val="black">
                <a:alpha val="40000"/>
              </a:prstClr>
            </a:outerShdw>
          </a:effectLst>
        </p:grpSpPr>
        <p:sp>
          <p:nvSpPr>
            <p:cNvPr id="7" name="涙形 6"/>
            <p:cNvSpPr/>
            <p:nvPr/>
          </p:nvSpPr>
          <p:spPr>
            <a:xfrm>
              <a:off x="7418859" y="2569953"/>
              <a:ext cx="934639" cy="934639"/>
            </a:xfrm>
            <a:prstGeom prst="teardrop">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涙形 7"/>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14" name="テキスト プレースホルダー 5"/>
          <p:cNvSpPr>
            <a:spLocks noGrp="1"/>
          </p:cNvSpPr>
          <p:nvPr>
            <p:ph type="body" sz="quarter" idx="15" hasCustomPrompt="1"/>
          </p:nvPr>
        </p:nvSpPr>
        <p:spPr>
          <a:xfrm>
            <a:off x="8388034" y="1652593"/>
            <a:ext cx="8129223" cy="647693"/>
          </a:xfrm>
        </p:spPr>
        <p:txBody>
          <a:bodyPr anchor="t">
            <a:noAutofit/>
          </a:bodyPr>
          <a:lstStyle>
            <a:lvl1pPr algn="l">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15" name="正方形/長方形 14"/>
          <p:cNvSpPr/>
          <p:nvPr userDrawn="1"/>
        </p:nvSpPr>
        <p:spPr>
          <a:xfrm>
            <a:off x="-29029" y="3066762"/>
            <a:ext cx="18360000" cy="4220306"/>
          </a:xfrm>
          <a:prstGeom prst="rect">
            <a:avLst/>
          </a:prstGeom>
          <a:blipFill dpi="0" rotWithShape="0">
            <a:blip r:embed="rId3"/>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16" name="直線コネクタ 15"/>
          <p:cNvCxnSpPr/>
          <p:nvPr userDrawn="1"/>
        </p:nvCxnSpPr>
        <p:spPr>
          <a:xfrm>
            <a:off x="72579" y="7104191"/>
            <a:ext cx="1825839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7" name="正方形/長方形 16"/>
          <p:cNvSpPr/>
          <p:nvPr userDrawn="1"/>
        </p:nvSpPr>
        <p:spPr>
          <a:xfrm>
            <a:off x="0" y="9391972"/>
            <a:ext cx="18291176" cy="895028"/>
          </a:xfrm>
          <a:prstGeom prst="rect">
            <a:avLst/>
          </a:prstGeom>
          <a:blipFill dpi="0" rotWithShape="1">
            <a:blip r:embed="rId2"/>
            <a:srcRect/>
            <a:tile tx="0" ty="0" sx="100000" sy="100000" flip="none" algn="tl"/>
          </a:blip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18" name="フッター プレースホルダー 4"/>
          <p:cNvSpPr>
            <a:spLocks noGrp="1"/>
          </p:cNvSpPr>
          <p:nvPr>
            <p:ph type="ftr" sz="quarter" idx="3"/>
          </p:nvPr>
        </p:nvSpPr>
        <p:spPr>
          <a:xfrm>
            <a:off x="3372844" y="9534526"/>
            <a:ext cx="11545486" cy="547688"/>
          </a:xfrm>
          <a:prstGeom prst="rect">
            <a:avLst/>
          </a:prstGeom>
        </p:spPr>
        <p:txBody>
          <a:bodyPr vert="horz" lIns="163303" tIns="81651" rIns="163303" bIns="81651" rtlCol="0" anchor="ctr"/>
          <a:lstStyle>
            <a:lvl1pPr algn="ctr">
              <a:defRPr sz="2100">
                <a:solidFill>
                  <a:schemeClr val="bg1"/>
                </a:solidFill>
              </a:defRPr>
            </a:lvl1pPr>
          </a:lstStyle>
          <a:p>
            <a:r>
              <a:rPr lang="en-US" altLang="ja-JP"/>
              <a:t>The Power of PowerPoint - thepopp.com</a:t>
            </a:r>
            <a:endParaRPr lang="ja-JP" altLang="en-US" dirty="0"/>
          </a:p>
        </p:txBody>
      </p:sp>
      <p:cxnSp>
        <p:nvCxnSpPr>
          <p:cNvPr id="19" name="直線コネクタ 18"/>
          <p:cNvCxnSpPr/>
          <p:nvPr userDrawn="1"/>
        </p:nvCxnSpPr>
        <p:spPr>
          <a:xfrm>
            <a:off x="72579" y="9498410"/>
            <a:ext cx="18074008"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userDrawn="1"/>
        </p:nvCxnSpPr>
        <p:spPr>
          <a:xfrm>
            <a:off x="32783" y="3219162"/>
            <a:ext cx="18258392"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11" name="図 10"/>
          <p:cNvPicPr>
            <a:picLocks noChangeAspect="1"/>
          </p:cNvPicPr>
          <p:nvPr userDrawn="1"/>
        </p:nvPicPr>
        <p:blipFill rotWithShape="1">
          <a:blip r:embed="rId4" cstate="print">
            <a:extLst>
              <a:ext uri="{28A0092B-C50C-407E-A947-70E740481C1C}">
                <a14:useLocalDpi xmlns:a14="http://schemas.microsoft.com/office/drawing/2010/main" val="0"/>
              </a:ext>
            </a:extLst>
          </a:blip>
          <a:srcRect l="52168" t="19168" r="27970" b="63439"/>
          <a:stretch/>
        </p:blipFill>
        <p:spPr>
          <a:xfrm>
            <a:off x="6622511" y="2609779"/>
            <a:ext cx="2585548" cy="2160514"/>
          </a:xfrm>
          <a:prstGeom prst="rect">
            <a:avLst/>
          </a:prstGeom>
        </p:spPr>
      </p:pic>
      <p:sp>
        <p:nvSpPr>
          <p:cNvPr id="24" name="テキスト プレースホルダー 5"/>
          <p:cNvSpPr>
            <a:spLocks noGrp="1"/>
          </p:cNvSpPr>
          <p:nvPr>
            <p:ph type="body" sz="quarter" idx="32" hasCustomPrompt="1"/>
          </p:nvPr>
        </p:nvSpPr>
        <p:spPr>
          <a:xfrm>
            <a:off x="1137443" y="7615241"/>
            <a:ext cx="16016288" cy="1543272"/>
          </a:xfrm>
        </p:spPr>
        <p:txBody>
          <a:bodyPr anchor="ctr">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26" name="図プレースホルダー 25"/>
          <p:cNvSpPr>
            <a:spLocks noGrp="1"/>
          </p:cNvSpPr>
          <p:nvPr>
            <p:ph type="pic" sz="quarter" idx="33" hasCustomPrompt="1"/>
          </p:nvPr>
        </p:nvSpPr>
        <p:spPr>
          <a:xfrm>
            <a:off x="1153439" y="0"/>
            <a:ext cx="6091237" cy="7273757"/>
          </a:xfrm>
          <a:effectLst>
            <a:outerShdw blurRad="127000" dist="88900" algn="l" rotWithShape="0">
              <a:prstClr val="black">
                <a:alpha val="40000"/>
              </a:prstClr>
            </a:outerShdw>
          </a:effectLst>
        </p:spPr>
        <p:txBody>
          <a:bodyPr>
            <a:normAutofit/>
          </a:bodyPr>
          <a:lstStyle>
            <a:lvl1pPr>
              <a:defRPr sz="2000"/>
            </a:lvl1pPr>
          </a:lstStyle>
          <a:p>
            <a:r>
              <a:rPr kumimoji="1" lang="en-US" altLang="ja-JP" dirty="0"/>
              <a:t>Add an image</a:t>
            </a:r>
            <a:endParaRPr kumimoji="1" lang="ja-JP" altLang="en-US" dirty="0"/>
          </a:p>
        </p:txBody>
      </p:sp>
      <p:sp>
        <p:nvSpPr>
          <p:cNvPr id="27" name="テキスト プレースホルダー 5"/>
          <p:cNvSpPr>
            <a:spLocks noGrp="1"/>
          </p:cNvSpPr>
          <p:nvPr>
            <p:ph type="body" sz="quarter" idx="12" hasCustomPrompt="1"/>
          </p:nvPr>
        </p:nvSpPr>
        <p:spPr>
          <a:xfrm>
            <a:off x="9109583" y="3690036"/>
            <a:ext cx="7878045" cy="3076523"/>
          </a:xfrm>
        </p:spPr>
        <p:txBody>
          <a:bodyPr anchor="ctr">
            <a:normAutofit/>
          </a:bodyPr>
          <a:lstStyle>
            <a:lvl1pPr algn="l">
              <a:lnSpc>
                <a:spcPct val="130000"/>
              </a:lnSpc>
              <a:spcBef>
                <a:spcPts val="0"/>
              </a:spcBef>
              <a:defRPr sz="28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478056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0-#ppt_h/2"/>
                                          </p:val>
                                        </p:tav>
                                        <p:tav tm="100000">
                                          <p:val>
                                            <p:strVal val="#ppt_y"/>
                                          </p:val>
                                        </p:tav>
                                      </p:tavLst>
                                    </p:anim>
                                  </p:childTnLst>
                                </p:cTn>
                              </p:par>
                              <p:par>
                                <p:cTn id="13" presetID="16" presetClass="entr" presetSubtype="37"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arn(outVertical)">
                                      <p:cBhvr>
                                        <p:cTn id="15" dur="500"/>
                                        <p:tgtEl>
                                          <p:spTgt spid="17"/>
                                        </p:tgtEl>
                                      </p:cBhvr>
                                    </p:animEffect>
                                  </p:childTnLst>
                                </p:cTn>
                              </p:par>
                              <p:par>
                                <p:cTn id="16" presetID="16" presetClass="entr" presetSubtype="37"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arn(outVertical)">
                                      <p:cBhvr>
                                        <p:cTn id="18" dur="500"/>
                                        <p:tgtEl>
                                          <p:spTgt spid="18"/>
                                        </p:tgtEl>
                                      </p:cBhvr>
                                    </p:animEffect>
                                  </p:childTnLst>
                                </p:cTn>
                              </p:par>
                              <p:par>
                                <p:cTn id="19" presetID="16" presetClass="entr" presetSubtype="37"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barn(outVertical)">
                                      <p:cBhvr>
                                        <p:cTn id="21" dur="500"/>
                                        <p:tgtEl>
                                          <p:spTgt spid="19"/>
                                        </p:tgtEl>
                                      </p:cBhvr>
                                    </p:animEffect>
                                  </p:childTnLst>
                                </p:cTn>
                              </p:par>
                            </p:childTnLst>
                          </p:cTn>
                        </p:par>
                        <p:par>
                          <p:cTn id="22" fill="hold">
                            <p:stCondLst>
                              <p:cond delay="500"/>
                            </p:stCondLst>
                            <p:childTnLst>
                              <p:par>
                                <p:cTn id="23" presetID="2" presetClass="entr" presetSubtype="8" decel="100000" fill="hold" grpId="0" nodeType="after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 calcmode="lin" valueType="num">
                                      <p:cBhvr additive="base">
                                        <p:cTn id="25"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par>
                          <p:cTn id="27" fill="hold">
                            <p:stCondLst>
                              <p:cond delay="1000"/>
                            </p:stCondLst>
                            <p:childTnLst>
                              <p:par>
                                <p:cTn id="28" presetID="16" presetClass="entr" presetSubtype="37" fill="hold" grpId="0" nodeType="after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barn(outVertical)">
                                      <p:cBhvr>
                                        <p:cTn id="30" dur="500"/>
                                        <p:tgtEl>
                                          <p:spTgt spid="15"/>
                                        </p:tgtEl>
                                      </p:cBhvr>
                                    </p:animEffect>
                                  </p:childTnLst>
                                </p:cTn>
                              </p:par>
                            </p:childTnLst>
                          </p:cTn>
                        </p:par>
                        <p:par>
                          <p:cTn id="31" fill="hold">
                            <p:stCondLst>
                              <p:cond delay="1500"/>
                            </p:stCondLst>
                            <p:childTnLst>
                              <p:par>
                                <p:cTn id="32" presetID="22" presetClass="entr" presetSubtype="8" fill="hold"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left)">
                                      <p:cBhvr>
                                        <p:cTn id="34" dur="500"/>
                                        <p:tgtEl>
                                          <p:spTgt spid="22"/>
                                        </p:tgtEl>
                                      </p:cBhvr>
                                    </p:animEffect>
                                  </p:childTnLst>
                                </p:cTn>
                              </p:par>
                              <p:par>
                                <p:cTn id="35" presetID="22" presetClass="entr" presetSubtype="2"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right)">
                                      <p:cBhvr>
                                        <p:cTn id="37" dur="500"/>
                                        <p:tgtEl>
                                          <p:spTgt spid="16"/>
                                        </p:tgtEl>
                                      </p:cBhvr>
                                    </p:animEffect>
                                  </p:childTnLst>
                                </p:cTn>
                              </p:par>
                            </p:childTnLst>
                          </p:cTn>
                        </p:par>
                        <p:par>
                          <p:cTn id="38" fill="hold">
                            <p:stCondLst>
                              <p:cond delay="2000"/>
                            </p:stCondLst>
                            <p:childTnLst>
                              <p:par>
                                <p:cTn id="39" presetID="14" presetClass="entr" presetSubtype="1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randombar(horizontal)">
                                      <p:cBhvr>
                                        <p:cTn id="41" dur="500"/>
                                        <p:tgtEl>
                                          <p:spTgt spid="26"/>
                                        </p:tgtEl>
                                      </p:cBhvr>
                                    </p:animEffect>
                                  </p:childTnLst>
                                </p:cTn>
                              </p:par>
                            </p:childTnLst>
                          </p:cTn>
                        </p:par>
                        <p:par>
                          <p:cTn id="42" fill="hold">
                            <p:stCondLst>
                              <p:cond delay="2500"/>
                            </p:stCondLst>
                            <p:childTnLst>
                              <p:par>
                                <p:cTn id="43" presetID="2" presetClass="entr" presetSubtype="1" decel="100000" fill="hold" nodeType="afterEffect">
                                  <p:stCondLst>
                                    <p:cond delay="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750" fill="hold"/>
                                        <p:tgtEl>
                                          <p:spTgt spid="11"/>
                                        </p:tgtEl>
                                        <p:attrNameLst>
                                          <p:attrName>ppt_x</p:attrName>
                                        </p:attrNameLst>
                                      </p:cBhvr>
                                      <p:tavLst>
                                        <p:tav tm="0">
                                          <p:val>
                                            <p:strVal val="#ppt_x"/>
                                          </p:val>
                                        </p:tav>
                                        <p:tav tm="100000">
                                          <p:val>
                                            <p:strVal val="#ppt_x"/>
                                          </p:val>
                                        </p:tav>
                                      </p:tavLst>
                                    </p:anim>
                                    <p:anim calcmode="lin" valueType="num">
                                      <p:cBhvr additive="base">
                                        <p:cTn id="46" dur="750" fill="hold"/>
                                        <p:tgtEl>
                                          <p:spTgt spid="11"/>
                                        </p:tgtEl>
                                        <p:attrNameLst>
                                          <p:attrName>ppt_y</p:attrName>
                                        </p:attrNameLst>
                                      </p:cBhvr>
                                      <p:tavLst>
                                        <p:tav tm="0">
                                          <p:val>
                                            <p:strVal val="0-#ppt_h/2"/>
                                          </p:val>
                                        </p:tav>
                                        <p:tav tm="100000">
                                          <p:val>
                                            <p:strVal val="#ppt_y"/>
                                          </p:val>
                                        </p:tav>
                                      </p:tavLst>
                                    </p:anim>
                                  </p:childTnLst>
                                </p:cTn>
                              </p:par>
                            </p:childTnLst>
                          </p:cTn>
                        </p:par>
                        <p:par>
                          <p:cTn id="47" fill="hold">
                            <p:stCondLst>
                              <p:cond delay="3250"/>
                            </p:stCondLst>
                            <p:childTnLst>
                              <p:par>
                                <p:cTn id="48" presetID="22" presetClass="entr" presetSubtype="4" fill="hold" grpId="0" nodeType="afterEffect">
                                  <p:stCondLst>
                                    <p:cond delay="0"/>
                                  </p:stCondLst>
                                  <p:iterate type="lt">
                                    <p:tmPct val="3000"/>
                                  </p:iterate>
                                  <p:childTnLst>
                                    <p:set>
                                      <p:cBhvr>
                                        <p:cTn id="49" dur="1" fill="hold">
                                          <p:stCondLst>
                                            <p:cond delay="0"/>
                                          </p:stCondLst>
                                        </p:cTn>
                                        <p:tgtEl>
                                          <p:spTgt spid="27"/>
                                        </p:tgtEl>
                                        <p:attrNameLst>
                                          <p:attrName>style.visibility</p:attrName>
                                        </p:attrNameLst>
                                      </p:cBhvr>
                                      <p:to>
                                        <p:strVal val="visible"/>
                                      </p:to>
                                    </p:set>
                                    <p:animEffect transition="in" filter="wipe(down)">
                                      <p:cBhvr>
                                        <p:cTn id="50" dur="500"/>
                                        <p:tgtEl>
                                          <p:spTgt spid="27"/>
                                        </p:tgtEl>
                                      </p:cBhvr>
                                    </p:animEffect>
                                  </p:childTnLst>
                                </p:cTn>
                              </p:par>
                            </p:childTnLst>
                          </p:cTn>
                        </p:par>
                        <p:par>
                          <p:cTn id="51" fill="hold">
                            <p:stCondLst>
                              <p:cond delay="3855"/>
                            </p:stCondLst>
                            <p:childTnLst>
                              <p:par>
                                <p:cTn id="52" presetID="2" presetClass="entr" presetSubtype="4" decel="100000" fill="hold" grpId="0" nodeType="afterEffect">
                                  <p:stCondLst>
                                    <p:cond delay="250"/>
                                  </p:stCondLst>
                                  <p:childTnLst>
                                    <p:set>
                                      <p:cBhvr>
                                        <p:cTn id="53" dur="1" fill="hold">
                                          <p:stCondLst>
                                            <p:cond delay="0"/>
                                          </p:stCondLst>
                                        </p:cTn>
                                        <p:tgtEl>
                                          <p:spTgt spid="24">
                                            <p:txEl>
                                              <p:pRg st="0" end="0"/>
                                            </p:txEl>
                                          </p:spTgt>
                                        </p:tgtEl>
                                        <p:attrNameLst>
                                          <p:attrName>style.visibility</p:attrName>
                                        </p:attrNameLst>
                                      </p:cBhvr>
                                      <p:to>
                                        <p:strVal val="visible"/>
                                      </p:to>
                                    </p:set>
                                    <p:anim calcmode="lin" valueType="num">
                                      <p:cBhvr additive="base">
                                        <p:cTn id="54"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build="p">
        <p:tmplLst>
          <p:tmpl lvl="1">
            <p:tnLst>
              <p:par>
                <p:cTn presetID="2" presetClass="entr" presetSubtype="8" decel="10000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0-#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P spid="15" grpId="0" animBg="1"/>
      <p:bldP spid="17" grpId="0" animBg="1"/>
      <p:bldP spid="17" grpId="1" animBg="1"/>
      <p:bldP spid="18" grpId="0"/>
      <p:bldP spid="24" grpId="0" build="p">
        <p:tmplLst>
          <p:tmpl lvl="1">
            <p:tnLst>
              <p:par>
                <p:cTn presetID="2" presetClass="entr" presetSubtype="4" decel="100000" fill="hold" nodeType="afterEffect">
                  <p:stCondLst>
                    <p:cond delay="25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ppt_x"/>
                          </p:val>
                        </p:tav>
                        <p:tav tm="100000">
                          <p:val>
                            <p:strVal val="#ppt_x"/>
                          </p:val>
                        </p:tav>
                      </p:tavLst>
                    </p:anim>
                    <p:anim calcmode="lin" valueType="num">
                      <p:cBhvr additive="base">
                        <p:cTn dur="500" fill="hold"/>
                        <p:tgtEl>
                          <p:spTgt spid="24"/>
                        </p:tgtEl>
                        <p:attrNameLst>
                          <p:attrName>ppt_y</p:attrName>
                        </p:attrNameLst>
                      </p:cBhvr>
                      <p:tavLst>
                        <p:tav tm="0">
                          <p:val>
                            <p:strVal val="1+#ppt_h/2"/>
                          </p:val>
                        </p:tav>
                        <p:tav tm="100000">
                          <p:val>
                            <p:strVal val="#ppt_y"/>
                          </p:val>
                        </p:tav>
                      </p:tavLst>
                    </p:anim>
                  </p:childTnLst>
                </p:cTn>
              </p:par>
            </p:tnLst>
          </p:tmpl>
        </p:tmplLst>
      </p:bldP>
      <p:bldP spid="26" grpId="0"/>
      <p:bldP spid="27" grpId="0">
        <p:tmplLst>
          <p:tmpl>
            <p:tnLst>
              <p:par>
                <p:cTn presetID="22" presetClass="entr" presetSubtype="4" fill="hold" nodeType="afterEffect">
                  <p:stCondLst>
                    <p:cond delay="0"/>
                  </p:stCondLst>
                  <p:iterate type="lt">
                    <p:tmPct val="3000"/>
                  </p:iterate>
                  <p:childTnLst>
                    <p:set>
                      <p:cBhvr>
                        <p:cTn dur="1" fill="hold">
                          <p:stCondLst>
                            <p:cond delay="0"/>
                          </p:stCondLst>
                        </p:cTn>
                        <p:tgtEl>
                          <p:spTgt spid="27"/>
                        </p:tgtEl>
                        <p:attrNameLst>
                          <p:attrName>style.visibility</p:attrName>
                        </p:attrNameLst>
                      </p:cBhvr>
                      <p:to>
                        <p:strVal val="visible"/>
                      </p:to>
                    </p:set>
                    <p:animEffect transition="in" filter="wipe(down)">
                      <p:cBhvr>
                        <p:cTn dur="500"/>
                        <p:tgtEl>
                          <p:spTgt spid="27"/>
                        </p:tgtEl>
                      </p:cBhvr>
                    </p:animEffect>
                  </p:childTnLst>
                </p:cTn>
              </p:par>
            </p:tnLst>
          </p:tmpl>
        </p:tmplLst>
      </p:bldP>
    </p:bld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Image and 3 Poin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8374744" y="253186"/>
            <a:ext cx="8113486" cy="1368152"/>
          </a:xfrm>
        </p:spPr>
        <p:txBody>
          <a:bodyPr/>
          <a:lstStyle>
            <a:lvl1pPr>
              <a:defRPr baseline="0"/>
            </a:lvl1pPr>
          </a:lstStyle>
          <a:p>
            <a:r>
              <a:rPr kumimoji="1" lang="en-US" altLang="ja-JP" dirty="0"/>
              <a:t>SLIDE TITLE GOES HERE</a:t>
            </a:r>
            <a:endParaRPr kumimoji="1" lang="ja-JP" altLang="en-US" dirty="0"/>
          </a:p>
        </p:txBody>
      </p:sp>
      <p:grpSp>
        <p:nvGrpSpPr>
          <p:cNvPr id="6" name="グループ化 5"/>
          <p:cNvGrpSpPr/>
          <p:nvPr userDrawn="1"/>
        </p:nvGrpSpPr>
        <p:grpSpPr>
          <a:xfrm>
            <a:off x="16778435" y="339170"/>
            <a:ext cx="1150664" cy="1150664"/>
            <a:chOff x="7418859" y="2569953"/>
            <a:chExt cx="934639" cy="934639"/>
          </a:xfrm>
          <a:effectLst>
            <a:outerShdw blurRad="50800" dist="38100" dir="2700000" algn="tl" rotWithShape="0">
              <a:prstClr val="black">
                <a:alpha val="40000"/>
              </a:prstClr>
            </a:outerShdw>
          </a:effectLst>
        </p:grpSpPr>
        <p:sp>
          <p:nvSpPr>
            <p:cNvPr id="7" name="涙形 6"/>
            <p:cNvSpPr/>
            <p:nvPr/>
          </p:nvSpPr>
          <p:spPr>
            <a:xfrm>
              <a:off x="7418859" y="2569953"/>
              <a:ext cx="934639" cy="934639"/>
            </a:xfrm>
            <a:prstGeom prst="teardrop">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涙形 7"/>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14" name="テキスト プレースホルダー 5"/>
          <p:cNvSpPr>
            <a:spLocks noGrp="1"/>
          </p:cNvSpPr>
          <p:nvPr>
            <p:ph type="body" sz="quarter" idx="15" hasCustomPrompt="1"/>
          </p:nvPr>
        </p:nvSpPr>
        <p:spPr>
          <a:xfrm>
            <a:off x="8388034" y="1652593"/>
            <a:ext cx="8129223" cy="647693"/>
          </a:xfrm>
        </p:spPr>
        <p:txBody>
          <a:bodyPr anchor="t">
            <a:noAutofit/>
          </a:bodyPr>
          <a:lstStyle>
            <a:lvl1pPr algn="l">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17" name="正方形/長方形 16"/>
          <p:cNvSpPr/>
          <p:nvPr userDrawn="1"/>
        </p:nvSpPr>
        <p:spPr>
          <a:xfrm>
            <a:off x="0" y="9391972"/>
            <a:ext cx="18291176" cy="895028"/>
          </a:xfrm>
          <a:prstGeom prst="rect">
            <a:avLst/>
          </a:prstGeom>
          <a:blipFill dpi="0" rotWithShape="1">
            <a:blip r:embed="rId2"/>
            <a:srcRect/>
            <a:tile tx="0" ty="0" sx="100000" sy="100000" flip="none" algn="tl"/>
          </a:blip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18" name="フッター プレースホルダー 4"/>
          <p:cNvSpPr>
            <a:spLocks noGrp="1"/>
          </p:cNvSpPr>
          <p:nvPr>
            <p:ph type="ftr" sz="quarter" idx="3"/>
          </p:nvPr>
        </p:nvSpPr>
        <p:spPr>
          <a:xfrm>
            <a:off x="3372844" y="9534526"/>
            <a:ext cx="11545486" cy="547688"/>
          </a:xfrm>
          <a:prstGeom prst="rect">
            <a:avLst/>
          </a:prstGeom>
        </p:spPr>
        <p:txBody>
          <a:bodyPr vert="horz" lIns="163303" tIns="81651" rIns="163303" bIns="81651" rtlCol="0" anchor="ctr"/>
          <a:lstStyle>
            <a:lvl1pPr algn="ctr">
              <a:defRPr sz="2100">
                <a:solidFill>
                  <a:schemeClr val="bg1"/>
                </a:solidFill>
              </a:defRPr>
            </a:lvl1pPr>
          </a:lstStyle>
          <a:p>
            <a:r>
              <a:rPr lang="en-US" altLang="ja-JP"/>
              <a:t>The Power of PowerPoint - thepopp.com</a:t>
            </a:r>
            <a:endParaRPr lang="ja-JP" altLang="en-US" dirty="0"/>
          </a:p>
        </p:txBody>
      </p:sp>
      <p:cxnSp>
        <p:nvCxnSpPr>
          <p:cNvPr id="19" name="直線コネクタ 18"/>
          <p:cNvCxnSpPr/>
          <p:nvPr userDrawn="1"/>
        </p:nvCxnSpPr>
        <p:spPr>
          <a:xfrm>
            <a:off x="72579" y="9498410"/>
            <a:ext cx="18074008"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0" name="円/楕円 19"/>
          <p:cNvSpPr/>
          <p:nvPr userDrawn="1"/>
        </p:nvSpPr>
        <p:spPr>
          <a:xfrm>
            <a:off x="8410462" y="2825104"/>
            <a:ext cx="1372976" cy="13729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20"/>
          <p:cNvSpPr/>
          <p:nvPr userDrawn="1"/>
        </p:nvSpPr>
        <p:spPr>
          <a:xfrm>
            <a:off x="8574950" y="2989592"/>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図プレースホルダー 7"/>
          <p:cNvSpPr>
            <a:spLocks noGrp="1"/>
          </p:cNvSpPr>
          <p:nvPr>
            <p:ph type="pic" sz="quarter" idx="12" hasCustomPrompt="1"/>
          </p:nvPr>
        </p:nvSpPr>
        <p:spPr>
          <a:xfrm>
            <a:off x="8792211" y="3206853"/>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25" name="テキスト プレースホルダー 5"/>
          <p:cNvSpPr>
            <a:spLocks noGrp="1"/>
          </p:cNvSpPr>
          <p:nvPr>
            <p:ph type="body" sz="quarter" idx="14" hasCustomPrompt="1"/>
          </p:nvPr>
        </p:nvSpPr>
        <p:spPr>
          <a:xfrm>
            <a:off x="9767631" y="3825913"/>
            <a:ext cx="6873571" cy="1085230"/>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28" name="テキスト プレースホルダー 5"/>
          <p:cNvSpPr>
            <a:spLocks noGrp="1"/>
          </p:cNvSpPr>
          <p:nvPr>
            <p:ph type="body" sz="quarter" idx="24" hasCustomPrompt="1"/>
          </p:nvPr>
        </p:nvSpPr>
        <p:spPr>
          <a:xfrm>
            <a:off x="9766154" y="3187745"/>
            <a:ext cx="6877715"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9" name="円/楕円 28"/>
          <p:cNvSpPr/>
          <p:nvPr userDrawn="1"/>
        </p:nvSpPr>
        <p:spPr>
          <a:xfrm>
            <a:off x="8410462" y="4876890"/>
            <a:ext cx="1372976" cy="1372976"/>
          </a:xfrm>
          <a:prstGeom prst="ellipse">
            <a:avLst/>
          </a:prstGeom>
          <a:blipFill dpi="0" rotWithShape="1">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29"/>
          <p:cNvSpPr/>
          <p:nvPr userDrawn="1"/>
        </p:nvSpPr>
        <p:spPr>
          <a:xfrm>
            <a:off x="8574950" y="5041378"/>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図プレースホルダー 7"/>
          <p:cNvSpPr>
            <a:spLocks noGrp="1"/>
          </p:cNvSpPr>
          <p:nvPr>
            <p:ph type="pic" sz="quarter" idx="26" hasCustomPrompt="1"/>
          </p:nvPr>
        </p:nvSpPr>
        <p:spPr>
          <a:xfrm>
            <a:off x="8792211" y="5258639"/>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32" name="テキスト プレースホルダー 5"/>
          <p:cNvSpPr>
            <a:spLocks noGrp="1"/>
          </p:cNvSpPr>
          <p:nvPr>
            <p:ph type="body" sz="quarter" idx="27" hasCustomPrompt="1"/>
          </p:nvPr>
        </p:nvSpPr>
        <p:spPr>
          <a:xfrm>
            <a:off x="9767631" y="5877699"/>
            <a:ext cx="6873571" cy="1085230"/>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3" name="テキスト プレースホルダー 5"/>
          <p:cNvSpPr>
            <a:spLocks noGrp="1"/>
          </p:cNvSpPr>
          <p:nvPr>
            <p:ph type="body" sz="quarter" idx="28" hasCustomPrompt="1"/>
          </p:nvPr>
        </p:nvSpPr>
        <p:spPr>
          <a:xfrm>
            <a:off x="9766154" y="5239531"/>
            <a:ext cx="6877715"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4" name="円/楕円 33"/>
          <p:cNvSpPr/>
          <p:nvPr userDrawn="1"/>
        </p:nvSpPr>
        <p:spPr>
          <a:xfrm>
            <a:off x="8408084" y="6954005"/>
            <a:ext cx="1372976" cy="1372976"/>
          </a:xfrm>
          <a:prstGeom prst="ellipse">
            <a:avLst/>
          </a:prstGeom>
          <a:blipFill dpi="0" rotWithShape="1">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円/楕円 34"/>
          <p:cNvSpPr/>
          <p:nvPr userDrawn="1"/>
        </p:nvSpPr>
        <p:spPr>
          <a:xfrm>
            <a:off x="8572572" y="7118493"/>
            <a:ext cx="1044000" cy="1044000"/>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図プレースホルダー 7"/>
          <p:cNvSpPr>
            <a:spLocks noGrp="1"/>
          </p:cNvSpPr>
          <p:nvPr>
            <p:ph type="pic" sz="quarter" idx="29" hasCustomPrompt="1"/>
          </p:nvPr>
        </p:nvSpPr>
        <p:spPr>
          <a:xfrm>
            <a:off x="8789833" y="7335754"/>
            <a:ext cx="609479" cy="609479"/>
          </a:xfrm>
          <a:effectLst>
            <a:innerShdw blurRad="63500" dist="25400" dir="18900000">
              <a:prstClr val="black">
                <a:alpha val="50000"/>
              </a:prstClr>
            </a:innerShdw>
          </a:effectLst>
        </p:spPr>
        <p:txBody>
          <a:bodyPr>
            <a:normAutofit/>
          </a:bodyPr>
          <a:lstStyle>
            <a:lvl1pPr>
              <a:defRPr sz="800">
                <a:solidFill>
                  <a:schemeClr val="bg2"/>
                </a:solidFill>
              </a:defRPr>
            </a:lvl1pPr>
          </a:lstStyle>
          <a:p>
            <a:r>
              <a:rPr kumimoji="1" lang="en-US" altLang="ja-JP" dirty="0"/>
              <a:t>ICON</a:t>
            </a:r>
            <a:endParaRPr kumimoji="1" lang="ja-JP" altLang="en-US" dirty="0"/>
          </a:p>
        </p:txBody>
      </p:sp>
      <p:sp>
        <p:nvSpPr>
          <p:cNvPr id="37" name="テキスト プレースホルダー 5"/>
          <p:cNvSpPr>
            <a:spLocks noGrp="1"/>
          </p:cNvSpPr>
          <p:nvPr>
            <p:ph type="body" sz="quarter" idx="30" hasCustomPrompt="1"/>
          </p:nvPr>
        </p:nvSpPr>
        <p:spPr>
          <a:xfrm>
            <a:off x="9765253" y="7954814"/>
            <a:ext cx="6873571" cy="1085230"/>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38" name="テキスト プレースホルダー 5"/>
          <p:cNvSpPr>
            <a:spLocks noGrp="1"/>
          </p:cNvSpPr>
          <p:nvPr>
            <p:ph type="body" sz="quarter" idx="31" hasCustomPrompt="1"/>
          </p:nvPr>
        </p:nvSpPr>
        <p:spPr>
          <a:xfrm>
            <a:off x="9763776" y="7316646"/>
            <a:ext cx="6877715"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6" name="図プレースホルダー 25"/>
          <p:cNvSpPr>
            <a:spLocks noGrp="1"/>
          </p:cNvSpPr>
          <p:nvPr>
            <p:ph type="pic" sz="quarter" idx="33" hasCustomPrompt="1"/>
          </p:nvPr>
        </p:nvSpPr>
        <p:spPr>
          <a:xfrm>
            <a:off x="1041009" y="253186"/>
            <a:ext cx="7333735" cy="10033814"/>
          </a:xfrm>
          <a:effectLst>
            <a:outerShdw blurRad="127000" dist="88900" algn="l" rotWithShape="0">
              <a:prstClr val="black">
                <a:alpha val="40000"/>
              </a:prstClr>
            </a:outerShdw>
          </a:effectLst>
        </p:spPr>
        <p:txBody>
          <a:bodyPr>
            <a:normAutofit/>
          </a:bodyPr>
          <a:lstStyle>
            <a:lvl1pPr>
              <a:defRPr sz="2000"/>
            </a:lvl1pPr>
          </a:lstStyle>
          <a:p>
            <a:r>
              <a:rPr kumimoji="1" lang="en-US" altLang="ja-JP" dirty="0"/>
              <a:t>Add an image</a:t>
            </a:r>
            <a:endParaRPr kumimoji="1" lang="ja-JP" altLang="en-US" dirty="0"/>
          </a:p>
        </p:txBody>
      </p:sp>
    </p:spTree>
    <p:extLst>
      <p:ext uri="{BB962C8B-B14F-4D97-AF65-F5344CB8AC3E}">
        <p14:creationId xmlns:p14="http://schemas.microsoft.com/office/powerpoint/2010/main" val="3212444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0-#ppt_h/2"/>
                                          </p:val>
                                        </p:tav>
                                        <p:tav tm="100000">
                                          <p:val>
                                            <p:strVal val="#ppt_y"/>
                                          </p:val>
                                        </p:tav>
                                      </p:tavLst>
                                    </p:anim>
                                  </p:childTnLst>
                                </p:cTn>
                              </p:par>
                              <p:par>
                                <p:cTn id="13" presetID="16" presetClass="entr" presetSubtype="37"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arn(outVertical)">
                                      <p:cBhvr>
                                        <p:cTn id="15" dur="500"/>
                                        <p:tgtEl>
                                          <p:spTgt spid="17"/>
                                        </p:tgtEl>
                                      </p:cBhvr>
                                    </p:animEffect>
                                  </p:childTnLst>
                                </p:cTn>
                              </p:par>
                              <p:par>
                                <p:cTn id="16" presetID="16" presetClass="entr" presetSubtype="37"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arn(outVertical)">
                                      <p:cBhvr>
                                        <p:cTn id="18" dur="500"/>
                                        <p:tgtEl>
                                          <p:spTgt spid="18"/>
                                        </p:tgtEl>
                                      </p:cBhvr>
                                    </p:animEffect>
                                  </p:childTnLst>
                                </p:cTn>
                              </p:par>
                              <p:par>
                                <p:cTn id="19" presetID="16" presetClass="entr" presetSubtype="37"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barn(outVertical)">
                                      <p:cBhvr>
                                        <p:cTn id="21" dur="500"/>
                                        <p:tgtEl>
                                          <p:spTgt spid="19"/>
                                        </p:tgtEl>
                                      </p:cBhvr>
                                    </p:animEffect>
                                  </p:childTnLst>
                                </p:cTn>
                              </p:par>
                            </p:childTnLst>
                          </p:cTn>
                        </p:par>
                        <p:par>
                          <p:cTn id="22" fill="hold">
                            <p:stCondLst>
                              <p:cond delay="500"/>
                            </p:stCondLst>
                            <p:childTnLst>
                              <p:par>
                                <p:cTn id="23" presetID="2" presetClass="entr" presetSubtype="8" decel="100000" fill="hold" grpId="0" nodeType="after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 calcmode="lin" valueType="num">
                                      <p:cBhvr additive="base">
                                        <p:cTn id="25" dur="50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
                                            <p:txEl>
                                              <p:pRg st="0" end="0"/>
                                            </p:txEl>
                                          </p:spTgt>
                                        </p:tgtEl>
                                        <p:attrNameLst>
                                          <p:attrName>ppt_y</p:attrName>
                                        </p:attrNameLst>
                                      </p:cBhvr>
                                      <p:tavLst>
                                        <p:tav tm="0">
                                          <p:val>
                                            <p:strVal val="#ppt_y"/>
                                          </p:val>
                                        </p:tav>
                                        <p:tav tm="100000">
                                          <p:val>
                                            <p:strVal val="#ppt_y"/>
                                          </p:val>
                                        </p:tav>
                                      </p:tavLst>
                                    </p:anim>
                                  </p:childTnLst>
                                </p:cTn>
                              </p:par>
                            </p:childTnLst>
                          </p:cTn>
                        </p:par>
                        <p:par>
                          <p:cTn id="27" fill="hold">
                            <p:stCondLst>
                              <p:cond delay="1000"/>
                            </p:stCondLst>
                            <p:childTnLst>
                              <p:par>
                                <p:cTn id="28" presetID="14" presetClass="entr" presetSubtype="10" fill="hold" grpId="0"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randombar(horizontal)">
                                      <p:cBhvr>
                                        <p:cTn id="30" dur="500"/>
                                        <p:tgtEl>
                                          <p:spTgt spid="26"/>
                                        </p:tgtEl>
                                      </p:cBhvr>
                                    </p:animEffect>
                                  </p:childTnLst>
                                </p:cTn>
                              </p:par>
                            </p:childTnLst>
                          </p:cTn>
                        </p:par>
                        <p:par>
                          <p:cTn id="31" fill="hold">
                            <p:stCondLst>
                              <p:cond delay="1500"/>
                            </p:stCondLst>
                            <p:childTnLst>
                              <p:par>
                                <p:cTn id="32" presetID="2" presetClass="entr" presetSubtype="4" decel="100000" fill="hold" grpId="0" nodeType="afterEffect">
                                  <p:stCondLst>
                                    <p:cond delay="250"/>
                                  </p:stCondLst>
                                  <p:childTnLst>
                                    <p:set>
                                      <p:cBhvr>
                                        <p:cTn id="33" dur="1" fill="hold">
                                          <p:stCondLst>
                                            <p:cond delay="0"/>
                                          </p:stCondLst>
                                        </p:cTn>
                                        <p:tgtEl>
                                          <p:spTgt spid="20"/>
                                        </p:tgtEl>
                                        <p:attrNameLst>
                                          <p:attrName>style.visibility</p:attrName>
                                        </p:attrNameLst>
                                      </p:cBhvr>
                                      <p:to>
                                        <p:strVal val="visible"/>
                                      </p:to>
                                    </p:set>
                                    <p:anim calcmode="lin" valueType="num">
                                      <p:cBhvr additive="base">
                                        <p:cTn id="34" dur="500" fill="hold"/>
                                        <p:tgtEl>
                                          <p:spTgt spid="20"/>
                                        </p:tgtEl>
                                        <p:attrNameLst>
                                          <p:attrName>ppt_x</p:attrName>
                                        </p:attrNameLst>
                                      </p:cBhvr>
                                      <p:tavLst>
                                        <p:tav tm="0">
                                          <p:val>
                                            <p:strVal val="#ppt_x"/>
                                          </p:val>
                                        </p:tav>
                                        <p:tav tm="100000">
                                          <p:val>
                                            <p:strVal val="#ppt_x"/>
                                          </p:val>
                                        </p:tav>
                                      </p:tavLst>
                                    </p:anim>
                                    <p:anim calcmode="lin" valueType="num">
                                      <p:cBhvr additive="base">
                                        <p:cTn id="35" dur="500" fill="hold"/>
                                        <p:tgtEl>
                                          <p:spTgt spid="20"/>
                                        </p:tgtEl>
                                        <p:attrNameLst>
                                          <p:attrName>ppt_y</p:attrName>
                                        </p:attrNameLst>
                                      </p:cBhvr>
                                      <p:tavLst>
                                        <p:tav tm="0">
                                          <p:val>
                                            <p:strVal val="1+#ppt_h/2"/>
                                          </p:val>
                                        </p:tav>
                                        <p:tav tm="100000">
                                          <p:val>
                                            <p:strVal val="#ppt_y"/>
                                          </p:val>
                                        </p:tav>
                                      </p:tavLst>
                                    </p:anim>
                                  </p:childTnLst>
                                </p:cTn>
                              </p:par>
                            </p:childTnLst>
                          </p:cTn>
                        </p:par>
                        <p:par>
                          <p:cTn id="36" fill="hold">
                            <p:stCondLst>
                              <p:cond delay="2250"/>
                            </p:stCondLst>
                            <p:childTnLst>
                              <p:par>
                                <p:cTn id="37" presetID="21" presetClass="entr" presetSubtype="1"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heel(1)">
                                      <p:cBhvr>
                                        <p:cTn id="39" dur="10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childTnLst>
                                </p:cTn>
                              </p:par>
                            </p:childTnLst>
                          </p:cTn>
                        </p:par>
                        <p:par>
                          <p:cTn id="43" fill="hold">
                            <p:stCondLst>
                              <p:cond delay="3250"/>
                            </p:stCondLst>
                            <p:childTnLst>
                              <p:par>
                                <p:cTn id="44" presetID="2" presetClass="entr" presetSubtype="4" decel="100000" fill="hold" grpId="0" nodeType="afterEffect">
                                  <p:stCondLst>
                                    <p:cond delay="0"/>
                                  </p:stCondLst>
                                  <p:childTnLst>
                                    <p:set>
                                      <p:cBhvr>
                                        <p:cTn id="45" dur="1" fill="hold">
                                          <p:stCondLst>
                                            <p:cond delay="0"/>
                                          </p:stCondLst>
                                        </p:cTn>
                                        <p:tgtEl>
                                          <p:spTgt spid="28">
                                            <p:txEl>
                                              <p:pRg st="0" end="0"/>
                                            </p:txEl>
                                          </p:spTgt>
                                        </p:tgtEl>
                                        <p:attrNameLst>
                                          <p:attrName>style.visibility</p:attrName>
                                        </p:attrNameLst>
                                      </p:cBhvr>
                                      <p:to>
                                        <p:strVal val="visible"/>
                                      </p:to>
                                    </p:set>
                                    <p:anim calcmode="lin" valueType="num">
                                      <p:cBhvr additive="base">
                                        <p:cTn id="46"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28">
                                            <p:txEl>
                                              <p:pRg st="0" end="0"/>
                                            </p:txEl>
                                          </p:spTgt>
                                        </p:tgtEl>
                                        <p:attrNameLst>
                                          <p:attrName>ppt_y</p:attrName>
                                        </p:attrNameLst>
                                      </p:cBhvr>
                                      <p:tavLst>
                                        <p:tav tm="0">
                                          <p:val>
                                            <p:strVal val="1+#ppt_h/2"/>
                                          </p:val>
                                        </p:tav>
                                        <p:tav tm="100000">
                                          <p:val>
                                            <p:strVal val="#ppt_y"/>
                                          </p:val>
                                        </p:tav>
                                      </p:tavLst>
                                    </p:anim>
                                  </p:childTnLst>
                                </p:cTn>
                              </p:par>
                            </p:childTnLst>
                          </p:cTn>
                        </p:par>
                        <p:par>
                          <p:cTn id="48" fill="hold">
                            <p:stCondLst>
                              <p:cond delay="3750"/>
                            </p:stCondLst>
                            <p:childTnLst>
                              <p:par>
                                <p:cTn id="49" presetID="22" presetClass="entr" presetSubtype="8" fill="hold" grpId="0" nodeType="afterEffect">
                                  <p:stCondLst>
                                    <p:cond delay="0"/>
                                  </p:stCondLst>
                                  <p:childTnLst>
                                    <p:set>
                                      <p:cBhvr>
                                        <p:cTn id="50" dur="1" fill="hold">
                                          <p:stCondLst>
                                            <p:cond delay="0"/>
                                          </p:stCondLst>
                                        </p:cTn>
                                        <p:tgtEl>
                                          <p:spTgt spid="25">
                                            <p:txEl>
                                              <p:pRg st="0" end="0"/>
                                            </p:txEl>
                                          </p:spTgt>
                                        </p:tgtEl>
                                        <p:attrNameLst>
                                          <p:attrName>style.visibility</p:attrName>
                                        </p:attrNameLst>
                                      </p:cBhvr>
                                      <p:to>
                                        <p:strVal val="visible"/>
                                      </p:to>
                                    </p:set>
                                    <p:animEffect transition="in" filter="wipe(left)">
                                      <p:cBhvr>
                                        <p:cTn id="51" dur="500"/>
                                        <p:tgtEl>
                                          <p:spTgt spid="25">
                                            <p:txEl>
                                              <p:pRg st="0" end="0"/>
                                            </p:txEl>
                                          </p:spTgt>
                                        </p:tgtEl>
                                      </p:cBhvr>
                                    </p:animEffect>
                                  </p:childTnLst>
                                </p:cTn>
                              </p:par>
                            </p:childTnLst>
                          </p:cTn>
                        </p:par>
                        <p:par>
                          <p:cTn id="52" fill="hold">
                            <p:stCondLst>
                              <p:cond delay="4250"/>
                            </p:stCondLst>
                            <p:childTnLst>
                              <p:par>
                                <p:cTn id="53" presetID="2" presetClass="entr" presetSubtype="4" decel="100000"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ppt_x"/>
                                          </p:val>
                                        </p:tav>
                                        <p:tav tm="100000">
                                          <p:val>
                                            <p:strVal val="#ppt_x"/>
                                          </p:val>
                                        </p:tav>
                                      </p:tavLst>
                                    </p:anim>
                                    <p:anim calcmode="lin" valueType="num">
                                      <p:cBhvr additive="base">
                                        <p:cTn id="56" dur="500" fill="hold"/>
                                        <p:tgtEl>
                                          <p:spTgt spid="29"/>
                                        </p:tgtEl>
                                        <p:attrNameLst>
                                          <p:attrName>ppt_y</p:attrName>
                                        </p:attrNameLst>
                                      </p:cBhvr>
                                      <p:tavLst>
                                        <p:tav tm="0">
                                          <p:val>
                                            <p:strVal val="1+#ppt_h/2"/>
                                          </p:val>
                                        </p:tav>
                                        <p:tav tm="100000">
                                          <p:val>
                                            <p:strVal val="#ppt_y"/>
                                          </p:val>
                                        </p:tav>
                                      </p:tavLst>
                                    </p:anim>
                                  </p:childTnLst>
                                </p:cTn>
                              </p:par>
                            </p:childTnLst>
                          </p:cTn>
                        </p:par>
                        <p:par>
                          <p:cTn id="57" fill="hold">
                            <p:stCondLst>
                              <p:cond delay="4750"/>
                            </p:stCondLst>
                            <p:childTnLst>
                              <p:par>
                                <p:cTn id="58" presetID="21" presetClass="entr" presetSubtype="1" fill="hold" grpId="0" nodeType="after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wheel(1)">
                                      <p:cBhvr>
                                        <p:cTn id="60" dur="1000"/>
                                        <p:tgtEl>
                                          <p:spTgt spid="3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1000"/>
                                        <p:tgtEl>
                                          <p:spTgt spid="31"/>
                                        </p:tgtEl>
                                      </p:cBhvr>
                                    </p:animEffect>
                                  </p:childTnLst>
                                </p:cTn>
                              </p:par>
                            </p:childTnLst>
                          </p:cTn>
                        </p:par>
                        <p:par>
                          <p:cTn id="64" fill="hold">
                            <p:stCondLst>
                              <p:cond delay="5750"/>
                            </p:stCondLst>
                            <p:childTnLst>
                              <p:par>
                                <p:cTn id="65" presetID="2" presetClass="entr" presetSubtype="4" decel="100000" fill="hold" grpId="0" nodeType="afterEffect">
                                  <p:stCondLst>
                                    <p:cond delay="0"/>
                                  </p:stCondLst>
                                  <p:childTnLst>
                                    <p:set>
                                      <p:cBhvr>
                                        <p:cTn id="66" dur="1" fill="hold">
                                          <p:stCondLst>
                                            <p:cond delay="0"/>
                                          </p:stCondLst>
                                        </p:cTn>
                                        <p:tgtEl>
                                          <p:spTgt spid="33">
                                            <p:txEl>
                                              <p:pRg st="0" end="0"/>
                                            </p:txEl>
                                          </p:spTgt>
                                        </p:tgtEl>
                                        <p:attrNameLst>
                                          <p:attrName>style.visibility</p:attrName>
                                        </p:attrNameLst>
                                      </p:cBhvr>
                                      <p:to>
                                        <p:strVal val="visible"/>
                                      </p:to>
                                    </p:set>
                                    <p:anim calcmode="lin" valueType="num">
                                      <p:cBhvr additive="base">
                                        <p:cTn id="67" dur="500" fill="hold"/>
                                        <p:tgtEl>
                                          <p:spTgt spid="33">
                                            <p:txEl>
                                              <p:pRg st="0" end="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3">
                                            <p:txEl>
                                              <p:pRg st="0" end="0"/>
                                            </p:txEl>
                                          </p:spTgt>
                                        </p:tgtEl>
                                        <p:attrNameLst>
                                          <p:attrName>ppt_y</p:attrName>
                                        </p:attrNameLst>
                                      </p:cBhvr>
                                      <p:tavLst>
                                        <p:tav tm="0">
                                          <p:val>
                                            <p:strVal val="1+#ppt_h/2"/>
                                          </p:val>
                                        </p:tav>
                                        <p:tav tm="100000">
                                          <p:val>
                                            <p:strVal val="#ppt_y"/>
                                          </p:val>
                                        </p:tav>
                                      </p:tavLst>
                                    </p:anim>
                                  </p:childTnLst>
                                </p:cTn>
                              </p:par>
                            </p:childTnLst>
                          </p:cTn>
                        </p:par>
                        <p:par>
                          <p:cTn id="69" fill="hold">
                            <p:stCondLst>
                              <p:cond delay="6250"/>
                            </p:stCondLst>
                            <p:childTnLst>
                              <p:par>
                                <p:cTn id="70" presetID="22" presetClass="entr" presetSubtype="8" fill="hold" grpId="0" nodeType="afterEffect">
                                  <p:stCondLst>
                                    <p:cond delay="0"/>
                                  </p:stCondLst>
                                  <p:childTnLst>
                                    <p:set>
                                      <p:cBhvr>
                                        <p:cTn id="71" dur="1" fill="hold">
                                          <p:stCondLst>
                                            <p:cond delay="0"/>
                                          </p:stCondLst>
                                        </p:cTn>
                                        <p:tgtEl>
                                          <p:spTgt spid="32">
                                            <p:txEl>
                                              <p:pRg st="0" end="0"/>
                                            </p:txEl>
                                          </p:spTgt>
                                        </p:tgtEl>
                                        <p:attrNameLst>
                                          <p:attrName>style.visibility</p:attrName>
                                        </p:attrNameLst>
                                      </p:cBhvr>
                                      <p:to>
                                        <p:strVal val="visible"/>
                                      </p:to>
                                    </p:set>
                                    <p:animEffect transition="in" filter="wipe(left)">
                                      <p:cBhvr>
                                        <p:cTn id="72" dur="500"/>
                                        <p:tgtEl>
                                          <p:spTgt spid="32">
                                            <p:txEl>
                                              <p:pRg st="0" end="0"/>
                                            </p:txEl>
                                          </p:spTgt>
                                        </p:tgtEl>
                                      </p:cBhvr>
                                    </p:animEffect>
                                  </p:childTnLst>
                                </p:cTn>
                              </p:par>
                            </p:childTnLst>
                          </p:cTn>
                        </p:par>
                        <p:par>
                          <p:cTn id="73" fill="hold">
                            <p:stCondLst>
                              <p:cond delay="6750"/>
                            </p:stCondLst>
                            <p:childTnLst>
                              <p:par>
                                <p:cTn id="74" presetID="2" presetClass="entr" presetSubtype="4" decel="100000" fill="hold" grpId="0" nodeType="afterEffect">
                                  <p:stCondLst>
                                    <p:cond delay="0"/>
                                  </p:stCondLst>
                                  <p:childTnLst>
                                    <p:set>
                                      <p:cBhvr>
                                        <p:cTn id="75" dur="1" fill="hold">
                                          <p:stCondLst>
                                            <p:cond delay="0"/>
                                          </p:stCondLst>
                                        </p:cTn>
                                        <p:tgtEl>
                                          <p:spTgt spid="34"/>
                                        </p:tgtEl>
                                        <p:attrNameLst>
                                          <p:attrName>style.visibility</p:attrName>
                                        </p:attrNameLst>
                                      </p:cBhvr>
                                      <p:to>
                                        <p:strVal val="visible"/>
                                      </p:to>
                                    </p:set>
                                    <p:anim calcmode="lin" valueType="num">
                                      <p:cBhvr additive="base">
                                        <p:cTn id="76" dur="500" fill="hold"/>
                                        <p:tgtEl>
                                          <p:spTgt spid="34"/>
                                        </p:tgtEl>
                                        <p:attrNameLst>
                                          <p:attrName>ppt_x</p:attrName>
                                        </p:attrNameLst>
                                      </p:cBhvr>
                                      <p:tavLst>
                                        <p:tav tm="0">
                                          <p:val>
                                            <p:strVal val="#ppt_x"/>
                                          </p:val>
                                        </p:tav>
                                        <p:tav tm="100000">
                                          <p:val>
                                            <p:strVal val="#ppt_x"/>
                                          </p:val>
                                        </p:tav>
                                      </p:tavLst>
                                    </p:anim>
                                    <p:anim calcmode="lin" valueType="num">
                                      <p:cBhvr additive="base">
                                        <p:cTn id="77" dur="500" fill="hold"/>
                                        <p:tgtEl>
                                          <p:spTgt spid="34"/>
                                        </p:tgtEl>
                                        <p:attrNameLst>
                                          <p:attrName>ppt_y</p:attrName>
                                        </p:attrNameLst>
                                      </p:cBhvr>
                                      <p:tavLst>
                                        <p:tav tm="0">
                                          <p:val>
                                            <p:strVal val="1+#ppt_h/2"/>
                                          </p:val>
                                        </p:tav>
                                        <p:tav tm="100000">
                                          <p:val>
                                            <p:strVal val="#ppt_y"/>
                                          </p:val>
                                        </p:tav>
                                      </p:tavLst>
                                    </p:anim>
                                  </p:childTnLst>
                                </p:cTn>
                              </p:par>
                            </p:childTnLst>
                          </p:cTn>
                        </p:par>
                        <p:par>
                          <p:cTn id="78" fill="hold">
                            <p:stCondLst>
                              <p:cond delay="7250"/>
                            </p:stCondLst>
                            <p:childTnLst>
                              <p:par>
                                <p:cTn id="79" presetID="21" presetClass="entr" presetSubtype="1" fill="hold" grpId="0" nodeType="after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wheel(1)">
                                      <p:cBhvr>
                                        <p:cTn id="81" dur="1000"/>
                                        <p:tgtEl>
                                          <p:spTgt spid="3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1000"/>
                                        <p:tgtEl>
                                          <p:spTgt spid="36"/>
                                        </p:tgtEl>
                                      </p:cBhvr>
                                    </p:animEffect>
                                  </p:childTnLst>
                                </p:cTn>
                              </p:par>
                            </p:childTnLst>
                          </p:cTn>
                        </p:par>
                        <p:par>
                          <p:cTn id="85" fill="hold">
                            <p:stCondLst>
                              <p:cond delay="8250"/>
                            </p:stCondLst>
                            <p:childTnLst>
                              <p:par>
                                <p:cTn id="86" presetID="2" presetClass="entr" presetSubtype="4" decel="100000" fill="hold" grpId="0" nodeType="afterEffect">
                                  <p:stCondLst>
                                    <p:cond delay="0"/>
                                  </p:stCondLst>
                                  <p:childTnLst>
                                    <p:set>
                                      <p:cBhvr>
                                        <p:cTn id="87" dur="1" fill="hold">
                                          <p:stCondLst>
                                            <p:cond delay="0"/>
                                          </p:stCondLst>
                                        </p:cTn>
                                        <p:tgtEl>
                                          <p:spTgt spid="38">
                                            <p:txEl>
                                              <p:pRg st="0" end="0"/>
                                            </p:txEl>
                                          </p:spTgt>
                                        </p:tgtEl>
                                        <p:attrNameLst>
                                          <p:attrName>style.visibility</p:attrName>
                                        </p:attrNameLst>
                                      </p:cBhvr>
                                      <p:to>
                                        <p:strVal val="visible"/>
                                      </p:to>
                                    </p:set>
                                    <p:anim calcmode="lin" valueType="num">
                                      <p:cBhvr additive="base">
                                        <p:cTn id="88" dur="5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89" dur="500" fill="hold"/>
                                        <p:tgtEl>
                                          <p:spTgt spid="38">
                                            <p:txEl>
                                              <p:pRg st="0" end="0"/>
                                            </p:txEl>
                                          </p:spTgt>
                                        </p:tgtEl>
                                        <p:attrNameLst>
                                          <p:attrName>ppt_y</p:attrName>
                                        </p:attrNameLst>
                                      </p:cBhvr>
                                      <p:tavLst>
                                        <p:tav tm="0">
                                          <p:val>
                                            <p:strVal val="1+#ppt_h/2"/>
                                          </p:val>
                                        </p:tav>
                                        <p:tav tm="100000">
                                          <p:val>
                                            <p:strVal val="#ppt_y"/>
                                          </p:val>
                                        </p:tav>
                                      </p:tavLst>
                                    </p:anim>
                                  </p:childTnLst>
                                </p:cTn>
                              </p:par>
                            </p:childTnLst>
                          </p:cTn>
                        </p:par>
                        <p:par>
                          <p:cTn id="90" fill="hold">
                            <p:stCondLst>
                              <p:cond delay="8750"/>
                            </p:stCondLst>
                            <p:childTnLst>
                              <p:par>
                                <p:cTn id="91" presetID="22" presetClass="entr" presetSubtype="8" fill="hold" grpId="0" nodeType="afterEffect">
                                  <p:stCondLst>
                                    <p:cond delay="0"/>
                                  </p:stCondLst>
                                  <p:childTnLst>
                                    <p:set>
                                      <p:cBhvr>
                                        <p:cTn id="92" dur="1" fill="hold">
                                          <p:stCondLst>
                                            <p:cond delay="0"/>
                                          </p:stCondLst>
                                        </p:cTn>
                                        <p:tgtEl>
                                          <p:spTgt spid="37">
                                            <p:txEl>
                                              <p:pRg st="0" end="0"/>
                                            </p:txEl>
                                          </p:spTgt>
                                        </p:tgtEl>
                                        <p:attrNameLst>
                                          <p:attrName>style.visibility</p:attrName>
                                        </p:attrNameLst>
                                      </p:cBhvr>
                                      <p:to>
                                        <p:strVal val="visible"/>
                                      </p:to>
                                    </p:set>
                                    <p:animEffect transition="in" filter="wipe(left)">
                                      <p:cBhvr>
                                        <p:cTn id="93" dur="500"/>
                                        <p:tgtEl>
                                          <p:spTgt spid="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build="p">
        <p:tmplLst>
          <p:tmpl lvl="1">
            <p:tnLst>
              <p:par>
                <p:cTn presetID="2" presetClass="entr" presetSubtype="8" decel="10000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500" fill="hold"/>
                        <p:tgtEl>
                          <p:spTgt spid="14"/>
                        </p:tgtEl>
                        <p:attrNameLst>
                          <p:attrName>ppt_x</p:attrName>
                        </p:attrNameLst>
                      </p:cBhvr>
                      <p:tavLst>
                        <p:tav tm="0">
                          <p:val>
                            <p:strVal val="0-#ppt_w/2"/>
                          </p:val>
                        </p:tav>
                        <p:tav tm="100000">
                          <p:val>
                            <p:strVal val="#ppt_x"/>
                          </p:val>
                        </p:tav>
                      </p:tavLst>
                    </p:anim>
                    <p:anim calcmode="lin" valueType="num">
                      <p:cBhvr additive="base">
                        <p:cTn dur="500" fill="hold"/>
                        <p:tgtEl>
                          <p:spTgt spid="14"/>
                        </p:tgtEl>
                        <p:attrNameLst>
                          <p:attrName>ppt_y</p:attrName>
                        </p:attrNameLst>
                      </p:cBhvr>
                      <p:tavLst>
                        <p:tav tm="0">
                          <p:val>
                            <p:strVal val="#ppt_y"/>
                          </p:val>
                        </p:tav>
                        <p:tav tm="100000">
                          <p:val>
                            <p:strVal val="#ppt_y"/>
                          </p:val>
                        </p:tav>
                      </p:tavLst>
                    </p:anim>
                  </p:childTnLst>
                </p:cTn>
              </p:par>
            </p:tnLst>
          </p:tmpl>
        </p:tmplLst>
      </p:bldP>
      <p:bldP spid="17" grpId="0" animBg="1"/>
      <p:bldP spid="17" grpId="1" animBg="1"/>
      <p:bldP spid="18" grpId="0"/>
      <p:bldP spid="20" grpId="0" animBg="1"/>
      <p:bldP spid="21" grpId="0" animBg="1"/>
      <p:bldP spid="23" grpId="0"/>
      <p:bldP spid="25" grpId="0" build="p">
        <p:tmplLst>
          <p:tmpl lvl="1">
            <p:tnLst>
              <p:par>
                <p:cTn presetID="22" presetClass="entr" presetSubtype="8" fill="hold" nodeType="after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wipe(left)">
                      <p:cBhvr>
                        <p:cTn dur="500"/>
                        <p:tgtEl>
                          <p:spTgt spid="25"/>
                        </p:tgtEl>
                      </p:cBhvr>
                    </p:animEffect>
                  </p:childTnLst>
                </p:cTn>
              </p:par>
            </p:tnLst>
          </p:tmpl>
        </p:tmplLst>
      </p:bldP>
      <p:bldP spid="28" grpId="0" build="p">
        <p:tmplLst>
          <p:tmpl lvl="1">
            <p:tnLst>
              <p:par>
                <p:cTn presetID="2" presetClass="entr" presetSubtype="4" decel="100000" fill="hold" nodeType="afterEffect">
                  <p:stCondLst>
                    <p:cond delay="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500" fill="hold"/>
                        <p:tgtEl>
                          <p:spTgt spid="28"/>
                        </p:tgtEl>
                        <p:attrNameLst>
                          <p:attrName>ppt_x</p:attrName>
                        </p:attrNameLst>
                      </p:cBhvr>
                      <p:tavLst>
                        <p:tav tm="0">
                          <p:val>
                            <p:strVal val="#ppt_x"/>
                          </p:val>
                        </p:tav>
                        <p:tav tm="100000">
                          <p:val>
                            <p:strVal val="#ppt_x"/>
                          </p:val>
                        </p:tav>
                      </p:tavLst>
                    </p:anim>
                    <p:anim calcmode="lin" valueType="num">
                      <p:cBhvr additive="base">
                        <p:cTn dur="500" fill="hold"/>
                        <p:tgtEl>
                          <p:spTgt spid="28"/>
                        </p:tgtEl>
                        <p:attrNameLst>
                          <p:attrName>ppt_y</p:attrName>
                        </p:attrNameLst>
                      </p:cBhvr>
                      <p:tavLst>
                        <p:tav tm="0">
                          <p:val>
                            <p:strVal val="1+#ppt_h/2"/>
                          </p:val>
                        </p:tav>
                        <p:tav tm="100000">
                          <p:val>
                            <p:strVal val="#ppt_y"/>
                          </p:val>
                        </p:tav>
                      </p:tavLst>
                    </p:anim>
                  </p:childTnLst>
                </p:cTn>
              </p:par>
            </p:tnLst>
          </p:tmpl>
        </p:tmplLst>
      </p:bldP>
      <p:bldP spid="29" grpId="0" animBg="1"/>
      <p:bldP spid="30" grpId="0" animBg="1"/>
      <p:bldP spid="31" grpId="0"/>
      <p:bldP spid="32" grpId="0" build="p">
        <p:tmplLst>
          <p:tmpl lvl="1">
            <p:tnLst>
              <p:par>
                <p:cTn presetID="22" presetClass="entr" presetSubtype="8"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wipe(left)">
                      <p:cBhvr>
                        <p:cTn dur="500"/>
                        <p:tgtEl>
                          <p:spTgt spid="32"/>
                        </p:tgtEl>
                      </p:cBhvr>
                    </p:animEffect>
                  </p:childTnLst>
                </p:cTn>
              </p:par>
            </p:tnLst>
          </p:tmpl>
        </p:tmplLst>
      </p:bldP>
      <p:bldP spid="33" grpId="0" build="p">
        <p:tmplLst>
          <p:tmpl lvl="1">
            <p:tnLst>
              <p:par>
                <p:cTn presetID="2" presetClass="entr" presetSubtype="4" decel="10000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fill="hold"/>
                        <p:tgtEl>
                          <p:spTgt spid="33"/>
                        </p:tgtEl>
                        <p:attrNameLst>
                          <p:attrName>ppt_x</p:attrName>
                        </p:attrNameLst>
                      </p:cBhvr>
                      <p:tavLst>
                        <p:tav tm="0">
                          <p:val>
                            <p:strVal val="#ppt_x"/>
                          </p:val>
                        </p:tav>
                        <p:tav tm="100000">
                          <p:val>
                            <p:strVal val="#ppt_x"/>
                          </p:val>
                        </p:tav>
                      </p:tavLst>
                    </p:anim>
                    <p:anim calcmode="lin" valueType="num">
                      <p:cBhvr additive="base">
                        <p:cTn dur="500" fill="hold"/>
                        <p:tgtEl>
                          <p:spTgt spid="33"/>
                        </p:tgtEl>
                        <p:attrNameLst>
                          <p:attrName>ppt_y</p:attrName>
                        </p:attrNameLst>
                      </p:cBhvr>
                      <p:tavLst>
                        <p:tav tm="0">
                          <p:val>
                            <p:strVal val="1+#ppt_h/2"/>
                          </p:val>
                        </p:tav>
                        <p:tav tm="100000">
                          <p:val>
                            <p:strVal val="#ppt_y"/>
                          </p:val>
                        </p:tav>
                      </p:tavLst>
                    </p:anim>
                  </p:childTnLst>
                </p:cTn>
              </p:par>
            </p:tnLst>
          </p:tmpl>
        </p:tmplLst>
      </p:bldP>
      <p:bldP spid="34" grpId="0" animBg="1"/>
      <p:bldP spid="35" grpId="0" animBg="1"/>
      <p:bldP spid="36" grpId="0"/>
      <p:bldP spid="37" grpId="0" build="p">
        <p:tmplLst>
          <p:tmpl lvl="1">
            <p:tnLst>
              <p:par>
                <p:cTn presetID="22" presetClass="entr" presetSubtype="8" fill="hold" nodeType="after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wipe(left)">
                      <p:cBhvr>
                        <p:cTn dur="500"/>
                        <p:tgtEl>
                          <p:spTgt spid="37"/>
                        </p:tgtEl>
                      </p:cBhvr>
                    </p:animEffect>
                  </p:childTnLst>
                </p:cTn>
              </p:par>
            </p:tnLst>
          </p:tmpl>
        </p:tmplLst>
      </p:bldP>
      <p:bldP spid="38" grpId="0" build="p">
        <p:tmplLst>
          <p:tmpl lvl="1">
            <p:tnLst>
              <p:par>
                <p:cTn presetID="2" presetClass="entr" presetSubtype="4" decel="10000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500" fill="hold"/>
                        <p:tgtEl>
                          <p:spTgt spid="38"/>
                        </p:tgtEl>
                        <p:attrNameLst>
                          <p:attrName>ppt_x</p:attrName>
                        </p:attrNameLst>
                      </p:cBhvr>
                      <p:tavLst>
                        <p:tav tm="0">
                          <p:val>
                            <p:strVal val="#ppt_x"/>
                          </p:val>
                        </p:tav>
                        <p:tav tm="100000">
                          <p:val>
                            <p:strVal val="#ppt_x"/>
                          </p:val>
                        </p:tav>
                      </p:tavLst>
                    </p:anim>
                    <p:anim calcmode="lin" valueType="num">
                      <p:cBhvr additive="base">
                        <p:cTn dur="500" fill="hold"/>
                        <p:tgtEl>
                          <p:spTgt spid="38"/>
                        </p:tgtEl>
                        <p:attrNameLst>
                          <p:attrName>ppt_y</p:attrName>
                        </p:attrNameLst>
                      </p:cBhvr>
                      <p:tavLst>
                        <p:tav tm="0">
                          <p:val>
                            <p:strVal val="1+#ppt_h/2"/>
                          </p:val>
                        </p:tav>
                        <p:tav tm="100000">
                          <p:val>
                            <p:strVal val="#ppt_y"/>
                          </p:val>
                        </p:tav>
                      </p:tavLst>
                    </p:anim>
                  </p:childTnLst>
                </p:cTn>
              </p:par>
            </p:tnLst>
          </p:tmpl>
        </p:tmplLst>
      </p:bldP>
      <p:bldP spid="26" grpId="0"/>
    </p:bld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Slide Title and Text - Cent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156187" y="2909301"/>
            <a:ext cx="13978800" cy="1368152"/>
          </a:xfrm>
          <a:prstGeom prst="rect">
            <a:avLst/>
          </a:prstGeom>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5" name="正方形/長方形 4"/>
          <p:cNvSpPr/>
          <p:nvPr userDrawn="1"/>
        </p:nvSpPr>
        <p:spPr>
          <a:xfrm>
            <a:off x="7291381" y="5187042"/>
            <a:ext cx="3708412" cy="84853"/>
          </a:xfrm>
          <a:prstGeom prst="rect">
            <a:avLst/>
          </a:prstGeom>
          <a:blipFill dpi="0" rotWithShape="1">
            <a:blip r:embed="rId2"/>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プレースホルダー 5"/>
          <p:cNvSpPr>
            <a:spLocks noGrp="1"/>
          </p:cNvSpPr>
          <p:nvPr>
            <p:ph type="body" sz="quarter" idx="15" hasCustomPrompt="1"/>
          </p:nvPr>
        </p:nvSpPr>
        <p:spPr>
          <a:xfrm>
            <a:off x="2156187" y="4174068"/>
            <a:ext cx="13978800"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
        <p:nvSpPr>
          <p:cNvPr id="7" name="テキスト プレースホルダー 5"/>
          <p:cNvSpPr>
            <a:spLocks noGrp="1"/>
          </p:cNvSpPr>
          <p:nvPr>
            <p:ph type="body" sz="quarter" idx="12" hasCustomPrompt="1"/>
          </p:nvPr>
        </p:nvSpPr>
        <p:spPr>
          <a:xfrm>
            <a:off x="2156958" y="5646058"/>
            <a:ext cx="13978800" cy="1860779"/>
          </a:xfrm>
        </p:spPr>
        <p:txBody>
          <a:bodyPr anchor="t">
            <a:normAutofit/>
          </a:bodyPr>
          <a:lstStyle>
            <a:lvl1pPr algn="ctr">
              <a:lnSpc>
                <a:spcPct val="130000"/>
              </a:lnSpc>
              <a:defRPr sz="2000" baseline="0">
                <a:solidFill>
                  <a:schemeClr val="tx2"/>
                </a:solidFill>
              </a:defRPr>
            </a:lvl1pPr>
          </a:lstStyle>
          <a:p>
            <a:pPr lvl="0"/>
            <a:r>
              <a:rPr kumimoji="1" lang="en-US" altLang="ja-JP" dirty="0"/>
              <a:t>Text Here</a:t>
            </a:r>
            <a:endParaRPr kumimoji="1" lang="ja-JP" altLang="en-US" dirty="0"/>
          </a:p>
        </p:txBody>
      </p:sp>
      <p:grpSp>
        <p:nvGrpSpPr>
          <p:cNvPr id="8" name="グループ化 7"/>
          <p:cNvGrpSpPr/>
          <p:nvPr userDrawn="1"/>
        </p:nvGrpSpPr>
        <p:grpSpPr>
          <a:xfrm>
            <a:off x="16778435" y="339170"/>
            <a:ext cx="1150664" cy="1150664"/>
            <a:chOff x="7418859" y="2569953"/>
            <a:chExt cx="934639" cy="934639"/>
          </a:xfrm>
        </p:grpSpPr>
        <p:sp>
          <p:nvSpPr>
            <p:cNvPr id="9" name="涙形 8"/>
            <p:cNvSpPr/>
            <p:nvPr/>
          </p:nvSpPr>
          <p:spPr>
            <a:xfrm>
              <a:off x="7418859" y="2569953"/>
              <a:ext cx="934639" cy="934639"/>
            </a:xfrm>
            <a:prstGeom prst="teardrop">
              <a:avLst/>
            </a:prstGeom>
            <a:blipFill>
              <a:blip r:embed="rId2"/>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涙形 9"/>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Tree>
    <p:extLst>
      <p:ext uri="{BB962C8B-B14F-4D97-AF65-F5344CB8AC3E}">
        <p14:creationId xmlns:p14="http://schemas.microsoft.com/office/powerpoint/2010/main" val="3208328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 presetClass="entr" presetSubtype="9" decel="100000" fill="hold" grpId="0" nodeType="afterEffect">
                                  <p:stCondLst>
                                    <p:cond delay="0"/>
                                  </p:stCondLst>
                                  <p:iterate type="wd">
                                    <p:tmPct val="10000"/>
                                  </p:iterate>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0-#ppt_w/2"/>
                                          </p:val>
                                        </p:tav>
                                        <p:tav tm="100000">
                                          <p:val>
                                            <p:strVal val="#ppt_x"/>
                                          </p:val>
                                        </p:tav>
                                      </p:tavLst>
                                    </p:anim>
                                    <p:anim calcmode="lin" valueType="num">
                                      <p:cBhvr additive="base">
                                        <p:cTn id="17" dur="500" fill="hold"/>
                                        <p:tgtEl>
                                          <p:spTgt spid="2"/>
                                        </p:tgtEl>
                                        <p:attrNameLst>
                                          <p:attrName>ppt_y</p:attrName>
                                        </p:attrNameLst>
                                      </p:cBhvr>
                                      <p:tavLst>
                                        <p:tav tm="0">
                                          <p:val>
                                            <p:strVal val="0-#ppt_h/2"/>
                                          </p:val>
                                        </p:tav>
                                        <p:tav tm="100000">
                                          <p:val>
                                            <p:strVal val="#ppt_y"/>
                                          </p:val>
                                        </p:tav>
                                      </p:tavLst>
                                    </p:anim>
                                  </p:childTnLst>
                                </p:cTn>
                              </p:par>
                              <p:par>
                                <p:cTn id="18" presetID="10" presetClass="entr" presetSubtype="0" fill="hold" grpId="1" nodeType="withEffect">
                                  <p:stCondLst>
                                    <p:cond delay="0"/>
                                  </p:stCondLst>
                                  <p:iterate type="wd">
                                    <p:tmPct val="10000"/>
                                  </p:iterate>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par>
                                <p:cTn id="21" presetID="2" presetClass="entr" presetSubtype="2" decel="100000" fill="hold" grpId="0" nodeType="withEffect">
                                  <p:stCondLst>
                                    <p:cond delay="500"/>
                                  </p:stCondLst>
                                  <p:iterate type="wd">
                                    <p:tmPct val="10000"/>
                                  </p:iterate>
                                  <p:childTnLst>
                                    <p:set>
                                      <p:cBhvr>
                                        <p:cTn id="22" dur="1" fill="hold">
                                          <p:stCondLst>
                                            <p:cond delay="0"/>
                                          </p:stCondLst>
                                        </p:cTn>
                                        <p:tgtEl>
                                          <p:spTgt spid="6">
                                            <p:txEl>
                                              <p:pRg st="0" end="0"/>
                                            </p:txEl>
                                          </p:spTgt>
                                        </p:tgtEl>
                                        <p:attrNameLst>
                                          <p:attrName>style.visibility</p:attrName>
                                        </p:attrNameLst>
                                      </p:cBhvr>
                                      <p:to>
                                        <p:strVal val="visible"/>
                                      </p:to>
                                    </p:set>
                                    <p:anim calcmode="lin" valueType="num">
                                      <p:cBhvr additive="base">
                                        <p:cTn id="23" dur="50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6">
                                            <p:txEl>
                                              <p:pRg st="0" end="0"/>
                                            </p:txEl>
                                          </p:spTgt>
                                        </p:tgtEl>
                                        <p:attrNameLst>
                                          <p:attrName>ppt_y</p:attrName>
                                        </p:attrNameLst>
                                      </p:cBhvr>
                                      <p:tavLst>
                                        <p:tav tm="0">
                                          <p:val>
                                            <p:strVal val="#ppt_y"/>
                                          </p:val>
                                        </p:tav>
                                        <p:tav tm="100000">
                                          <p:val>
                                            <p:strVal val="#ppt_y"/>
                                          </p:val>
                                        </p:tav>
                                      </p:tavLst>
                                    </p:anim>
                                  </p:childTnLst>
                                </p:cTn>
                              </p:par>
                            </p:childTnLst>
                          </p:cTn>
                        </p:par>
                        <p:par>
                          <p:cTn id="25" fill="hold">
                            <p:stCondLst>
                              <p:cond delay="1550"/>
                            </p:stCondLst>
                            <p:childTnLst>
                              <p:par>
                                <p:cTn id="26" presetID="2" presetClass="entr" presetSubtype="4" decel="100000"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ppt_x"/>
                                          </p:val>
                                        </p:tav>
                                        <p:tav tm="100000">
                                          <p:val>
                                            <p:strVal val="#ppt_x"/>
                                          </p:val>
                                        </p:tav>
                                      </p:tavLst>
                                    </p:anim>
                                    <p:anim calcmode="lin" valueType="num">
                                      <p:cBhvr additive="base">
                                        <p:cTn id="29" dur="500" fill="hold"/>
                                        <p:tgtEl>
                                          <p:spTgt spid="5"/>
                                        </p:tgtEl>
                                        <p:attrNameLst>
                                          <p:attrName>ppt_y</p:attrName>
                                        </p:attrNameLst>
                                      </p:cBhvr>
                                      <p:tavLst>
                                        <p:tav tm="0">
                                          <p:val>
                                            <p:strVal val="1+#ppt_h/2"/>
                                          </p:val>
                                        </p:tav>
                                        <p:tav tm="100000">
                                          <p:val>
                                            <p:strVal val="#ppt_y"/>
                                          </p:val>
                                        </p:tav>
                                      </p:tavLst>
                                    </p:anim>
                                  </p:childTnLst>
                                </p:cTn>
                              </p:par>
                              <p:par>
                                <p:cTn id="30" presetID="2" presetClass="entr" presetSubtype="4" decel="100000" fill="hold" grpId="0" nodeType="withEffect">
                                  <p:stCondLst>
                                    <p:cond delay="50"/>
                                  </p:stCondLst>
                                  <p:childTnLst>
                                    <p:set>
                                      <p:cBhvr>
                                        <p:cTn id="31" dur="1" fill="hold">
                                          <p:stCondLst>
                                            <p:cond delay="0"/>
                                          </p:stCondLst>
                                        </p:cTn>
                                        <p:tgtEl>
                                          <p:spTgt spid="7">
                                            <p:txEl>
                                              <p:pRg st="0" end="0"/>
                                            </p:txEl>
                                          </p:spTgt>
                                        </p:tgtEl>
                                        <p:attrNameLst>
                                          <p:attrName>style.visibility</p:attrName>
                                        </p:attrNameLst>
                                      </p:cBhvr>
                                      <p:to>
                                        <p:strVal val="visible"/>
                                      </p:to>
                                    </p:set>
                                    <p:anim calcmode="lin" valueType="num">
                                      <p:cBhvr additive="base">
                                        <p:cTn id="32"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animBg="1"/>
      <p:bldP spid="6" grpId="0" build="p">
        <p:tmplLst>
          <p:tmpl lvl="1">
            <p:tnLst>
              <p:par>
                <p:cTn presetID="2" presetClass="entr" presetSubtype="2" decel="100000" fill="hold" nodeType="withEffect">
                  <p:stCondLst>
                    <p:cond delay="500"/>
                  </p:stCondLst>
                  <p:iterate type="wd">
                    <p:tmPct val="10000"/>
                  </p:iterate>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1+#ppt_w/2"/>
                          </p:val>
                        </p:tav>
                        <p:tav tm="100000">
                          <p:val>
                            <p:strVal val="#ppt_x"/>
                          </p:val>
                        </p:tav>
                      </p:tavLst>
                    </p:anim>
                    <p:anim calcmode="lin" valueType="num">
                      <p:cBhvr additive="base">
                        <p:cTn dur="500" fill="hold"/>
                        <p:tgtEl>
                          <p:spTgt spid="6"/>
                        </p:tgtEl>
                        <p:attrNameLst>
                          <p:attrName>ppt_y</p:attrName>
                        </p:attrNameLst>
                      </p:cBhvr>
                      <p:tavLst>
                        <p:tav tm="0">
                          <p:val>
                            <p:strVal val="#ppt_y"/>
                          </p:val>
                        </p:tav>
                        <p:tav tm="100000">
                          <p:val>
                            <p:strVal val="#ppt_y"/>
                          </p:val>
                        </p:tav>
                      </p:tavLst>
                    </p:anim>
                  </p:childTnLst>
                </p:cTn>
              </p:par>
            </p:tnLst>
          </p:tmpl>
        </p:tmplLst>
      </p:bldP>
      <p:bldP spid="7" grpId="0" build="p">
        <p:tmplLst>
          <p:tmpl lvl="1">
            <p:tnLst>
              <p:par>
                <p:cTn presetID="2" presetClass="entr" presetSubtype="4" decel="100000" fill="hold" nodeType="withEffect">
                  <p:stCondLst>
                    <p:cond delay="50"/>
                  </p:stCondLst>
                  <p:childTnLst>
                    <p:set>
                      <p:cBhvr>
                        <p:cTn dur="1" fill="hold">
                          <p:stCondLst>
                            <p:cond delay="0"/>
                          </p:stCondLst>
                        </p:cTn>
                        <p:tgtEl>
                          <p:spTgt spid="7"/>
                        </p:tgtEl>
                        <p:attrNameLst>
                          <p:attrName>style.visibility</p:attrName>
                        </p:attrNameLst>
                      </p:cBhvr>
                      <p:to>
                        <p:strVal val="visible"/>
                      </p:to>
                    </p:set>
                    <p:anim calcmode="lin" valueType="num">
                      <p:cBhvr additive="base">
                        <p:cTn dur="500" fill="hold"/>
                        <p:tgtEl>
                          <p:spTgt spid="7"/>
                        </p:tgtEl>
                        <p:attrNameLst>
                          <p:attrName>ppt_x</p:attrName>
                        </p:attrNameLst>
                      </p:cBhvr>
                      <p:tavLst>
                        <p:tav tm="0">
                          <p:val>
                            <p:strVal val="#ppt_x"/>
                          </p:val>
                        </p:tav>
                        <p:tav tm="100000">
                          <p:val>
                            <p:strVal val="#ppt_x"/>
                          </p:val>
                        </p:tav>
                      </p:tavLst>
                    </p:anim>
                    <p:anim calcmode="lin" valueType="num">
                      <p:cBhvr additive="base">
                        <p:cTn dur="500" fill="hold"/>
                        <p:tgtEl>
                          <p:spTgt spid="7"/>
                        </p:tgtEl>
                        <p:attrNameLst>
                          <p:attrName>ppt_y</p:attrName>
                        </p:attrNameLst>
                      </p:cBhvr>
                      <p:tavLst>
                        <p:tav tm="0">
                          <p:val>
                            <p:strVal val="1+#ppt_h/2"/>
                          </p:val>
                        </p:tav>
                        <p:tav tm="100000">
                          <p:val>
                            <p:strVal val="#ppt_y"/>
                          </p:val>
                        </p:tav>
                      </p:tavLst>
                    </p:anim>
                  </p:childTnLst>
                </p:cTn>
              </p:par>
            </p:tnLst>
          </p:tmpl>
        </p:tmplLst>
      </p:bldP>
      <p:bldP spid="11" grpId="0"/>
    </p:bld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Keyword 1">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grpSp>
        <p:nvGrpSpPr>
          <p:cNvPr id="6" name="グループ化 5"/>
          <p:cNvGrpSpPr/>
          <p:nvPr userDrawn="1"/>
        </p:nvGrpSpPr>
        <p:grpSpPr>
          <a:xfrm>
            <a:off x="16778435" y="339170"/>
            <a:ext cx="1150664" cy="1150664"/>
            <a:chOff x="7418859" y="2569953"/>
            <a:chExt cx="934639" cy="934639"/>
          </a:xfrm>
        </p:grpSpPr>
        <p:sp>
          <p:nvSpPr>
            <p:cNvPr id="7" name="涙形 6"/>
            <p:cNvSpPr/>
            <p:nvPr/>
          </p:nvSpPr>
          <p:spPr>
            <a:xfrm>
              <a:off x="7418859" y="2569953"/>
              <a:ext cx="934639" cy="934639"/>
            </a:xfrm>
            <a:prstGeom prst="teardrop">
              <a:avLst/>
            </a:prstGeom>
            <a:blipFill>
              <a:blip r:embed="rId2"/>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涙形 7"/>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10" name="タイトル 1"/>
          <p:cNvSpPr>
            <a:spLocks noGrp="1"/>
          </p:cNvSpPr>
          <p:nvPr>
            <p:ph type="title" hasCustomPrompt="1"/>
          </p:nvPr>
        </p:nvSpPr>
        <p:spPr>
          <a:xfrm>
            <a:off x="1589648" y="3418657"/>
            <a:ext cx="5134709" cy="3083536"/>
          </a:xfrm>
          <a:prstGeom prst="rect">
            <a:avLst/>
          </a:prstGeom>
        </p:spPr>
        <p:txBody>
          <a:bodyPr anchor="ctr"/>
          <a:lstStyle>
            <a:lvl1pPr algn="r">
              <a:defRPr baseline="0"/>
            </a:lvl1pPr>
          </a:lstStyle>
          <a:p>
            <a:r>
              <a:rPr kumimoji="1" lang="en-US" altLang="ja-JP" dirty="0"/>
              <a:t>TEXT</a:t>
            </a:r>
            <a:endParaRPr kumimoji="1" lang="ja-JP" altLang="en-US" dirty="0"/>
          </a:p>
        </p:txBody>
      </p:sp>
      <p:sp>
        <p:nvSpPr>
          <p:cNvPr id="11" name="正方形/長方形 10"/>
          <p:cNvSpPr/>
          <p:nvPr userDrawn="1"/>
        </p:nvSpPr>
        <p:spPr>
          <a:xfrm rot="5400000">
            <a:off x="5181227" y="4917999"/>
            <a:ext cx="3708412" cy="84853"/>
          </a:xfrm>
          <a:prstGeom prst="rect">
            <a:avLst/>
          </a:prstGeom>
          <a:blipFill dpi="0" rotWithShape="1">
            <a:blip r:embed="rId2"/>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プレースホルダー 5"/>
          <p:cNvSpPr>
            <a:spLocks noGrp="1"/>
          </p:cNvSpPr>
          <p:nvPr>
            <p:ph type="body" sz="quarter" idx="12" hasCustomPrompt="1"/>
          </p:nvPr>
        </p:nvSpPr>
        <p:spPr>
          <a:xfrm>
            <a:off x="7287063" y="3699810"/>
            <a:ext cx="9355017" cy="2402026"/>
          </a:xfrm>
        </p:spPr>
        <p:txBody>
          <a:bodyPr anchor="ctr">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2909902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 presetClass="entr" presetSubtype="9" decel="100000" fill="hold" grpId="0" nodeType="afterEffect">
                                  <p:stCondLst>
                                    <p:cond delay="0"/>
                                  </p:stCondLst>
                                  <p:iterate type="wd">
                                    <p:tmPct val="10000"/>
                                  </p:iterate>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0-#ppt_w/2"/>
                                          </p:val>
                                        </p:tav>
                                        <p:tav tm="100000">
                                          <p:val>
                                            <p:strVal val="#ppt_x"/>
                                          </p:val>
                                        </p:tav>
                                      </p:tavLst>
                                    </p:anim>
                                    <p:anim calcmode="lin" valueType="num">
                                      <p:cBhvr additive="base">
                                        <p:cTn id="17" dur="500" fill="hold"/>
                                        <p:tgtEl>
                                          <p:spTgt spid="10"/>
                                        </p:tgtEl>
                                        <p:attrNameLst>
                                          <p:attrName>ppt_y</p:attrName>
                                        </p:attrNameLst>
                                      </p:cBhvr>
                                      <p:tavLst>
                                        <p:tav tm="0">
                                          <p:val>
                                            <p:strVal val="0-#ppt_h/2"/>
                                          </p:val>
                                        </p:tav>
                                        <p:tav tm="100000">
                                          <p:val>
                                            <p:strVal val="#ppt_y"/>
                                          </p:val>
                                        </p:tav>
                                      </p:tavLst>
                                    </p:anim>
                                  </p:childTnLst>
                                </p:cTn>
                              </p:par>
                              <p:par>
                                <p:cTn id="18" presetID="10" presetClass="entr" presetSubtype="0" fill="hold" grpId="1" nodeType="withEffect">
                                  <p:stCondLst>
                                    <p:cond delay="0"/>
                                  </p:stCondLst>
                                  <p:iterate type="wd">
                                    <p:tmPct val="10000"/>
                                  </p:iterate>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par>
                          <p:cTn id="21" fill="hold">
                            <p:stCondLst>
                              <p:cond delay="1000"/>
                            </p:stCondLst>
                            <p:childTnLst>
                              <p:par>
                                <p:cTn id="22" presetID="2" presetClass="entr" presetSubtype="4" decel="10000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ppt_x"/>
                                          </p:val>
                                        </p:tav>
                                        <p:tav tm="100000">
                                          <p:val>
                                            <p:strVal val="#ppt_x"/>
                                          </p:val>
                                        </p:tav>
                                      </p:tavLst>
                                    </p:anim>
                                    <p:anim calcmode="lin" valueType="num">
                                      <p:cBhvr additive="base">
                                        <p:cTn id="25" dur="500" fill="hold"/>
                                        <p:tgtEl>
                                          <p:spTgt spid="11"/>
                                        </p:tgtEl>
                                        <p:attrNameLst>
                                          <p:attrName>ppt_y</p:attrName>
                                        </p:attrNameLst>
                                      </p:cBhvr>
                                      <p:tavLst>
                                        <p:tav tm="0">
                                          <p:val>
                                            <p:strVal val="1+#ppt_h/2"/>
                                          </p:val>
                                        </p:tav>
                                        <p:tav tm="100000">
                                          <p:val>
                                            <p:strVal val="#ppt_y"/>
                                          </p:val>
                                        </p:tav>
                                      </p:tavLst>
                                    </p:anim>
                                  </p:childTnLst>
                                </p:cTn>
                              </p:par>
                              <p:par>
                                <p:cTn id="26" presetID="2" presetClass="entr" presetSubtype="2" decel="100000" fill="hold" grpId="0" nodeType="withEffect">
                                  <p:stCondLst>
                                    <p:cond delay="50"/>
                                  </p:stCondLst>
                                  <p:childTnLst>
                                    <p:set>
                                      <p:cBhvr>
                                        <p:cTn id="27" dur="1" fill="hold">
                                          <p:stCondLst>
                                            <p:cond delay="0"/>
                                          </p:stCondLst>
                                        </p:cTn>
                                        <p:tgtEl>
                                          <p:spTgt spid="12">
                                            <p:txEl>
                                              <p:pRg st="0" end="0"/>
                                            </p:txEl>
                                          </p:spTgt>
                                        </p:tgtEl>
                                        <p:attrNameLst>
                                          <p:attrName>style.visibility</p:attrName>
                                        </p:attrNameLst>
                                      </p:cBhvr>
                                      <p:to>
                                        <p:strVal val="visible"/>
                                      </p:to>
                                    </p:set>
                                    <p:anim calcmode="lin" valueType="num">
                                      <p:cBhvr additive="base">
                                        <p:cTn id="28"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29"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0" grpId="1"/>
      <p:bldP spid="11" grpId="0" animBg="1"/>
      <p:bldP spid="12" grpId="0" build="p">
        <p:tmplLst>
          <p:tmpl lvl="1">
            <p:tnLst>
              <p:par>
                <p:cTn presetID="2" presetClass="entr" presetSubtype="2" decel="100000" fill="hold" nodeType="withEffect">
                  <p:stCondLst>
                    <p:cond delay="5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1+#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Keyword 2">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grpSp>
        <p:nvGrpSpPr>
          <p:cNvPr id="6" name="グループ化 5"/>
          <p:cNvGrpSpPr/>
          <p:nvPr userDrawn="1"/>
        </p:nvGrpSpPr>
        <p:grpSpPr>
          <a:xfrm>
            <a:off x="16778435" y="339170"/>
            <a:ext cx="1150664" cy="1150664"/>
            <a:chOff x="7418859" y="2569953"/>
            <a:chExt cx="934639" cy="934639"/>
          </a:xfrm>
        </p:grpSpPr>
        <p:sp>
          <p:nvSpPr>
            <p:cNvPr id="7" name="涙形 6"/>
            <p:cNvSpPr/>
            <p:nvPr/>
          </p:nvSpPr>
          <p:spPr>
            <a:xfrm>
              <a:off x="7418859" y="2569953"/>
              <a:ext cx="934639" cy="934639"/>
            </a:xfrm>
            <a:prstGeom prst="teardrop">
              <a:avLst/>
            </a:prstGeom>
            <a:blipFill>
              <a:blip r:embed="rId2"/>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涙形 7"/>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10" name="タイトル 1"/>
          <p:cNvSpPr>
            <a:spLocks noGrp="1"/>
          </p:cNvSpPr>
          <p:nvPr>
            <p:ph type="title" hasCustomPrompt="1"/>
          </p:nvPr>
        </p:nvSpPr>
        <p:spPr>
          <a:xfrm>
            <a:off x="1364567" y="1026940"/>
            <a:ext cx="7823226" cy="3854551"/>
          </a:xfrm>
          <a:prstGeom prst="rect">
            <a:avLst/>
          </a:prstGeom>
        </p:spPr>
        <p:txBody>
          <a:bodyPr anchor="b"/>
          <a:lstStyle>
            <a:lvl1pPr algn="ctr">
              <a:lnSpc>
                <a:spcPts val="8800"/>
              </a:lnSpc>
              <a:defRPr sz="12000" baseline="0"/>
            </a:lvl1pPr>
          </a:lstStyle>
          <a:p>
            <a:r>
              <a:rPr kumimoji="1" lang="en-US" altLang="ja-JP" dirty="0"/>
              <a:t>TEXT</a:t>
            </a:r>
            <a:endParaRPr kumimoji="1" lang="ja-JP" altLang="en-US" dirty="0"/>
          </a:p>
        </p:txBody>
      </p:sp>
      <p:sp>
        <p:nvSpPr>
          <p:cNvPr id="12" name="テキスト プレースホルダー 5"/>
          <p:cNvSpPr>
            <a:spLocks noGrp="1"/>
          </p:cNvSpPr>
          <p:nvPr>
            <p:ph type="body" sz="quarter" idx="12" hasCustomPrompt="1"/>
          </p:nvPr>
        </p:nvSpPr>
        <p:spPr>
          <a:xfrm>
            <a:off x="5289449" y="5142570"/>
            <a:ext cx="11197883" cy="2918219"/>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13" name="正方形/長方形 12"/>
          <p:cNvSpPr/>
          <p:nvPr userDrawn="1"/>
        </p:nvSpPr>
        <p:spPr>
          <a:xfrm>
            <a:off x="5437176" y="4917999"/>
            <a:ext cx="3708412" cy="84853"/>
          </a:xfrm>
          <a:prstGeom prst="rect">
            <a:avLst/>
          </a:prstGeom>
          <a:blipFill dpi="0" rotWithShape="1">
            <a:blip r:embed="rId2"/>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3944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 presetClass="entr" presetSubtype="9" decel="100000" fill="hold" grpId="0" nodeType="afterEffect">
                                  <p:stCondLst>
                                    <p:cond delay="0"/>
                                  </p:stCondLst>
                                  <p:iterate type="wd">
                                    <p:tmPct val="10000"/>
                                  </p:iterate>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0-#ppt_w/2"/>
                                          </p:val>
                                        </p:tav>
                                        <p:tav tm="100000">
                                          <p:val>
                                            <p:strVal val="#ppt_x"/>
                                          </p:val>
                                        </p:tav>
                                      </p:tavLst>
                                    </p:anim>
                                    <p:anim calcmode="lin" valueType="num">
                                      <p:cBhvr additive="base">
                                        <p:cTn id="17" dur="500" fill="hold"/>
                                        <p:tgtEl>
                                          <p:spTgt spid="10"/>
                                        </p:tgtEl>
                                        <p:attrNameLst>
                                          <p:attrName>ppt_y</p:attrName>
                                        </p:attrNameLst>
                                      </p:cBhvr>
                                      <p:tavLst>
                                        <p:tav tm="0">
                                          <p:val>
                                            <p:strVal val="0-#ppt_h/2"/>
                                          </p:val>
                                        </p:tav>
                                        <p:tav tm="100000">
                                          <p:val>
                                            <p:strVal val="#ppt_y"/>
                                          </p:val>
                                        </p:tav>
                                      </p:tavLst>
                                    </p:anim>
                                  </p:childTnLst>
                                </p:cTn>
                              </p:par>
                              <p:par>
                                <p:cTn id="18" presetID="10" presetClass="entr" presetSubtype="0" fill="hold" grpId="1" nodeType="withEffect">
                                  <p:stCondLst>
                                    <p:cond delay="0"/>
                                  </p:stCondLst>
                                  <p:iterate type="wd">
                                    <p:tmPct val="10000"/>
                                  </p:iterate>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2" presetClass="entr" presetSubtype="2" decel="100000" fill="hold" grpId="0" nodeType="withEffect">
                                  <p:stCondLst>
                                    <p:cond delay="50"/>
                                  </p:stCondLst>
                                  <p:childTnLst>
                                    <p:set>
                                      <p:cBhvr>
                                        <p:cTn id="22" dur="1" fill="hold">
                                          <p:stCondLst>
                                            <p:cond delay="0"/>
                                          </p:stCondLst>
                                        </p:cTn>
                                        <p:tgtEl>
                                          <p:spTgt spid="12">
                                            <p:txEl>
                                              <p:pRg st="0" end="0"/>
                                            </p:txEl>
                                          </p:spTgt>
                                        </p:tgtEl>
                                        <p:attrNameLst>
                                          <p:attrName>style.visibility</p:attrName>
                                        </p:attrNameLst>
                                      </p:cBhvr>
                                      <p:to>
                                        <p:strVal val="visible"/>
                                      </p:to>
                                    </p:set>
                                    <p:anim calcmode="lin" valueType="num">
                                      <p:cBhvr additive="base">
                                        <p:cTn id="23"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par>
                          <p:cTn id="25" fill="hold">
                            <p:stCondLst>
                              <p:cond delay="1050"/>
                            </p:stCondLst>
                            <p:childTnLst>
                              <p:par>
                                <p:cTn id="26" presetID="2" presetClass="entr" presetSubtype="4" decel="10000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ppt_x"/>
                                          </p:val>
                                        </p:tav>
                                        <p:tav tm="100000">
                                          <p:val>
                                            <p:strVal val="#ppt_x"/>
                                          </p:val>
                                        </p:tav>
                                      </p:tavLst>
                                    </p:anim>
                                    <p:anim calcmode="lin" valueType="num">
                                      <p:cBhvr additive="base">
                                        <p:cTn id="2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0" grpId="1"/>
      <p:bldP spid="12" grpId="0" build="p">
        <p:tmplLst>
          <p:tmpl lvl="1">
            <p:tnLst>
              <p:par>
                <p:cTn presetID="2" presetClass="entr" presetSubtype="2" decel="100000" fill="hold" nodeType="withEffect">
                  <p:stCondLst>
                    <p:cond delay="50"/>
                  </p:stCondLst>
                  <p:childTnLst>
                    <p:set>
                      <p:cBhvr>
                        <p:cTn dur="1" fill="hold">
                          <p:stCondLst>
                            <p:cond delay="0"/>
                          </p:stCondLst>
                        </p:cTn>
                        <p:tgtEl>
                          <p:spTgt spid="12"/>
                        </p:tgtEl>
                        <p:attrNameLst>
                          <p:attrName>style.visibility</p:attrName>
                        </p:attrNameLst>
                      </p:cBhvr>
                      <p:to>
                        <p:strVal val="visible"/>
                      </p:to>
                    </p:set>
                    <p:anim calcmode="lin" valueType="num">
                      <p:cBhvr additive="base">
                        <p:cTn dur="500" fill="hold"/>
                        <p:tgtEl>
                          <p:spTgt spid="12"/>
                        </p:tgtEl>
                        <p:attrNameLst>
                          <p:attrName>ppt_x</p:attrName>
                        </p:attrNameLst>
                      </p:cBhvr>
                      <p:tavLst>
                        <p:tav tm="0">
                          <p:val>
                            <p:strVal val="1+#ppt_w/2"/>
                          </p:val>
                        </p:tav>
                        <p:tav tm="100000">
                          <p:val>
                            <p:strVal val="#ppt_x"/>
                          </p:val>
                        </p:tav>
                      </p:tavLst>
                    </p:anim>
                    <p:anim calcmode="lin" valueType="num">
                      <p:cBhvr additive="base">
                        <p:cTn dur="500" fill="hold"/>
                        <p:tgtEl>
                          <p:spTgt spid="12"/>
                        </p:tgtEl>
                        <p:attrNameLst>
                          <p:attrName>ppt_y</p:attrName>
                        </p:attrNameLst>
                      </p:cBhvr>
                      <p:tavLst>
                        <p:tav tm="0">
                          <p:val>
                            <p:strVal val="#ppt_y"/>
                          </p:val>
                        </p:tav>
                        <p:tav tm="100000">
                          <p:val>
                            <p:strVal val="#ppt_y"/>
                          </p:val>
                        </p:tav>
                      </p:tavLst>
                    </p:anim>
                  </p:childTnLst>
                </p:cTn>
              </p:par>
            </p:tnLst>
          </p:tmpl>
        </p:tmplLst>
      </p:bldP>
      <p:bldP spid="13" grpId="0" animBg="1"/>
      <p:bldP spid="13" grpId="1" animBg="1"/>
    </p:bld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Profile 3">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10" name="円/楕円 9"/>
          <p:cNvSpPr>
            <a:spLocks noChangeAspect="1"/>
          </p:cNvSpPr>
          <p:nvPr userDrawn="1"/>
        </p:nvSpPr>
        <p:spPr>
          <a:xfrm>
            <a:off x="6859587" y="704136"/>
            <a:ext cx="4572000" cy="4572000"/>
          </a:xfrm>
          <a:prstGeom prst="ellipse">
            <a:avLst/>
          </a:prstGeom>
          <a:blipFill dpi="0" rotWithShape="1">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円/楕円 10"/>
          <p:cNvSpPr/>
          <p:nvPr userDrawn="1"/>
        </p:nvSpPr>
        <p:spPr>
          <a:xfrm>
            <a:off x="7041417" y="885966"/>
            <a:ext cx="4208341" cy="4208341"/>
          </a:xfrm>
          <a:prstGeom prst="ellipse">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図プレースホルダー 5"/>
          <p:cNvSpPr>
            <a:spLocks noGrp="1"/>
          </p:cNvSpPr>
          <p:nvPr>
            <p:ph type="pic" sz="quarter" idx="14" hasCustomPrompt="1"/>
          </p:nvPr>
        </p:nvSpPr>
        <p:spPr>
          <a:xfrm>
            <a:off x="7122023" y="966572"/>
            <a:ext cx="4047129" cy="4047129"/>
          </a:xfrm>
          <a:prstGeom prst="ellipse">
            <a:avLst/>
          </a:prstGeom>
          <a:effectLst>
            <a:innerShdw blurRad="114300">
              <a:prstClr val="black"/>
            </a:innerShdw>
          </a:effectLst>
        </p:spPr>
        <p:txBody>
          <a:bodyPr>
            <a:normAutofit/>
          </a:bodyPr>
          <a:lstStyle>
            <a:lvl1pPr>
              <a:defRPr sz="2000" baseline="0">
                <a:solidFill>
                  <a:schemeClr val="bg2"/>
                </a:solidFill>
              </a:defRPr>
            </a:lvl1pPr>
          </a:lstStyle>
          <a:p>
            <a:r>
              <a:rPr kumimoji="1" lang="en-US" altLang="ja-JP" dirty="0"/>
              <a:t>Add an image</a:t>
            </a:r>
            <a:endParaRPr kumimoji="1" lang="ja-JP" altLang="en-US" dirty="0"/>
          </a:p>
        </p:txBody>
      </p:sp>
      <p:grpSp>
        <p:nvGrpSpPr>
          <p:cNvPr id="13" name="グループ化 12"/>
          <p:cNvGrpSpPr/>
          <p:nvPr userDrawn="1"/>
        </p:nvGrpSpPr>
        <p:grpSpPr>
          <a:xfrm>
            <a:off x="16778435" y="339170"/>
            <a:ext cx="1150664" cy="1150664"/>
            <a:chOff x="7418859" y="2569953"/>
            <a:chExt cx="934639" cy="934639"/>
          </a:xfrm>
        </p:grpSpPr>
        <p:sp>
          <p:nvSpPr>
            <p:cNvPr id="14" name="涙形 13"/>
            <p:cNvSpPr/>
            <p:nvPr/>
          </p:nvSpPr>
          <p:spPr>
            <a:xfrm>
              <a:off x="7418859" y="2569953"/>
              <a:ext cx="934639" cy="934639"/>
            </a:xfrm>
            <a:prstGeom prst="teardrop">
              <a:avLst/>
            </a:prstGeom>
            <a:blipFill>
              <a:blip r:embed="rId2"/>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涙形 14"/>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17" name="タイトル 1"/>
          <p:cNvSpPr>
            <a:spLocks noGrp="1"/>
          </p:cNvSpPr>
          <p:nvPr>
            <p:ph type="title" hasCustomPrompt="1"/>
          </p:nvPr>
        </p:nvSpPr>
        <p:spPr>
          <a:xfrm>
            <a:off x="2449364" y="5359789"/>
            <a:ext cx="13336174" cy="1156474"/>
          </a:xfrm>
          <a:prstGeom prst="rect">
            <a:avLst/>
          </a:prstGeom>
        </p:spPr>
        <p:txBody>
          <a:bodyPr anchor="b"/>
          <a:lstStyle>
            <a:lvl1pPr algn="ctr">
              <a:defRPr sz="6600" baseline="0"/>
            </a:lvl1pPr>
          </a:lstStyle>
          <a:p>
            <a:r>
              <a:rPr kumimoji="1" lang="en-US" altLang="ja-JP" dirty="0"/>
              <a:t>TEXT</a:t>
            </a:r>
            <a:endParaRPr kumimoji="1" lang="ja-JP" altLang="en-US" dirty="0"/>
          </a:p>
        </p:txBody>
      </p:sp>
      <p:sp>
        <p:nvSpPr>
          <p:cNvPr id="18" name="テキスト プレースホルダー 21"/>
          <p:cNvSpPr>
            <a:spLocks noGrp="1"/>
          </p:cNvSpPr>
          <p:nvPr>
            <p:ph type="body" sz="quarter" idx="11" hasCustomPrompt="1"/>
          </p:nvPr>
        </p:nvSpPr>
        <p:spPr>
          <a:xfrm>
            <a:off x="2426836" y="6288256"/>
            <a:ext cx="13371182" cy="868850"/>
          </a:xfrm>
        </p:spPr>
        <p:txBody>
          <a:bodyPr anchor="t">
            <a:noAutofit/>
          </a:bodyPr>
          <a:lstStyle>
            <a:lvl1pPr marL="0" marR="0" indent="0" algn="ctr" defTabSz="1633027" rtl="0" eaLnBrk="1" fontAlgn="auto" latinLnBrk="0" hangingPunct="1">
              <a:lnSpc>
                <a:spcPct val="100000"/>
              </a:lnSpc>
              <a:spcBef>
                <a:spcPts val="0"/>
              </a:spcBef>
              <a:spcAft>
                <a:spcPts val="0"/>
              </a:spcAft>
              <a:buClrTx/>
              <a:buSzTx/>
              <a:buFontTx/>
              <a:buNone/>
              <a:tabLst/>
              <a:defRPr sz="4000" baseline="0">
                <a:solidFill>
                  <a:schemeClr val="accent2">
                    <a:lumMod val="75000"/>
                  </a:schemeClr>
                </a:solidFill>
                <a:latin typeface="Bebas Neue Regular" panose="00000500000000000000" pitchFamily="2" charset="0"/>
              </a:defRPr>
            </a:lvl1pPr>
          </a:lstStyle>
          <a:p>
            <a:pPr lvl="0"/>
            <a:r>
              <a:rPr kumimoji="1" lang="en-US" altLang="ja-JP" dirty="0"/>
              <a:t>HEADING GOES HERE</a:t>
            </a:r>
          </a:p>
        </p:txBody>
      </p:sp>
      <p:sp>
        <p:nvSpPr>
          <p:cNvPr id="19" name="テキスト プレースホルダー 5"/>
          <p:cNvSpPr>
            <a:spLocks noGrp="1"/>
          </p:cNvSpPr>
          <p:nvPr>
            <p:ph type="body" sz="quarter" idx="12" hasCustomPrompt="1"/>
          </p:nvPr>
        </p:nvSpPr>
        <p:spPr>
          <a:xfrm>
            <a:off x="2912002" y="7441806"/>
            <a:ext cx="12467171" cy="1519311"/>
          </a:xfrm>
        </p:spPr>
        <p:txBody>
          <a:bodyPr anchor="t">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20" name="正方形/長方形 19"/>
          <p:cNvSpPr/>
          <p:nvPr userDrawn="1"/>
        </p:nvSpPr>
        <p:spPr>
          <a:xfrm>
            <a:off x="7291382" y="7211033"/>
            <a:ext cx="3708412" cy="84853"/>
          </a:xfrm>
          <a:prstGeom prst="rect">
            <a:avLst/>
          </a:prstGeom>
          <a:blipFill dpi="0" rotWithShape="1">
            <a:blip r:embed="rId2"/>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79458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2" presetClass="entr" presetSubtype="4" decel="10000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ppt_x"/>
                                          </p:val>
                                        </p:tav>
                                        <p:tav tm="100000">
                                          <p:val>
                                            <p:strVal val="#ppt_x"/>
                                          </p:val>
                                        </p:tav>
                                      </p:tavLst>
                                    </p:anim>
                                    <p:anim calcmode="lin" valueType="num">
                                      <p:cBhvr additive="base">
                                        <p:cTn id="17" dur="500" fill="hold"/>
                                        <p:tgtEl>
                                          <p:spTgt spid="10"/>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1" presetClass="entr" presetSubtype="1"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heel(1)">
                                      <p:cBhvr>
                                        <p:cTn id="21" dur="10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childTnLst>
                                </p:cTn>
                              </p:par>
                            </p:childTnLst>
                          </p:cTn>
                        </p:par>
                        <p:par>
                          <p:cTn id="25" fill="hold">
                            <p:stCondLst>
                              <p:cond delay="2000"/>
                            </p:stCondLst>
                            <p:childTnLst>
                              <p:par>
                                <p:cTn id="26" presetID="2" presetClass="entr" presetSubtype="9" decel="100000" fill="hold" grpId="0" nodeType="afterEffect">
                                  <p:stCondLst>
                                    <p:cond delay="0"/>
                                  </p:stCondLst>
                                  <p:iterate type="wd">
                                    <p:tmPct val="10000"/>
                                  </p:iterate>
                                  <p:childTnLst>
                                    <p:set>
                                      <p:cBhvr>
                                        <p:cTn id="27" dur="1" fill="hold">
                                          <p:stCondLst>
                                            <p:cond delay="0"/>
                                          </p:stCondLst>
                                        </p:cTn>
                                        <p:tgtEl>
                                          <p:spTgt spid="17"/>
                                        </p:tgtEl>
                                        <p:attrNameLst>
                                          <p:attrName>style.visibility</p:attrName>
                                        </p:attrNameLst>
                                      </p:cBhvr>
                                      <p:to>
                                        <p:strVal val="visible"/>
                                      </p:to>
                                    </p:set>
                                    <p:anim calcmode="lin" valueType="num">
                                      <p:cBhvr additive="base">
                                        <p:cTn id="28" dur="750" fill="hold"/>
                                        <p:tgtEl>
                                          <p:spTgt spid="17"/>
                                        </p:tgtEl>
                                        <p:attrNameLst>
                                          <p:attrName>ppt_x</p:attrName>
                                        </p:attrNameLst>
                                      </p:cBhvr>
                                      <p:tavLst>
                                        <p:tav tm="0">
                                          <p:val>
                                            <p:strVal val="0-#ppt_w/2"/>
                                          </p:val>
                                        </p:tav>
                                        <p:tav tm="100000">
                                          <p:val>
                                            <p:strVal val="#ppt_x"/>
                                          </p:val>
                                        </p:tav>
                                      </p:tavLst>
                                    </p:anim>
                                    <p:anim calcmode="lin" valueType="num">
                                      <p:cBhvr additive="base">
                                        <p:cTn id="29" dur="750" fill="hold"/>
                                        <p:tgtEl>
                                          <p:spTgt spid="17"/>
                                        </p:tgtEl>
                                        <p:attrNameLst>
                                          <p:attrName>ppt_y</p:attrName>
                                        </p:attrNameLst>
                                      </p:cBhvr>
                                      <p:tavLst>
                                        <p:tav tm="0">
                                          <p:val>
                                            <p:strVal val="0-#ppt_h/2"/>
                                          </p:val>
                                        </p:tav>
                                        <p:tav tm="100000">
                                          <p:val>
                                            <p:strVal val="#ppt_y"/>
                                          </p:val>
                                        </p:tav>
                                      </p:tavLst>
                                    </p:anim>
                                  </p:childTnLst>
                                </p:cTn>
                              </p:par>
                            </p:childTnLst>
                          </p:cTn>
                        </p:par>
                        <p:par>
                          <p:cTn id="30" fill="hold">
                            <p:stCondLst>
                              <p:cond delay="2750"/>
                            </p:stCondLst>
                            <p:childTnLst>
                              <p:par>
                                <p:cTn id="31" presetID="22" presetClass="entr" presetSubtype="8" fill="hold" grpId="0" nodeType="afterEffect">
                                  <p:stCondLst>
                                    <p:cond delay="0"/>
                                  </p:stCondLst>
                                  <p:childTnLst>
                                    <p:set>
                                      <p:cBhvr>
                                        <p:cTn id="32" dur="1" fill="hold">
                                          <p:stCondLst>
                                            <p:cond delay="0"/>
                                          </p:stCondLst>
                                        </p:cTn>
                                        <p:tgtEl>
                                          <p:spTgt spid="18">
                                            <p:txEl>
                                              <p:pRg st="0" end="0"/>
                                            </p:txEl>
                                          </p:spTgt>
                                        </p:tgtEl>
                                        <p:attrNameLst>
                                          <p:attrName>style.visibility</p:attrName>
                                        </p:attrNameLst>
                                      </p:cBhvr>
                                      <p:to>
                                        <p:strVal val="visible"/>
                                      </p:to>
                                    </p:set>
                                    <p:animEffect transition="in" filter="wipe(left)">
                                      <p:cBhvr>
                                        <p:cTn id="33" dur="500"/>
                                        <p:tgtEl>
                                          <p:spTgt spid="18">
                                            <p:txEl>
                                              <p:pRg st="0" end="0"/>
                                            </p:txEl>
                                          </p:spTgt>
                                        </p:tgtEl>
                                      </p:cBhvr>
                                    </p:animEffect>
                                  </p:childTnLst>
                                </p:cTn>
                              </p:par>
                            </p:childTnLst>
                          </p:cTn>
                        </p:par>
                        <p:par>
                          <p:cTn id="34" fill="hold">
                            <p:stCondLst>
                              <p:cond delay="3250"/>
                            </p:stCondLst>
                            <p:childTnLst>
                              <p:par>
                                <p:cTn id="35" presetID="2" presetClass="entr" presetSubtype="4" decel="100000" fill="hold" grpId="0" nodeType="after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par>
                                <p:cTn id="39" presetID="2" presetClass="entr" presetSubtype="4" decel="100000" fill="hold" grpId="0" nodeType="withEffect">
                                  <p:stCondLst>
                                    <p:cond delay="100"/>
                                  </p:stCondLst>
                                  <p:childTnLst>
                                    <p:set>
                                      <p:cBhvr>
                                        <p:cTn id="40" dur="1" fill="hold">
                                          <p:stCondLst>
                                            <p:cond delay="0"/>
                                          </p:stCondLst>
                                        </p:cTn>
                                        <p:tgtEl>
                                          <p:spTgt spid="19">
                                            <p:txEl>
                                              <p:pRg st="0" end="0"/>
                                            </p:txEl>
                                          </p:spTgt>
                                        </p:tgtEl>
                                        <p:attrNameLst>
                                          <p:attrName>style.visibility</p:attrName>
                                        </p:attrNameLst>
                                      </p:cBhvr>
                                      <p:to>
                                        <p:strVal val="visible"/>
                                      </p:to>
                                    </p:set>
                                    <p:anim calcmode="lin" valueType="num">
                                      <p:cBhvr additive="base">
                                        <p:cTn id="41" dur="5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6" grpId="0"/>
      <p:bldP spid="17" grpId="0"/>
      <p:bldP spid="18" grpId="0" build="p">
        <p:tmplLst>
          <p:tmpl lvl="1">
            <p:tnLst>
              <p:par>
                <p:cTn presetID="22" presetClass="entr" presetSubtype="8" fill="hold" nodeType="after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wipe(left)">
                      <p:cBhvr>
                        <p:cTn dur="500"/>
                        <p:tgtEl>
                          <p:spTgt spid="18"/>
                        </p:tgtEl>
                      </p:cBhvr>
                    </p:animEffect>
                  </p:childTnLst>
                </p:cTn>
              </p:par>
            </p:tnLst>
          </p:tmpl>
        </p:tmplLst>
      </p:bldP>
      <p:bldP spid="19" grpId="0" build="p">
        <p:tmplLst>
          <p:tmpl lvl="1">
            <p:tnLst>
              <p:par>
                <p:cTn presetID="2" presetClass="entr" presetSubtype="4" decel="100000" fill="hold" nodeType="withEffect">
                  <p:stCondLst>
                    <p:cond delay="10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500" fill="hold"/>
                        <p:tgtEl>
                          <p:spTgt spid="19"/>
                        </p:tgtEl>
                        <p:attrNameLst>
                          <p:attrName>ppt_x</p:attrName>
                        </p:attrNameLst>
                      </p:cBhvr>
                      <p:tavLst>
                        <p:tav tm="0">
                          <p:val>
                            <p:strVal val="#ppt_x"/>
                          </p:val>
                        </p:tav>
                        <p:tav tm="100000">
                          <p:val>
                            <p:strVal val="#ppt_x"/>
                          </p:val>
                        </p:tav>
                      </p:tavLst>
                    </p:anim>
                    <p:anim calcmode="lin" valueType="num">
                      <p:cBhvr additive="base">
                        <p:cTn dur="500" fill="hold"/>
                        <p:tgtEl>
                          <p:spTgt spid="19"/>
                        </p:tgtEl>
                        <p:attrNameLst>
                          <p:attrName>ppt_y</p:attrName>
                        </p:attrNameLst>
                      </p:cBhvr>
                      <p:tavLst>
                        <p:tav tm="0">
                          <p:val>
                            <p:strVal val="1+#ppt_h/2"/>
                          </p:val>
                        </p:tav>
                        <p:tav tm="100000">
                          <p:val>
                            <p:strVal val="#ppt_y"/>
                          </p:val>
                        </p:tav>
                      </p:tavLst>
                    </p:anim>
                  </p:childTnLst>
                </p:cTn>
              </p:par>
            </p:tnLst>
          </p:tmpl>
        </p:tmplLst>
      </p:bldP>
      <p:bldP spid="20" grpId="0" animBg="1"/>
    </p:bld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 Reason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6921305" y="795850"/>
            <a:ext cx="9692640" cy="1714500"/>
          </a:xfrm>
          <a:prstGeom prst="rect">
            <a:avLst/>
          </a:prstGeom>
        </p:spPr>
        <p:txBody>
          <a:bodyPr/>
          <a:lstStyle>
            <a:lvl1pPr algn="l">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grpSp>
        <p:nvGrpSpPr>
          <p:cNvPr id="4" name="グループ化 3"/>
          <p:cNvGrpSpPr/>
          <p:nvPr userDrawn="1"/>
        </p:nvGrpSpPr>
        <p:grpSpPr>
          <a:xfrm>
            <a:off x="16778435" y="339170"/>
            <a:ext cx="1150664" cy="1150664"/>
            <a:chOff x="7418859" y="2569953"/>
            <a:chExt cx="934639" cy="934639"/>
          </a:xfrm>
        </p:grpSpPr>
        <p:sp>
          <p:nvSpPr>
            <p:cNvPr id="5" name="涙形 4"/>
            <p:cNvSpPr/>
            <p:nvPr/>
          </p:nvSpPr>
          <p:spPr>
            <a:xfrm>
              <a:off x="7418859" y="2569953"/>
              <a:ext cx="934639" cy="934639"/>
            </a:xfrm>
            <a:prstGeom prst="teardrop">
              <a:avLst/>
            </a:prstGeom>
            <a:blipFill>
              <a:blip r:embed="rId2"/>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涙形 5"/>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10" name="テキスト プレースホルダー 21"/>
          <p:cNvSpPr>
            <a:spLocks noGrp="1"/>
          </p:cNvSpPr>
          <p:nvPr>
            <p:ph type="body" sz="quarter" idx="12" hasCustomPrompt="1"/>
          </p:nvPr>
        </p:nvSpPr>
        <p:spPr>
          <a:xfrm>
            <a:off x="6897484" y="180224"/>
            <a:ext cx="9505445" cy="868850"/>
          </a:xfrm>
        </p:spPr>
        <p:txBody>
          <a:bodyPr anchor="t">
            <a:noAutofit/>
          </a:bodyPr>
          <a:lstStyle>
            <a:lvl1pPr marL="0" marR="0" indent="0" algn="l" defTabSz="1633027" rtl="0" eaLnBrk="1" fontAlgn="auto" latinLnBrk="0" hangingPunct="1">
              <a:lnSpc>
                <a:spcPct val="100000"/>
              </a:lnSpc>
              <a:spcBef>
                <a:spcPts val="0"/>
              </a:spcBef>
              <a:spcAft>
                <a:spcPts val="0"/>
              </a:spcAft>
              <a:buClrTx/>
              <a:buSzTx/>
              <a:buFontTx/>
              <a:buNone/>
              <a:tabLst/>
              <a:defRPr sz="4000" baseline="0">
                <a:solidFill>
                  <a:schemeClr val="accent2">
                    <a:lumMod val="75000"/>
                  </a:schemeClr>
                </a:solidFill>
                <a:latin typeface="Bebas Neue Regular" panose="00000500000000000000" pitchFamily="2" charset="0"/>
              </a:defRPr>
            </a:lvl1pPr>
          </a:lstStyle>
          <a:p>
            <a:pPr lvl="0"/>
            <a:r>
              <a:rPr kumimoji="1" lang="en-US" altLang="ja-JP" dirty="0"/>
              <a:t>TEXT HERE</a:t>
            </a:r>
          </a:p>
        </p:txBody>
      </p:sp>
      <p:sp>
        <p:nvSpPr>
          <p:cNvPr id="11" name="正方形/長方形 10"/>
          <p:cNvSpPr/>
          <p:nvPr userDrawn="1"/>
        </p:nvSpPr>
        <p:spPr>
          <a:xfrm>
            <a:off x="7024096" y="2079177"/>
            <a:ext cx="3708412" cy="84853"/>
          </a:xfrm>
          <a:prstGeom prst="rect">
            <a:avLst/>
          </a:prstGeom>
          <a:blipFill dpi="0" rotWithShape="1">
            <a:blip r:embed="rId2"/>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二等辺三角形 10"/>
          <p:cNvSpPr/>
          <p:nvPr userDrawn="1"/>
        </p:nvSpPr>
        <p:spPr>
          <a:xfrm rot="5400000">
            <a:off x="6503634" y="-3909817"/>
            <a:ext cx="899889" cy="13991567"/>
          </a:xfrm>
          <a:custGeom>
            <a:avLst/>
            <a:gdLst/>
            <a:ahLst/>
            <a:cxnLst/>
            <a:rect l="l" t="t" r="r" b="b"/>
            <a:pathLst>
              <a:path w="899889" h="13991567">
                <a:moveTo>
                  <a:pt x="0" y="6981537"/>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2474187"/>
                </a:lnTo>
                <a:lnTo>
                  <a:pt x="899889" y="2474187"/>
                </a:lnTo>
                <a:lnTo>
                  <a:pt x="899889" y="2475958"/>
                </a:lnTo>
                <a:lnTo>
                  <a:pt x="899889" y="5312501"/>
                </a:lnTo>
                <a:lnTo>
                  <a:pt x="899889" y="5314272"/>
                </a:lnTo>
                <a:lnTo>
                  <a:pt x="899889" y="11153253"/>
                </a:lnTo>
                <a:lnTo>
                  <a:pt x="899889" y="13991567"/>
                </a:lnTo>
                <a:lnTo>
                  <a:pt x="1" y="13991567"/>
                </a:lnTo>
                <a:lnTo>
                  <a:pt x="1" y="11153253"/>
                </a:lnTo>
                <a:lnTo>
                  <a:pt x="1" y="6981537"/>
                </a:ln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p:cNvGrpSpPr/>
          <p:nvPr userDrawn="1"/>
        </p:nvGrpSpPr>
        <p:grpSpPr>
          <a:xfrm>
            <a:off x="0" y="2746240"/>
            <a:ext cx="13738241" cy="663576"/>
            <a:chOff x="-6069980" y="3126253"/>
            <a:chExt cx="13738241" cy="663576"/>
          </a:xfrm>
        </p:grpSpPr>
        <p:cxnSp>
          <p:nvCxnSpPr>
            <p:cNvPr id="14" name="直線コネクタ 13"/>
            <p:cNvCxnSpPr/>
            <p:nvPr/>
          </p:nvCxnSpPr>
          <p:spPr>
            <a:xfrm>
              <a:off x="-6069980" y="3126253"/>
              <a:ext cx="13391531"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6069980" y="3789828"/>
              <a:ext cx="13391531"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19" name="テキスト プレースホルダー 5"/>
          <p:cNvSpPr>
            <a:spLocks noGrp="1"/>
          </p:cNvSpPr>
          <p:nvPr>
            <p:ph type="body" sz="quarter" idx="15" hasCustomPrompt="1"/>
          </p:nvPr>
        </p:nvSpPr>
        <p:spPr>
          <a:xfrm>
            <a:off x="6864641" y="2746240"/>
            <a:ext cx="630918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0" name="テキスト プレースホルダー 5"/>
          <p:cNvSpPr>
            <a:spLocks noGrp="1"/>
          </p:cNvSpPr>
          <p:nvPr>
            <p:ph type="body" sz="quarter" idx="16" hasCustomPrompt="1"/>
          </p:nvPr>
        </p:nvSpPr>
        <p:spPr>
          <a:xfrm>
            <a:off x="6906845" y="3585105"/>
            <a:ext cx="10009894" cy="1037364"/>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21" name="二等辺三角形 10"/>
          <p:cNvSpPr/>
          <p:nvPr userDrawn="1"/>
        </p:nvSpPr>
        <p:spPr>
          <a:xfrm rot="5400000">
            <a:off x="6523436" y="-1724446"/>
            <a:ext cx="899890" cy="14031472"/>
          </a:xfrm>
          <a:custGeom>
            <a:avLst/>
            <a:gdLst/>
            <a:ahLst/>
            <a:cxnLst/>
            <a:rect l="l" t="t" r="r" b="b"/>
            <a:pathLst>
              <a:path w="899890" h="14031472">
                <a:moveTo>
                  <a:pt x="0" y="6981537"/>
                </a:move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6797556"/>
                </a:lnTo>
                <a:lnTo>
                  <a:pt x="899890" y="6797556"/>
                </a:lnTo>
                <a:lnTo>
                  <a:pt x="899890" y="6798668"/>
                </a:lnTo>
                <a:lnTo>
                  <a:pt x="899890" y="8580264"/>
                </a:lnTo>
                <a:lnTo>
                  <a:pt x="899890" y="8581376"/>
                </a:lnTo>
                <a:lnTo>
                  <a:pt x="899890" y="12248764"/>
                </a:lnTo>
                <a:lnTo>
                  <a:pt x="899890" y="14031472"/>
                </a:lnTo>
                <a:lnTo>
                  <a:pt x="2" y="14031472"/>
                </a:lnTo>
                <a:lnTo>
                  <a:pt x="2" y="12248764"/>
                </a:lnTo>
                <a:lnTo>
                  <a:pt x="2" y="8581376"/>
                </a:lnTo>
                <a:lnTo>
                  <a:pt x="2" y="8580264"/>
                </a:lnTo>
                <a:lnTo>
                  <a:pt x="2" y="6981537"/>
                </a:lnTo>
                <a:close/>
              </a:path>
            </a:pathLst>
          </a:custGeom>
          <a:blipFill dpi="0" rotWithShape="0">
            <a:blip r:embed="rId3"/>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p:cNvGrpSpPr/>
          <p:nvPr userDrawn="1"/>
        </p:nvGrpSpPr>
        <p:grpSpPr>
          <a:xfrm>
            <a:off x="0" y="4951563"/>
            <a:ext cx="13777996" cy="663576"/>
            <a:chOff x="-6109735" y="3126253"/>
            <a:chExt cx="13777996" cy="663576"/>
          </a:xfrm>
        </p:grpSpPr>
        <p:cxnSp>
          <p:nvCxnSpPr>
            <p:cNvPr id="23" name="直線コネクタ 22"/>
            <p:cNvCxnSpPr/>
            <p:nvPr/>
          </p:nvCxnSpPr>
          <p:spPr>
            <a:xfrm>
              <a:off x="-6109735" y="3126253"/>
              <a:ext cx="13431286"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a:off x="-6109735" y="3789828"/>
              <a:ext cx="13431286"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28" name="テキスト プレースホルダー 5"/>
          <p:cNvSpPr>
            <a:spLocks noGrp="1"/>
          </p:cNvSpPr>
          <p:nvPr>
            <p:ph type="body" sz="quarter" idx="17" hasCustomPrompt="1"/>
          </p:nvPr>
        </p:nvSpPr>
        <p:spPr>
          <a:xfrm>
            <a:off x="6904396" y="4951563"/>
            <a:ext cx="630918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29" name="テキスト プレースホルダー 5"/>
          <p:cNvSpPr>
            <a:spLocks noGrp="1"/>
          </p:cNvSpPr>
          <p:nvPr>
            <p:ph type="body" sz="quarter" idx="18" hasCustomPrompt="1"/>
          </p:nvPr>
        </p:nvSpPr>
        <p:spPr>
          <a:xfrm>
            <a:off x="6904396" y="5790428"/>
            <a:ext cx="10009894" cy="1037364"/>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30" name="二等辺三角形 10"/>
          <p:cNvSpPr/>
          <p:nvPr userDrawn="1"/>
        </p:nvSpPr>
        <p:spPr>
          <a:xfrm rot="5400000">
            <a:off x="6523512" y="471150"/>
            <a:ext cx="899888" cy="14031321"/>
          </a:xfrm>
          <a:custGeom>
            <a:avLst/>
            <a:gdLst/>
            <a:ahLst/>
            <a:cxnLst/>
            <a:rect l="l" t="t" r="r" b="b"/>
            <a:pathLst>
              <a:path w="899888" h="14031321">
                <a:moveTo>
                  <a:pt x="0" y="14031321"/>
                </a:moveTo>
                <a:lnTo>
                  <a:pt x="0" y="12022646"/>
                </a:lnTo>
                <a:lnTo>
                  <a:pt x="0" y="7890400"/>
                </a:lnTo>
                <a:lnTo>
                  <a:pt x="0" y="7889146"/>
                </a:lnTo>
                <a:lnTo>
                  <a:pt x="0" y="6981537"/>
                </a:lnTo>
                <a:lnTo>
                  <a:pt x="0" y="5881725"/>
                </a:lnTo>
                <a:lnTo>
                  <a:pt x="0" y="5880472"/>
                </a:lnTo>
                <a:lnTo>
                  <a:pt x="0" y="5379493"/>
                </a:lnTo>
                <a:lnTo>
                  <a:pt x="0" y="2083768"/>
                </a:lnTo>
                <a:lnTo>
                  <a:pt x="0" y="2082768"/>
                </a:lnTo>
                <a:lnTo>
                  <a:pt x="0" y="481724"/>
                </a:lnTo>
                <a:lnTo>
                  <a:pt x="0" y="480724"/>
                </a:lnTo>
                <a:lnTo>
                  <a:pt x="934" y="480724"/>
                </a:lnTo>
                <a:lnTo>
                  <a:pt x="449944" y="0"/>
                </a:lnTo>
                <a:lnTo>
                  <a:pt x="898954" y="480724"/>
                </a:lnTo>
                <a:lnTo>
                  <a:pt x="899888" y="480724"/>
                </a:lnTo>
                <a:lnTo>
                  <a:pt x="899888" y="481724"/>
                </a:lnTo>
                <a:lnTo>
                  <a:pt x="899888" y="2082768"/>
                </a:lnTo>
                <a:lnTo>
                  <a:pt x="899888" y="2083768"/>
                </a:lnTo>
                <a:lnTo>
                  <a:pt x="899888" y="5379493"/>
                </a:lnTo>
                <a:lnTo>
                  <a:pt x="899888" y="5880472"/>
                </a:lnTo>
                <a:lnTo>
                  <a:pt x="899888" y="5881725"/>
                </a:lnTo>
                <a:lnTo>
                  <a:pt x="899888" y="6981537"/>
                </a:lnTo>
                <a:lnTo>
                  <a:pt x="899888" y="7889146"/>
                </a:lnTo>
                <a:lnTo>
                  <a:pt x="899888" y="7890400"/>
                </a:lnTo>
                <a:lnTo>
                  <a:pt x="899888" y="12022646"/>
                </a:lnTo>
                <a:lnTo>
                  <a:pt x="899888" y="14031321"/>
                </a:lnTo>
                <a:close/>
              </a:path>
            </a:pathLst>
          </a:custGeom>
          <a:blipFill dpi="0" rotWithShape="0">
            <a:blip r:embed="rId2"/>
            <a:srcRect/>
            <a:tile tx="0" ty="0" sx="100000" sy="100000" flip="none" algn="tl"/>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1" name="グループ化 30"/>
          <p:cNvGrpSpPr/>
          <p:nvPr userDrawn="1"/>
        </p:nvGrpSpPr>
        <p:grpSpPr>
          <a:xfrm>
            <a:off x="0" y="7147084"/>
            <a:ext cx="13777996" cy="663576"/>
            <a:chOff x="-6109735" y="3126253"/>
            <a:chExt cx="13777996" cy="663576"/>
          </a:xfrm>
        </p:grpSpPr>
        <p:cxnSp>
          <p:nvCxnSpPr>
            <p:cNvPr id="32" name="直線コネクタ 31"/>
            <p:cNvCxnSpPr/>
            <p:nvPr/>
          </p:nvCxnSpPr>
          <p:spPr>
            <a:xfrm>
              <a:off x="-6109735" y="3126253"/>
              <a:ext cx="13431286"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a:off x="-6109735" y="3789829"/>
              <a:ext cx="13431286"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a:off x="7321551" y="3126253"/>
              <a:ext cx="346710" cy="339726"/>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flipV="1">
              <a:off x="7321551" y="3465979"/>
              <a:ext cx="346710" cy="32385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37" name="テキスト プレースホルダー 5"/>
          <p:cNvSpPr>
            <a:spLocks noGrp="1"/>
          </p:cNvSpPr>
          <p:nvPr>
            <p:ph type="body" sz="quarter" idx="19" hasCustomPrompt="1"/>
          </p:nvPr>
        </p:nvSpPr>
        <p:spPr>
          <a:xfrm>
            <a:off x="6904396" y="7147084"/>
            <a:ext cx="6309180" cy="647693"/>
          </a:xfrm>
        </p:spPr>
        <p:txBody>
          <a:bodyPr anchor="ctr">
            <a:noAutofit/>
          </a:bodyPr>
          <a:lstStyle>
            <a:lvl1pPr algn="l">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38" name="テキスト プレースホルダー 5"/>
          <p:cNvSpPr>
            <a:spLocks noGrp="1"/>
          </p:cNvSpPr>
          <p:nvPr>
            <p:ph type="body" sz="quarter" idx="20" hasCustomPrompt="1"/>
          </p:nvPr>
        </p:nvSpPr>
        <p:spPr>
          <a:xfrm>
            <a:off x="6904396" y="7985949"/>
            <a:ext cx="10009894" cy="1037364"/>
          </a:xfrm>
        </p:spPr>
        <p:txBody>
          <a:bodyPr anchor="t">
            <a:normAutofit/>
          </a:bodyPr>
          <a:lstStyle>
            <a:lvl1pPr algn="l">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9" name="図プレースホルダー 8"/>
          <p:cNvSpPr>
            <a:spLocks noGrp="1"/>
          </p:cNvSpPr>
          <p:nvPr>
            <p:ph type="pic" sz="quarter" idx="11" hasCustomPrompt="1"/>
          </p:nvPr>
        </p:nvSpPr>
        <p:spPr>
          <a:xfrm>
            <a:off x="787791" y="0"/>
            <a:ext cx="6133514" cy="10287000"/>
          </a:xfrm>
          <a:effectLst>
            <a:outerShdw blurRad="50800" dist="88900" dir="2700000" algn="tl" rotWithShape="0">
              <a:prstClr val="black">
                <a:alpha val="40000"/>
              </a:prstClr>
            </a:outerShdw>
          </a:effectLst>
        </p:spPr>
        <p:txBody>
          <a:bodyPr>
            <a:normAutofit/>
          </a:bodyPr>
          <a:lstStyle>
            <a:lvl1pPr>
              <a:defRPr sz="2000"/>
            </a:lvl1pPr>
          </a:lstStyle>
          <a:p>
            <a:r>
              <a:rPr kumimoji="1" lang="en-US" altLang="ja-JP" dirty="0"/>
              <a:t>Add an image</a:t>
            </a:r>
            <a:endParaRPr kumimoji="1" lang="ja-JP" altLang="en-US" dirty="0"/>
          </a:p>
        </p:txBody>
      </p:sp>
    </p:spTree>
    <p:extLst>
      <p:ext uri="{BB962C8B-B14F-4D97-AF65-F5344CB8AC3E}">
        <p14:creationId xmlns:p14="http://schemas.microsoft.com/office/powerpoint/2010/main" val="2486347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14" presetClass="entr" presetSubtype="1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randombar(horizontal)">
                                      <p:cBhvr>
                                        <p:cTn id="16" dur="500"/>
                                        <p:tgtEl>
                                          <p:spTgt spid="9"/>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wipe(left)">
                                      <p:cBhvr>
                                        <p:cTn id="20" dur="500"/>
                                        <p:tgtEl>
                                          <p:spTgt spid="10">
                                            <p:txEl>
                                              <p:pRg st="0" end="0"/>
                                            </p:txEl>
                                          </p:spTgt>
                                        </p:tgtEl>
                                      </p:cBhvr>
                                    </p:animEffect>
                                  </p:childTnLst>
                                </p:cTn>
                              </p:par>
                            </p:childTnLst>
                          </p:cTn>
                        </p:par>
                        <p:par>
                          <p:cTn id="21" fill="hold">
                            <p:stCondLst>
                              <p:cond delay="1500"/>
                            </p:stCondLst>
                            <p:childTnLst>
                              <p:par>
                                <p:cTn id="22" presetID="2" presetClass="entr" presetSubtype="8" decel="100000" fill="hold" grpId="0" nodeType="afterEffect">
                                  <p:stCondLst>
                                    <p:cond delay="0"/>
                                  </p:stCondLst>
                                  <p:iterate type="wd">
                                    <p:tmPct val="10000"/>
                                  </p:iterate>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0-#ppt_w/2"/>
                                          </p:val>
                                        </p:tav>
                                        <p:tav tm="100000">
                                          <p:val>
                                            <p:strVal val="#ppt_x"/>
                                          </p:val>
                                        </p:tav>
                                      </p:tavLst>
                                    </p:anim>
                                    <p:anim calcmode="lin" valueType="num">
                                      <p:cBhvr additive="base">
                                        <p:cTn id="25" dur="500" fill="hold"/>
                                        <p:tgtEl>
                                          <p:spTgt spid="2"/>
                                        </p:tgtEl>
                                        <p:attrNameLst>
                                          <p:attrName>ppt_y</p:attrName>
                                        </p:attrNameLst>
                                      </p:cBhvr>
                                      <p:tavLst>
                                        <p:tav tm="0">
                                          <p:val>
                                            <p:strVal val="#ppt_y"/>
                                          </p:val>
                                        </p:tav>
                                        <p:tav tm="100000">
                                          <p:val>
                                            <p:strVal val="#ppt_y"/>
                                          </p:val>
                                        </p:tav>
                                      </p:tavLst>
                                    </p:anim>
                                  </p:childTnLst>
                                </p:cTn>
                              </p:par>
                            </p:childTnLst>
                          </p:cTn>
                        </p:par>
                        <p:par>
                          <p:cTn id="26" fill="hold">
                            <p:stCondLst>
                              <p:cond delay="2150"/>
                            </p:stCondLst>
                            <p:childTnLst>
                              <p:par>
                                <p:cTn id="27" presetID="2" presetClass="entr" presetSubtype="4" decel="10000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childTnLst>
                          </p:cTn>
                        </p:par>
                        <p:par>
                          <p:cTn id="31" fill="hold">
                            <p:stCondLst>
                              <p:cond delay="2650"/>
                            </p:stCondLst>
                            <p:childTnLst>
                              <p:par>
                                <p:cTn id="32" presetID="22" presetClass="entr" presetSubtype="8"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22" presetClass="entr" presetSubtype="8" fill="hold" nodeType="withEffect">
                                  <p:stCondLst>
                                    <p:cond delay="25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38" presetID="2" presetClass="entr" presetSubtype="2" decel="100000" fill="hold" grpId="0" nodeType="withEffect">
                                  <p:stCondLst>
                                    <p:cond delay="250"/>
                                  </p:stCondLst>
                                  <p:childTnLst>
                                    <p:set>
                                      <p:cBhvr>
                                        <p:cTn id="39" dur="1" fill="hold">
                                          <p:stCondLst>
                                            <p:cond delay="0"/>
                                          </p:stCondLst>
                                        </p:cTn>
                                        <p:tgtEl>
                                          <p:spTgt spid="19">
                                            <p:txEl>
                                              <p:pRg st="0" end="0"/>
                                            </p:txEl>
                                          </p:spTgt>
                                        </p:tgtEl>
                                        <p:attrNameLst>
                                          <p:attrName>style.visibility</p:attrName>
                                        </p:attrNameLst>
                                      </p:cBhvr>
                                      <p:to>
                                        <p:strVal val="visible"/>
                                      </p:to>
                                    </p:set>
                                    <p:anim calcmode="lin" valueType="num">
                                      <p:cBhvr additive="base">
                                        <p:cTn id="40" dur="1000" fill="hold"/>
                                        <p:tgtEl>
                                          <p:spTgt spid="19">
                                            <p:txEl>
                                              <p:pRg st="0" end="0"/>
                                            </p:txEl>
                                          </p:spTgt>
                                        </p:tgtEl>
                                        <p:attrNameLst>
                                          <p:attrName>ppt_x</p:attrName>
                                        </p:attrNameLst>
                                      </p:cBhvr>
                                      <p:tavLst>
                                        <p:tav tm="0">
                                          <p:val>
                                            <p:strVal val="1+#ppt_w/2"/>
                                          </p:val>
                                        </p:tav>
                                        <p:tav tm="100000">
                                          <p:val>
                                            <p:strVal val="#ppt_x"/>
                                          </p:val>
                                        </p:tav>
                                      </p:tavLst>
                                    </p:anim>
                                    <p:anim calcmode="lin" valueType="num">
                                      <p:cBhvr additive="base">
                                        <p:cTn id="41" dur="1000" fill="hold"/>
                                        <p:tgtEl>
                                          <p:spTgt spid="19">
                                            <p:txEl>
                                              <p:pRg st="0" end="0"/>
                                            </p:txEl>
                                          </p:spTgt>
                                        </p:tgtEl>
                                        <p:attrNameLst>
                                          <p:attrName>ppt_y</p:attrName>
                                        </p:attrNameLst>
                                      </p:cBhvr>
                                      <p:tavLst>
                                        <p:tav tm="0">
                                          <p:val>
                                            <p:strVal val="#ppt_y"/>
                                          </p:val>
                                        </p:tav>
                                        <p:tav tm="100000">
                                          <p:val>
                                            <p:strVal val="#ppt_y"/>
                                          </p:val>
                                        </p:tav>
                                      </p:tavLst>
                                    </p:anim>
                                  </p:childTnLst>
                                </p:cTn>
                              </p:par>
                              <p:par>
                                <p:cTn id="42" presetID="10" presetClass="entr" presetSubtype="0" fill="hold" grpId="1" nodeType="withEffect">
                                  <p:stCondLst>
                                    <p:cond delay="750"/>
                                  </p:stCondLst>
                                  <p:childTnLst>
                                    <p:set>
                                      <p:cBhvr>
                                        <p:cTn id="43" dur="1" fill="hold">
                                          <p:stCondLst>
                                            <p:cond delay="0"/>
                                          </p:stCondLst>
                                        </p:cTn>
                                        <p:tgtEl>
                                          <p:spTgt spid="19">
                                            <p:txEl>
                                              <p:pRg st="0" end="0"/>
                                            </p:txEl>
                                          </p:spTgt>
                                        </p:tgtEl>
                                        <p:attrNameLst>
                                          <p:attrName>style.visibility</p:attrName>
                                        </p:attrNameLst>
                                      </p:cBhvr>
                                      <p:to>
                                        <p:strVal val="visible"/>
                                      </p:to>
                                    </p:set>
                                    <p:animEffect transition="in" filter="fade">
                                      <p:cBhvr>
                                        <p:cTn id="44" dur="500"/>
                                        <p:tgtEl>
                                          <p:spTgt spid="19">
                                            <p:txEl>
                                              <p:pRg st="0" end="0"/>
                                            </p:txEl>
                                          </p:spTgt>
                                        </p:tgtEl>
                                      </p:cBhvr>
                                    </p:animEffect>
                                  </p:childTnLst>
                                </p:cTn>
                              </p:par>
                              <p:par>
                                <p:cTn id="45" presetID="1" presetClass="exit" presetSubtype="0" fill="hold" grpId="2" nodeType="withEffect">
                                  <p:stCondLst>
                                    <p:cond delay="250"/>
                                  </p:stCondLst>
                                  <p:childTnLst>
                                    <p:set>
                                      <p:cBhvr>
                                        <p:cTn id="46" dur="1" fill="hold">
                                          <p:stCondLst>
                                            <p:cond delay="0"/>
                                          </p:stCondLst>
                                        </p:cTn>
                                        <p:tgtEl>
                                          <p:spTgt spid="19">
                                            <p:txEl>
                                              <p:pRg st="0" end="0"/>
                                            </p:txEl>
                                          </p:spTgt>
                                        </p:tgtEl>
                                        <p:attrNameLst>
                                          <p:attrName>style.visibility</p:attrName>
                                        </p:attrNameLst>
                                      </p:cBhvr>
                                      <p:to>
                                        <p:strVal val="hidden"/>
                                      </p:to>
                                    </p:set>
                                  </p:childTnLst>
                                </p:cTn>
                              </p:par>
                            </p:childTnLst>
                          </p:cTn>
                        </p:par>
                        <p:par>
                          <p:cTn id="47" fill="hold">
                            <p:stCondLst>
                              <p:cond delay="3900"/>
                            </p:stCondLst>
                            <p:childTnLst>
                              <p:par>
                                <p:cTn id="48" presetID="10" presetClass="entr" presetSubtype="0" fill="hold" grpId="0"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childTnLst>
                          </p:cTn>
                        </p:par>
                        <p:par>
                          <p:cTn id="51" fill="hold">
                            <p:stCondLst>
                              <p:cond delay="4400"/>
                            </p:stCondLst>
                            <p:childTnLst>
                              <p:par>
                                <p:cTn id="52" presetID="22" presetClass="entr" presetSubtype="8" fill="hold" grpId="0"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ipe(left)">
                                      <p:cBhvr>
                                        <p:cTn id="54" dur="500"/>
                                        <p:tgtEl>
                                          <p:spTgt spid="21"/>
                                        </p:tgtEl>
                                      </p:cBhvr>
                                    </p:animEffect>
                                  </p:childTnLst>
                                </p:cTn>
                              </p:par>
                              <p:par>
                                <p:cTn id="55" presetID="22" presetClass="entr" presetSubtype="8" fill="hold" nodeType="withEffect">
                                  <p:stCondLst>
                                    <p:cond delay="250"/>
                                  </p:stCondLst>
                                  <p:childTnLst>
                                    <p:set>
                                      <p:cBhvr>
                                        <p:cTn id="56" dur="1" fill="hold">
                                          <p:stCondLst>
                                            <p:cond delay="0"/>
                                          </p:stCondLst>
                                        </p:cTn>
                                        <p:tgtEl>
                                          <p:spTgt spid="22"/>
                                        </p:tgtEl>
                                        <p:attrNameLst>
                                          <p:attrName>style.visibility</p:attrName>
                                        </p:attrNameLst>
                                      </p:cBhvr>
                                      <p:to>
                                        <p:strVal val="visible"/>
                                      </p:to>
                                    </p:set>
                                    <p:animEffect transition="in" filter="wipe(left)">
                                      <p:cBhvr>
                                        <p:cTn id="57" dur="500"/>
                                        <p:tgtEl>
                                          <p:spTgt spid="22"/>
                                        </p:tgtEl>
                                      </p:cBhvr>
                                    </p:animEffect>
                                  </p:childTnLst>
                                </p:cTn>
                              </p:par>
                              <p:par>
                                <p:cTn id="58" presetID="2" presetClass="entr" presetSubtype="2" decel="100000" fill="hold" grpId="0" nodeType="withEffect">
                                  <p:stCondLst>
                                    <p:cond delay="250"/>
                                  </p:stCondLst>
                                  <p:childTnLst>
                                    <p:set>
                                      <p:cBhvr>
                                        <p:cTn id="59" dur="1" fill="hold">
                                          <p:stCondLst>
                                            <p:cond delay="0"/>
                                          </p:stCondLst>
                                        </p:cTn>
                                        <p:tgtEl>
                                          <p:spTgt spid="28">
                                            <p:txEl>
                                              <p:pRg st="0" end="0"/>
                                            </p:txEl>
                                          </p:spTgt>
                                        </p:tgtEl>
                                        <p:attrNameLst>
                                          <p:attrName>style.visibility</p:attrName>
                                        </p:attrNameLst>
                                      </p:cBhvr>
                                      <p:to>
                                        <p:strVal val="visible"/>
                                      </p:to>
                                    </p:set>
                                    <p:anim calcmode="lin" valueType="num">
                                      <p:cBhvr additive="base">
                                        <p:cTn id="60" dur="1000" fill="hold"/>
                                        <p:tgtEl>
                                          <p:spTgt spid="28">
                                            <p:txEl>
                                              <p:pRg st="0" end="0"/>
                                            </p:txEl>
                                          </p:spTgt>
                                        </p:tgtEl>
                                        <p:attrNameLst>
                                          <p:attrName>ppt_x</p:attrName>
                                        </p:attrNameLst>
                                      </p:cBhvr>
                                      <p:tavLst>
                                        <p:tav tm="0">
                                          <p:val>
                                            <p:strVal val="1+#ppt_w/2"/>
                                          </p:val>
                                        </p:tav>
                                        <p:tav tm="100000">
                                          <p:val>
                                            <p:strVal val="#ppt_x"/>
                                          </p:val>
                                        </p:tav>
                                      </p:tavLst>
                                    </p:anim>
                                    <p:anim calcmode="lin" valueType="num">
                                      <p:cBhvr additive="base">
                                        <p:cTn id="61" dur="1000" fill="hold"/>
                                        <p:tgtEl>
                                          <p:spTgt spid="28">
                                            <p:txEl>
                                              <p:pRg st="0" end="0"/>
                                            </p:txEl>
                                          </p:spTgt>
                                        </p:tgtEl>
                                        <p:attrNameLst>
                                          <p:attrName>ppt_y</p:attrName>
                                        </p:attrNameLst>
                                      </p:cBhvr>
                                      <p:tavLst>
                                        <p:tav tm="0">
                                          <p:val>
                                            <p:strVal val="#ppt_y"/>
                                          </p:val>
                                        </p:tav>
                                        <p:tav tm="100000">
                                          <p:val>
                                            <p:strVal val="#ppt_y"/>
                                          </p:val>
                                        </p:tav>
                                      </p:tavLst>
                                    </p:anim>
                                  </p:childTnLst>
                                </p:cTn>
                              </p:par>
                              <p:par>
                                <p:cTn id="62" presetID="10" presetClass="entr" presetSubtype="0" fill="hold" grpId="1" nodeType="withEffect">
                                  <p:stCondLst>
                                    <p:cond delay="750"/>
                                  </p:stCondLst>
                                  <p:childTnLst>
                                    <p:set>
                                      <p:cBhvr>
                                        <p:cTn id="63" dur="1" fill="hold">
                                          <p:stCondLst>
                                            <p:cond delay="0"/>
                                          </p:stCondLst>
                                        </p:cTn>
                                        <p:tgtEl>
                                          <p:spTgt spid="28">
                                            <p:txEl>
                                              <p:pRg st="0" end="0"/>
                                            </p:txEl>
                                          </p:spTgt>
                                        </p:tgtEl>
                                        <p:attrNameLst>
                                          <p:attrName>style.visibility</p:attrName>
                                        </p:attrNameLst>
                                      </p:cBhvr>
                                      <p:to>
                                        <p:strVal val="visible"/>
                                      </p:to>
                                    </p:set>
                                    <p:animEffect transition="in" filter="fade">
                                      <p:cBhvr>
                                        <p:cTn id="64" dur="500"/>
                                        <p:tgtEl>
                                          <p:spTgt spid="28">
                                            <p:txEl>
                                              <p:pRg st="0" end="0"/>
                                            </p:txEl>
                                          </p:spTgt>
                                        </p:tgtEl>
                                      </p:cBhvr>
                                    </p:animEffect>
                                  </p:childTnLst>
                                </p:cTn>
                              </p:par>
                              <p:par>
                                <p:cTn id="65" presetID="1" presetClass="exit" presetSubtype="0" fill="hold" grpId="2" nodeType="withEffect">
                                  <p:stCondLst>
                                    <p:cond delay="250"/>
                                  </p:stCondLst>
                                  <p:childTnLst>
                                    <p:set>
                                      <p:cBhvr>
                                        <p:cTn id="66" dur="1" fill="hold">
                                          <p:stCondLst>
                                            <p:cond delay="0"/>
                                          </p:stCondLst>
                                        </p:cTn>
                                        <p:tgtEl>
                                          <p:spTgt spid="28">
                                            <p:txEl>
                                              <p:pRg st="0" end="0"/>
                                            </p:txEl>
                                          </p:spTgt>
                                        </p:tgtEl>
                                        <p:attrNameLst>
                                          <p:attrName>style.visibility</p:attrName>
                                        </p:attrNameLst>
                                      </p:cBhvr>
                                      <p:to>
                                        <p:strVal val="hidden"/>
                                      </p:to>
                                    </p:set>
                                  </p:childTnLst>
                                </p:cTn>
                              </p:par>
                            </p:childTnLst>
                          </p:cTn>
                        </p:par>
                        <p:par>
                          <p:cTn id="67" fill="hold">
                            <p:stCondLst>
                              <p:cond delay="5650"/>
                            </p:stCondLst>
                            <p:childTnLst>
                              <p:par>
                                <p:cTn id="68" presetID="10" presetClass="entr" presetSubtype="0" fill="hold" grpId="0" nodeType="after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childTnLst>
                          </p:cTn>
                        </p:par>
                        <p:par>
                          <p:cTn id="71" fill="hold">
                            <p:stCondLst>
                              <p:cond delay="6150"/>
                            </p:stCondLst>
                            <p:childTnLst>
                              <p:par>
                                <p:cTn id="72" presetID="22" presetClass="entr" presetSubtype="8" fill="hold" grpId="0" nodeType="after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wipe(left)">
                                      <p:cBhvr>
                                        <p:cTn id="74" dur="500"/>
                                        <p:tgtEl>
                                          <p:spTgt spid="30"/>
                                        </p:tgtEl>
                                      </p:cBhvr>
                                    </p:animEffect>
                                  </p:childTnLst>
                                </p:cTn>
                              </p:par>
                              <p:par>
                                <p:cTn id="75" presetID="22" presetClass="entr" presetSubtype="8" fill="hold" nodeType="withEffect">
                                  <p:stCondLst>
                                    <p:cond delay="250"/>
                                  </p:stCondLst>
                                  <p:childTnLst>
                                    <p:set>
                                      <p:cBhvr>
                                        <p:cTn id="76" dur="1" fill="hold">
                                          <p:stCondLst>
                                            <p:cond delay="0"/>
                                          </p:stCondLst>
                                        </p:cTn>
                                        <p:tgtEl>
                                          <p:spTgt spid="31"/>
                                        </p:tgtEl>
                                        <p:attrNameLst>
                                          <p:attrName>style.visibility</p:attrName>
                                        </p:attrNameLst>
                                      </p:cBhvr>
                                      <p:to>
                                        <p:strVal val="visible"/>
                                      </p:to>
                                    </p:set>
                                    <p:animEffect transition="in" filter="wipe(left)">
                                      <p:cBhvr>
                                        <p:cTn id="77" dur="500"/>
                                        <p:tgtEl>
                                          <p:spTgt spid="31"/>
                                        </p:tgtEl>
                                      </p:cBhvr>
                                    </p:animEffect>
                                  </p:childTnLst>
                                </p:cTn>
                              </p:par>
                              <p:par>
                                <p:cTn id="78" presetID="2" presetClass="entr" presetSubtype="2" decel="100000" fill="hold" grpId="0" nodeType="withEffect">
                                  <p:stCondLst>
                                    <p:cond delay="250"/>
                                  </p:stCondLst>
                                  <p:childTnLst>
                                    <p:set>
                                      <p:cBhvr>
                                        <p:cTn id="79" dur="1" fill="hold">
                                          <p:stCondLst>
                                            <p:cond delay="0"/>
                                          </p:stCondLst>
                                        </p:cTn>
                                        <p:tgtEl>
                                          <p:spTgt spid="37">
                                            <p:txEl>
                                              <p:pRg st="0" end="0"/>
                                            </p:txEl>
                                          </p:spTgt>
                                        </p:tgtEl>
                                        <p:attrNameLst>
                                          <p:attrName>style.visibility</p:attrName>
                                        </p:attrNameLst>
                                      </p:cBhvr>
                                      <p:to>
                                        <p:strVal val="visible"/>
                                      </p:to>
                                    </p:set>
                                    <p:anim calcmode="lin" valueType="num">
                                      <p:cBhvr additive="base">
                                        <p:cTn id="80" dur="1000" fill="hold"/>
                                        <p:tgtEl>
                                          <p:spTgt spid="37">
                                            <p:txEl>
                                              <p:pRg st="0" end="0"/>
                                            </p:txEl>
                                          </p:spTgt>
                                        </p:tgtEl>
                                        <p:attrNameLst>
                                          <p:attrName>ppt_x</p:attrName>
                                        </p:attrNameLst>
                                      </p:cBhvr>
                                      <p:tavLst>
                                        <p:tav tm="0">
                                          <p:val>
                                            <p:strVal val="1+#ppt_w/2"/>
                                          </p:val>
                                        </p:tav>
                                        <p:tav tm="100000">
                                          <p:val>
                                            <p:strVal val="#ppt_x"/>
                                          </p:val>
                                        </p:tav>
                                      </p:tavLst>
                                    </p:anim>
                                    <p:anim calcmode="lin" valueType="num">
                                      <p:cBhvr additive="base">
                                        <p:cTn id="81" dur="1000" fill="hold"/>
                                        <p:tgtEl>
                                          <p:spTgt spid="37">
                                            <p:txEl>
                                              <p:pRg st="0" end="0"/>
                                            </p:txEl>
                                          </p:spTgt>
                                        </p:tgtEl>
                                        <p:attrNameLst>
                                          <p:attrName>ppt_y</p:attrName>
                                        </p:attrNameLst>
                                      </p:cBhvr>
                                      <p:tavLst>
                                        <p:tav tm="0">
                                          <p:val>
                                            <p:strVal val="#ppt_y"/>
                                          </p:val>
                                        </p:tav>
                                        <p:tav tm="100000">
                                          <p:val>
                                            <p:strVal val="#ppt_y"/>
                                          </p:val>
                                        </p:tav>
                                      </p:tavLst>
                                    </p:anim>
                                  </p:childTnLst>
                                </p:cTn>
                              </p:par>
                              <p:par>
                                <p:cTn id="82" presetID="10" presetClass="entr" presetSubtype="0" fill="hold" grpId="1" nodeType="withEffect">
                                  <p:stCondLst>
                                    <p:cond delay="750"/>
                                  </p:stCondLst>
                                  <p:childTnLst>
                                    <p:set>
                                      <p:cBhvr>
                                        <p:cTn id="83" dur="1" fill="hold">
                                          <p:stCondLst>
                                            <p:cond delay="0"/>
                                          </p:stCondLst>
                                        </p:cTn>
                                        <p:tgtEl>
                                          <p:spTgt spid="37">
                                            <p:txEl>
                                              <p:pRg st="0" end="0"/>
                                            </p:txEl>
                                          </p:spTgt>
                                        </p:tgtEl>
                                        <p:attrNameLst>
                                          <p:attrName>style.visibility</p:attrName>
                                        </p:attrNameLst>
                                      </p:cBhvr>
                                      <p:to>
                                        <p:strVal val="visible"/>
                                      </p:to>
                                    </p:set>
                                    <p:animEffect transition="in" filter="fade">
                                      <p:cBhvr>
                                        <p:cTn id="84" dur="500"/>
                                        <p:tgtEl>
                                          <p:spTgt spid="37">
                                            <p:txEl>
                                              <p:pRg st="0" end="0"/>
                                            </p:txEl>
                                          </p:spTgt>
                                        </p:tgtEl>
                                      </p:cBhvr>
                                    </p:animEffect>
                                  </p:childTnLst>
                                </p:cTn>
                              </p:par>
                              <p:par>
                                <p:cTn id="85" presetID="1" presetClass="exit" presetSubtype="0" fill="hold" grpId="2" nodeType="withEffect">
                                  <p:stCondLst>
                                    <p:cond delay="250"/>
                                  </p:stCondLst>
                                  <p:childTnLst>
                                    <p:set>
                                      <p:cBhvr>
                                        <p:cTn id="86" dur="1" fill="hold">
                                          <p:stCondLst>
                                            <p:cond delay="0"/>
                                          </p:stCondLst>
                                        </p:cTn>
                                        <p:tgtEl>
                                          <p:spTgt spid="37">
                                            <p:txEl>
                                              <p:pRg st="0" end="0"/>
                                            </p:txEl>
                                          </p:spTgt>
                                        </p:tgtEl>
                                        <p:attrNameLst>
                                          <p:attrName>style.visibility</p:attrName>
                                        </p:attrNameLst>
                                      </p:cBhvr>
                                      <p:to>
                                        <p:strVal val="hidden"/>
                                      </p:to>
                                    </p:set>
                                  </p:childTnLst>
                                </p:cTn>
                              </p:par>
                            </p:childTnLst>
                          </p:cTn>
                        </p:par>
                        <p:par>
                          <p:cTn id="87" fill="hold">
                            <p:stCondLst>
                              <p:cond delay="7400"/>
                            </p:stCondLst>
                            <p:childTnLst>
                              <p:par>
                                <p:cTn id="88" presetID="10" presetClass="entr" presetSubtype="0" fill="hold" grpId="0" nodeType="after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P spid="11" grpId="0" animBg="1"/>
      <p:bldP spid="12" grpId="0" animBg="1"/>
      <p:bldP spid="19" grpId="0" build="p">
        <p:tmplLst>
          <p:tmpl lvl="1">
            <p:tnLst>
              <p:par>
                <p:cTn presetID="2" presetClass="entr" presetSubtype="2" decel="100000" fill="hold" nodeType="withEffect">
                  <p:stCondLst>
                    <p:cond delay="250"/>
                  </p:stCondLst>
                  <p:childTnLst>
                    <p:set>
                      <p:cBhvr>
                        <p:cTn dur="1" fill="hold">
                          <p:stCondLst>
                            <p:cond delay="0"/>
                          </p:stCondLst>
                        </p:cTn>
                        <p:tgtEl>
                          <p:spTgt spid="19"/>
                        </p:tgtEl>
                        <p:attrNameLst>
                          <p:attrName>style.visibility</p:attrName>
                        </p:attrNameLst>
                      </p:cBhvr>
                      <p:to>
                        <p:strVal val="visible"/>
                      </p:to>
                    </p:set>
                    <p:anim calcmode="lin" valueType="num">
                      <p:cBhvr additive="base">
                        <p:cTn dur="1000" fill="hold"/>
                        <p:tgtEl>
                          <p:spTgt spid="19"/>
                        </p:tgtEl>
                        <p:attrNameLst>
                          <p:attrName>ppt_x</p:attrName>
                        </p:attrNameLst>
                      </p:cBhvr>
                      <p:tavLst>
                        <p:tav tm="0">
                          <p:val>
                            <p:strVal val="1+#ppt_w/2"/>
                          </p:val>
                        </p:tav>
                        <p:tav tm="100000">
                          <p:val>
                            <p:strVal val="#ppt_x"/>
                          </p:val>
                        </p:tav>
                      </p:tavLst>
                    </p:anim>
                    <p:anim calcmode="lin" valueType="num">
                      <p:cBhvr additive="base">
                        <p:cTn dur="1000" fill="hold"/>
                        <p:tgtEl>
                          <p:spTgt spid="19"/>
                        </p:tgtEl>
                        <p:attrNameLst>
                          <p:attrName>ppt_y</p:attrName>
                        </p:attrNameLst>
                      </p:cBhvr>
                      <p:tavLst>
                        <p:tav tm="0">
                          <p:val>
                            <p:strVal val="#ppt_y"/>
                          </p:val>
                        </p:tav>
                        <p:tav tm="100000">
                          <p:val>
                            <p:strVal val="#ppt_y"/>
                          </p:val>
                        </p:tav>
                      </p:tavLst>
                    </p:anim>
                  </p:childTnLst>
                </p:cTn>
              </p:par>
            </p:tnLst>
          </p:tmpl>
        </p:tmplLst>
      </p:bldP>
      <p:bldP spid="19" grpId="1" build="p">
        <p:tmplLst>
          <p:tmpl lvl="1">
            <p:tnLst>
              <p:par>
                <p:cTn presetID="10" presetClass="entr" presetSubtype="0" fill="hold" nodeType="withEffect">
                  <p:stCondLst>
                    <p:cond delay="75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19" grpId="2" build="p">
        <p:tmplLst>
          <p:tmpl lvl="1">
            <p:tnLst>
              <p:par>
                <p:cTn presetID="1" presetClass="exit" presetSubtype="0" fill="hold" nodeType="withEffect">
                  <p:stCondLst>
                    <p:cond delay="250"/>
                  </p:stCondLst>
                  <p:childTnLst>
                    <p:set>
                      <p:cBhvr>
                        <p:cTn dur="1" fill="hold">
                          <p:stCondLst>
                            <p:cond delay="0"/>
                          </p:stCondLst>
                        </p:cTn>
                        <p:tgtEl>
                          <p:spTgt spid="19"/>
                        </p:tgtEl>
                        <p:attrNameLst>
                          <p:attrName>style.visibility</p:attrName>
                        </p:attrNameLst>
                      </p:cBhvr>
                      <p:to>
                        <p:strVal val="hidden"/>
                      </p:to>
                    </p:set>
                  </p:childTnLst>
                </p:cTn>
              </p:par>
            </p:tnLst>
          </p:tmpl>
        </p:tmplLst>
      </p:bldP>
      <p:bldP spid="20" grpId="0">
        <p:tmplLst>
          <p:tmpl>
            <p:tnLst>
              <p:par>
                <p:cTn presetID="10" presetClass="entr" presetSubtype="0" fill="hold" nodeType="after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1" grpId="0" animBg="1"/>
      <p:bldP spid="28" grpId="0" build="p">
        <p:tmplLst>
          <p:tmpl lvl="1">
            <p:tnLst>
              <p:par>
                <p:cTn presetID="2" presetClass="entr" presetSubtype="2" decel="100000" fill="hold" nodeType="withEffect">
                  <p:stCondLst>
                    <p:cond delay="25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1000" fill="hold"/>
                        <p:tgtEl>
                          <p:spTgt spid="28"/>
                        </p:tgtEl>
                        <p:attrNameLst>
                          <p:attrName>ppt_x</p:attrName>
                        </p:attrNameLst>
                      </p:cBhvr>
                      <p:tavLst>
                        <p:tav tm="0">
                          <p:val>
                            <p:strVal val="1+#ppt_w/2"/>
                          </p:val>
                        </p:tav>
                        <p:tav tm="100000">
                          <p:val>
                            <p:strVal val="#ppt_x"/>
                          </p:val>
                        </p:tav>
                      </p:tavLst>
                    </p:anim>
                    <p:anim calcmode="lin" valueType="num">
                      <p:cBhvr additive="base">
                        <p:cTn dur="1000" fill="hold"/>
                        <p:tgtEl>
                          <p:spTgt spid="28"/>
                        </p:tgtEl>
                        <p:attrNameLst>
                          <p:attrName>ppt_y</p:attrName>
                        </p:attrNameLst>
                      </p:cBhvr>
                      <p:tavLst>
                        <p:tav tm="0">
                          <p:val>
                            <p:strVal val="#ppt_y"/>
                          </p:val>
                        </p:tav>
                        <p:tav tm="100000">
                          <p:val>
                            <p:strVal val="#ppt_y"/>
                          </p:val>
                        </p:tav>
                      </p:tavLst>
                    </p:anim>
                  </p:childTnLst>
                </p:cTn>
              </p:par>
            </p:tnLst>
          </p:tmpl>
        </p:tmplLst>
      </p:bldP>
      <p:bldP spid="28" grpId="1" build="p">
        <p:tmplLst>
          <p:tmpl lvl="1">
            <p:tnLst>
              <p:par>
                <p:cTn presetID="10" presetClass="entr" presetSubtype="0" fill="hold" nodeType="withEffect">
                  <p:stCondLst>
                    <p:cond delay="75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28" grpId="2" build="p">
        <p:tmplLst>
          <p:tmpl lvl="1">
            <p:tnLst>
              <p:par>
                <p:cTn presetID="1" presetClass="exit" presetSubtype="0" fill="hold" nodeType="withEffect">
                  <p:stCondLst>
                    <p:cond delay="250"/>
                  </p:stCondLst>
                  <p:childTnLst>
                    <p:set>
                      <p:cBhvr>
                        <p:cTn dur="1" fill="hold">
                          <p:stCondLst>
                            <p:cond delay="0"/>
                          </p:stCondLst>
                        </p:cTn>
                        <p:tgtEl>
                          <p:spTgt spid="28"/>
                        </p:tgtEl>
                        <p:attrNameLst>
                          <p:attrName>style.visibility</p:attrName>
                        </p:attrNameLst>
                      </p:cBhvr>
                      <p:to>
                        <p:strVal val="hidden"/>
                      </p:to>
                    </p:set>
                  </p:childTnLst>
                </p:cTn>
              </p:par>
            </p:tnLst>
          </p:tmpl>
        </p:tmplLst>
      </p:bldP>
      <p:bldP spid="29" grpId="0">
        <p:tmplLst>
          <p:tmpl>
            <p:tnLst>
              <p:par>
                <p:cTn presetID="10" presetClass="entr" presetSubtype="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P spid="30" grpId="0" animBg="1"/>
      <p:bldP spid="37" grpId="0" build="p">
        <p:tmplLst>
          <p:tmpl lvl="1">
            <p:tnLst>
              <p:par>
                <p:cTn presetID="2" presetClass="entr" presetSubtype="2" decel="100000" fill="hold" nodeType="withEffect">
                  <p:stCondLst>
                    <p:cond delay="25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1000" fill="hold"/>
                        <p:tgtEl>
                          <p:spTgt spid="37"/>
                        </p:tgtEl>
                        <p:attrNameLst>
                          <p:attrName>ppt_x</p:attrName>
                        </p:attrNameLst>
                      </p:cBhvr>
                      <p:tavLst>
                        <p:tav tm="0">
                          <p:val>
                            <p:strVal val="1+#ppt_w/2"/>
                          </p:val>
                        </p:tav>
                        <p:tav tm="100000">
                          <p:val>
                            <p:strVal val="#ppt_x"/>
                          </p:val>
                        </p:tav>
                      </p:tavLst>
                    </p:anim>
                    <p:anim calcmode="lin" valueType="num">
                      <p:cBhvr additive="base">
                        <p:cTn dur="1000" fill="hold"/>
                        <p:tgtEl>
                          <p:spTgt spid="37"/>
                        </p:tgtEl>
                        <p:attrNameLst>
                          <p:attrName>ppt_y</p:attrName>
                        </p:attrNameLst>
                      </p:cBhvr>
                      <p:tavLst>
                        <p:tav tm="0">
                          <p:val>
                            <p:strVal val="#ppt_y"/>
                          </p:val>
                        </p:tav>
                        <p:tav tm="100000">
                          <p:val>
                            <p:strVal val="#ppt_y"/>
                          </p:val>
                        </p:tav>
                      </p:tavLst>
                    </p:anim>
                  </p:childTnLst>
                </p:cTn>
              </p:par>
            </p:tnLst>
          </p:tmpl>
        </p:tmplLst>
      </p:bldP>
      <p:bldP spid="37" grpId="1" build="p">
        <p:tmplLst>
          <p:tmpl lvl="1">
            <p:tnLst>
              <p:par>
                <p:cTn presetID="10" presetClass="entr" presetSubtype="0" fill="hold" nodeType="withEffect">
                  <p:stCondLst>
                    <p:cond delay="75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7" grpId="2" build="p">
        <p:tmplLst>
          <p:tmpl lvl="1">
            <p:tnLst>
              <p:par>
                <p:cTn presetID="1" presetClass="exit" presetSubtype="0" fill="hold" nodeType="withEffect">
                  <p:stCondLst>
                    <p:cond delay="250"/>
                  </p:stCondLst>
                  <p:childTnLst>
                    <p:set>
                      <p:cBhvr>
                        <p:cTn dur="1" fill="hold">
                          <p:stCondLst>
                            <p:cond delay="0"/>
                          </p:stCondLst>
                        </p:cTn>
                        <p:tgtEl>
                          <p:spTgt spid="37"/>
                        </p:tgtEl>
                        <p:attrNameLst>
                          <p:attrName>style.visibility</p:attrName>
                        </p:attrNameLst>
                      </p:cBhvr>
                      <p:to>
                        <p:strVal val="hidden"/>
                      </p:to>
                    </p:set>
                  </p:childTnLst>
                </p:cTn>
              </p:par>
            </p:tnLst>
          </p:tmpl>
        </p:tmplLst>
      </p:bldP>
      <p:bldP spid="38" grpId="0">
        <p:tmplLst>
          <p:tmpl>
            <p:tnLst>
              <p:par>
                <p:cTn presetID="10" presetClass="entr" presetSubtype="0" fill="hold" nodeType="after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9" grpId="0"/>
    </p:bld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 Images, Captions and Description">
    <p:spTree>
      <p:nvGrpSpPr>
        <p:cNvPr id="1" name=""/>
        <p:cNvGrpSpPr/>
        <p:nvPr/>
      </p:nvGrpSpPr>
      <p:grpSpPr>
        <a:xfrm>
          <a:off x="0" y="0"/>
          <a:ext cx="0" cy="0"/>
          <a:chOff x="0" y="0"/>
          <a:chExt cx="0" cy="0"/>
        </a:xfrm>
      </p:grpSpPr>
      <p:sp>
        <p:nvSpPr>
          <p:cNvPr id="34" name="正方形/長方形 33"/>
          <p:cNvSpPr/>
          <p:nvPr userDrawn="1"/>
        </p:nvSpPr>
        <p:spPr>
          <a:xfrm>
            <a:off x="-1" y="1469344"/>
            <a:ext cx="18291175" cy="4267199"/>
          </a:xfrm>
          <a:prstGeom prst="rect">
            <a:avLst/>
          </a:prstGeom>
          <a:blipFill dpi="0" rotWithShape="0">
            <a:blip r:embed="rId2"/>
            <a:srcRect/>
            <a:tile tx="0" ty="0" sx="100000" sy="100000" flip="none" algn="tl"/>
          </a:blip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正方形/長方形 32"/>
          <p:cNvSpPr/>
          <p:nvPr userDrawn="1"/>
        </p:nvSpPr>
        <p:spPr>
          <a:xfrm>
            <a:off x="43543" y="0"/>
            <a:ext cx="18247632" cy="4180116"/>
          </a:xfrm>
          <a:prstGeom prst="rect">
            <a:avLst/>
          </a:prstGeom>
          <a:blipFill dpi="0" rotWithShape="0">
            <a:blip r:embed="rId2"/>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43542" y="-43542"/>
            <a:ext cx="9868123" cy="4267200"/>
          </a:xfrm>
          <a:custGeom>
            <a:avLst/>
            <a:gdLst/>
            <a:ahLst/>
            <a:cxnLst/>
            <a:rect l="l" t="t" r="r" b="b"/>
            <a:pathLst>
              <a:path w="9868123" h="4267200">
                <a:moveTo>
                  <a:pt x="0" y="0"/>
                </a:moveTo>
                <a:lnTo>
                  <a:pt x="87084" y="0"/>
                </a:lnTo>
                <a:lnTo>
                  <a:pt x="7794170" y="0"/>
                </a:lnTo>
                <a:lnTo>
                  <a:pt x="7881254" y="0"/>
                </a:lnTo>
                <a:lnTo>
                  <a:pt x="9868123" y="4267200"/>
                </a:lnTo>
                <a:lnTo>
                  <a:pt x="9781039" y="4267200"/>
                </a:lnTo>
                <a:lnTo>
                  <a:pt x="7881254" y="4267200"/>
                </a:lnTo>
                <a:lnTo>
                  <a:pt x="7794170" y="4267200"/>
                </a:lnTo>
                <a:lnTo>
                  <a:pt x="87084" y="4267200"/>
                </a:lnTo>
                <a:lnTo>
                  <a:pt x="0" y="4267200"/>
                </a:lnTo>
                <a:close/>
              </a:path>
            </a:pathLst>
          </a:custGeom>
          <a:blipFill dpi="0" rotWithShape="0">
            <a:blip r:embed="rId3"/>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9"/>
          <p:cNvSpPr/>
          <p:nvPr userDrawn="1"/>
        </p:nvSpPr>
        <p:spPr>
          <a:xfrm rot="10800000">
            <a:off x="8466594" y="1512887"/>
            <a:ext cx="9868123" cy="4267200"/>
          </a:xfrm>
          <a:custGeom>
            <a:avLst/>
            <a:gdLst/>
            <a:ahLst/>
            <a:cxnLst/>
            <a:rect l="l" t="t" r="r" b="b"/>
            <a:pathLst>
              <a:path w="9868123" h="4267200">
                <a:moveTo>
                  <a:pt x="0" y="0"/>
                </a:moveTo>
                <a:lnTo>
                  <a:pt x="87084" y="0"/>
                </a:lnTo>
                <a:lnTo>
                  <a:pt x="7794170" y="0"/>
                </a:lnTo>
                <a:lnTo>
                  <a:pt x="7881254" y="0"/>
                </a:lnTo>
                <a:lnTo>
                  <a:pt x="9868123" y="4267200"/>
                </a:lnTo>
                <a:lnTo>
                  <a:pt x="9781039" y="4267200"/>
                </a:lnTo>
                <a:lnTo>
                  <a:pt x="7881254" y="4267200"/>
                </a:lnTo>
                <a:lnTo>
                  <a:pt x="7794170" y="4267200"/>
                </a:lnTo>
                <a:lnTo>
                  <a:pt x="87084" y="4267200"/>
                </a:lnTo>
                <a:lnTo>
                  <a:pt x="0" y="4267200"/>
                </a:lnTo>
                <a:close/>
              </a:path>
            </a:pathLst>
          </a:custGeom>
          <a:blipFill dpi="0" rotWithShape="0">
            <a:blip r:embed="rId3"/>
            <a:srcRect/>
            <a:tile tx="0" ty="0" sx="100000" sy="100000" flip="none" algn="tl"/>
          </a:blipFill>
          <a:ln>
            <a:noFill/>
          </a:ln>
          <a:effectLst>
            <a:outerShdw blurRad="50800" dist="38100" dir="16200000"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図プレースホルダー 31"/>
          <p:cNvSpPr>
            <a:spLocks noGrp="1"/>
          </p:cNvSpPr>
          <p:nvPr>
            <p:ph type="pic" sz="quarter" idx="16" hasCustomPrompt="1"/>
          </p:nvPr>
        </p:nvSpPr>
        <p:spPr>
          <a:xfrm>
            <a:off x="9071428" y="1690629"/>
            <a:ext cx="9219747" cy="3911713"/>
          </a:xfrm>
          <a:custGeom>
            <a:avLst/>
            <a:gdLst>
              <a:gd name="connsiteX0" fmla="*/ 0 w 9248776"/>
              <a:gd name="connsiteY0" fmla="*/ 0 h 3846514"/>
              <a:gd name="connsiteX1" fmla="*/ 9248776 w 9248776"/>
              <a:gd name="connsiteY1" fmla="*/ 0 h 3846514"/>
              <a:gd name="connsiteX2" fmla="*/ 9248776 w 9248776"/>
              <a:gd name="connsiteY2" fmla="*/ 3846514 h 3846514"/>
              <a:gd name="connsiteX3" fmla="*/ 0 w 9248776"/>
              <a:gd name="connsiteY3" fmla="*/ 3846514 h 3846514"/>
              <a:gd name="connsiteX4" fmla="*/ 0 w 9248776"/>
              <a:gd name="connsiteY4" fmla="*/ 0 h 3846514"/>
              <a:gd name="connsiteX0" fmla="*/ 0 w 9248776"/>
              <a:gd name="connsiteY0" fmla="*/ 0 h 3846514"/>
              <a:gd name="connsiteX1" fmla="*/ 9248776 w 9248776"/>
              <a:gd name="connsiteY1" fmla="*/ 0 h 3846514"/>
              <a:gd name="connsiteX2" fmla="*/ 9248776 w 9248776"/>
              <a:gd name="connsiteY2" fmla="*/ 3846514 h 3846514"/>
              <a:gd name="connsiteX3" fmla="*/ 1799772 w 9248776"/>
              <a:gd name="connsiteY3" fmla="*/ 3817485 h 3846514"/>
              <a:gd name="connsiteX4" fmla="*/ 0 w 9248776"/>
              <a:gd name="connsiteY4" fmla="*/ 0 h 3846514"/>
              <a:gd name="connsiteX0" fmla="*/ 0 w 9219747"/>
              <a:gd name="connsiteY0" fmla="*/ 0 h 3846514"/>
              <a:gd name="connsiteX1" fmla="*/ 9219747 w 9219747"/>
              <a:gd name="connsiteY1" fmla="*/ 0 h 3846514"/>
              <a:gd name="connsiteX2" fmla="*/ 9219747 w 9219747"/>
              <a:gd name="connsiteY2" fmla="*/ 3846514 h 3846514"/>
              <a:gd name="connsiteX3" fmla="*/ 1770743 w 9219747"/>
              <a:gd name="connsiteY3" fmla="*/ 3817485 h 3846514"/>
              <a:gd name="connsiteX4" fmla="*/ 0 w 9219747"/>
              <a:gd name="connsiteY4" fmla="*/ 0 h 3846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19747" h="3846514">
                <a:moveTo>
                  <a:pt x="0" y="0"/>
                </a:moveTo>
                <a:lnTo>
                  <a:pt x="9219747" y="0"/>
                </a:lnTo>
                <a:lnTo>
                  <a:pt x="9219747" y="3846514"/>
                </a:lnTo>
                <a:lnTo>
                  <a:pt x="1770743" y="3817485"/>
                </a:lnTo>
                <a:lnTo>
                  <a:pt x="0" y="0"/>
                </a:lnTo>
                <a:close/>
              </a:path>
            </a:pathLst>
          </a:custGeom>
          <a:effectLst>
            <a:innerShdw blurRad="114300">
              <a:prstClr val="black"/>
            </a:innerShdw>
          </a:effectLst>
        </p:spPr>
        <p:txBody>
          <a:bodyPr>
            <a:normAutofit/>
          </a:bodyPr>
          <a:lstStyle>
            <a:lvl1pPr>
              <a:defRPr sz="2000" baseline="0"/>
            </a:lvl1pPr>
          </a:lstStyle>
          <a:p>
            <a:r>
              <a:rPr kumimoji="1" lang="en-US" altLang="ja-JP" dirty="0"/>
              <a:t>   Add an image</a:t>
            </a:r>
            <a:endParaRPr kumimoji="1" lang="ja-JP" altLang="en-US" dirty="0"/>
          </a:p>
        </p:txBody>
      </p:sp>
      <p:sp>
        <p:nvSpPr>
          <p:cNvPr id="28" name="図プレースホルダー 27"/>
          <p:cNvSpPr>
            <a:spLocks noGrp="1"/>
          </p:cNvSpPr>
          <p:nvPr>
            <p:ph type="pic" sz="quarter" idx="15" hasCustomPrompt="1"/>
          </p:nvPr>
        </p:nvSpPr>
        <p:spPr>
          <a:xfrm>
            <a:off x="-1" y="133802"/>
            <a:ext cx="9274629" cy="3901169"/>
          </a:xfrm>
          <a:custGeom>
            <a:avLst/>
            <a:gdLst>
              <a:gd name="connsiteX0" fmla="*/ 0 w 9274629"/>
              <a:gd name="connsiteY0" fmla="*/ 0 h 4017284"/>
              <a:gd name="connsiteX1" fmla="*/ 9274629 w 9274629"/>
              <a:gd name="connsiteY1" fmla="*/ 0 h 4017284"/>
              <a:gd name="connsiteX2" fmla="*/ 9274629 w 9274629"/>
              <a:gd name="connsiteY2" fmla="*/ 4017284 h 4017284"/>
              <a:gd name="connsiteX3" fmla="*/ 0 w 9274629"/>
              <a:gd name="connsiteY3" fmla="*/ 4017284 h 4017284"/>
              <a:gd name="connsiteX4" fmla="*/ 0 w 9274629"/>
              <a:gd name="connsiteY4" fmla="*/ 0 h 4017284"/>
              <a:gd name="connsiteX0" fmla="*/ 0 w 9274629"/>
              <a:gd name="connsiteY0" fmla="*/ 14514 h 4031798"/>
              <a:gd name="connsiteX1" fmla="*/ 7402286 w 9274629"/>
              <a:gd name="connsiteY1" fmla="*/ 0 h 4031798"/>
              <a:gd name="connsiteX2" fmla="*/ 9274629 w 9274629"/>
              <a:gd name="connsiteY2" fmla="*/ 4031798 h 4031798"/>
              <a:gd name="connsiteX3" fmla="*/ 0 w 9274629"/>
              <a:gd name="connsiteY3" fmla="*/ 4031798 h 4031798"/>
              <a:gd name="connsiteX4" fmla="*/ 0 w 9274629"/>
              <a:gd name="connsiteY4" fmla="*/ 14514 h 4031798"/>
              <a:gd name="connsiteX0" fmla="*/ 0 w 9274629"/>
              <a:gd name="connsiteY0" fmla="*/ 14514 h 4031798"/>
              <a:gd name="connsiteX1" fmla="*/ 7329715 w 9274629"/>
              <a:gd name="connsiteY1" fmla="*/ 0 h 4031798"/>
              <a:gd name="connsiteX2" fmla="*/ 9274629 w 9274629"/>
              <a:gd name="connsiteY2" fmla="*/ 4031798 h 4031798"/>
              <a:gd name="connsiteX3" fmla="*/ 0 w 9274629"/>
              <a:gd name="connsiteY3" fmla="*/ 4031798 h 4031798"/>
              <a:gd name="connsiteX4" fmla="*/ 0 w 9274629"/>
              <a:gd name="connsiteY4" fmla="*/ 14514 h 4031798"/>
              <a:gd name="connsiteX0" fmla="*/ 0 w 9274629"/>
              <a:gd name="connsiteY0" fmla="*/ 14514 h 4046312"/>
              <a:gd name="connsiteX1" fmla="*/ 7329715 w 9274629"/>
              <a:gd name="connsiteY1" fmla="*/ 0 h 4046312"/>
              <a:gd name="connsiteX2" fmla="*/ 9245601 w 9274629"/>
              <a:gd name="connsiteY2" fmla="*/ 4046312 h 4046312"/>
              <a:gd name="connsiteX3" fmla="*/ 9274629 w 9274629"/>
              <a:gd name="connsiteY3" fmla="*/ 4031798 h 4046312"/>
              <a:gd name="connsiteX4" fmla="*/ 0 w 9274629"/>
              <a:gd name="connsiteY4" fmla="*/ 4031798 h 4046312"/>
              <a:gd name="connsiteX5" fmla="*/ 0 w 9274629"/>
              <a:gd name="connsiteY5" fmla="*/ 14514 h 4046312"/>
              <a:gd name="connsiteX0" fmla="*/ 0 w 9274629"/>
              <a:gd name="connsiteY0" fmla="*/ 145143 h 4046312"/>
              <a:gd name="connsiteX1" fmla="*/ 7329715 w 9274629"/>
              <a:gd name="connsiteY1" fmla="*/ 0 h 4046312"/>
              <a:gd name="connsiteX2" fmla="*/ 9245601 w 9274629"/>
              <a:gd name="connsiteY2" fmla="*/ 4046312 h 4046312"/>
              <a:gd name="connsiteX3" fmla="*/ 9274629 w 9274629"/>
              <a:gd name="connsiteY3" fmla="*/ 4031798 h 4046312"/>
              <a:gd name="connsiteX4" fmla="*/ 0 w 9274629"/>
              <a:gd name="connsiteY4" fmla="*/ 4031798 h 4046312"/>
              <a:gd name="connsiteX5" fmla="*/ 0 w 9274629"/>
              <a:gd name="connsiteY5" fmla="*/ 145143 h 4046312"/>
              <a:gd name="connsiteX0" fmla="*/ 0 w 9274629"/>
              <a:gd name="connsiteY0" fmla="*/ 0 h 3901169"/>
              <a:gd name="connsiteX1" fmla="*/ 7402286 w 9274629"/>
              <a:gd name="connsiteY1" fmla="*/ 14515 h 3901169"/>
              <a:gd name="connsiteX2" fmla="*/ 9245601 w 9274629"/>
              <a:gd name="connsiteY2" fmla="*/ 3901169 h 3901169"/>
              <a:gd name="connsiteX3" fmla="*/ 9274629 w 9274629"/>
              <a:gd name="connsiteY3" fmla="*/ 3886655 h 3901169"/>
              <a:gd name="connsiteX4" fmla="*/ 0 w 9274629"/>
              <a:gd name="connsiteY4" fmla="*/ 3886655 h 3901169"/>
              <a:gd name="connsiteX5" fmla="*/ 0 w 9274629"/>
              <a:gd name="connsiteY5" fmla="*/ 0 h 3901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74629" h="3901169">
                <a:moveTo>
                  <a:pt x="0" y="0"/>
                </a:moveTo>
                <a:lnTo>
                  <a:pt x="7402286" y="14515"/>
                </a:lnTo>
                <a:cubicBezTo>
                  <a:pt x="8040915" y="1329419"/>
                  <a:pt x="8606972" y="2586265"/>
                  <a:pt x="9245601" y="3901169"/>
                </a:cubicBezTo>
                <a:lnTo>
                  <a:pt x="9274629" y="3886655"/>
                </a:lnTo>
                <a:lnTo>
                  <a:pt x="0" y="3886655"/>
                </a:lnTo>
                <a:lnTo>
                  <a:pt x="0" y="0"/>
                </a:lnTo>
                <a:close/>
              </a:path>
            </a:pathLst>
          </a:custGeom>
          <a:effectLst>
            <a:innerShdw blurRad="114300">
              <a:prstClr val="black"/>
            </a:innerShdw>
          </a:effectLst>
        </p:spPr>
        <p:txBody>
          <a:bodyPr>
            <a:normAutofit/>
          </a:bodyPr>
          <a:lstStyle>
            <a:lvl1pPr>
              <a:defRPr sz="2000"/>
            </a:lvl1pPr>
          </a:lstStyle>
          <a:p>
            <a:r>
              <a:rPr kumimoji="1" lang="en-US" altLang="ja-JP" dirty="0"/>
              <a:t>Add an image</a:t>
            </a:r>
            <a:endParaRPr kumimoji="1" lang="ja-JP" altLang="en-US" dirty="0"/>
          </a:p>
        </p:txBody>
      </p:sp>
      <p:sp>
        <p:nvSpPr>
          <p:cNvPr id="2" name="タイトル 1"/>
          <p:cNvSpPr>
            <a:spLocks noGrp="1"/>
          </p:cNvSpPr>
          <p:nvPr>
            <p:ph type="title" hasCustomPrompt="1"/>
          </p:nvPr>
        </p:nvSpPr>
        <p:spPr>
          <a:xfrm>
            <a:off x="914558" y="5928275"/>
            <a:ext cx="16462058" cy="1368152"/>
          </a:xfrm>
          <a:prstGeom prst="rect">
            <a:avLst/>
          </a:prstGeom>
        </p:spPr>
        <p:txBody>
          <a:bodyPr/>
          <a:lstStyle>
            <a:lvl1pPr>
              <a:defRPr baseline="0"/>
            </a:lvl1pPr>
          </a:lstStyle>
          <a:p>
            <a:r>
              <a:rPr kumimoji="1" lang="en-US" altLang="ja-JP" dirty="0"/>
              <a:t>SLIDE TITLE GOES HERE</a:t>
            </a:r>
            <a:endParaRPr kumimoji="1" lang="ja-JP" altLang="en-US" dirty="0"/>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sp>
        <p:nvSpPr>
          <p:cNvPr id="6" name="テキスト プレースホルダー 5"/>
          <p:cNvSpPr>
            <a:spLocks noGrp="1"/>
          </p:cNvSpPr>
          <p:nvPr>
            <p:ph type="body" sz="quarter" idx="12" hasCustomPrompt="1"/>
          </p:nvPr>
        </p:nvSpPr>
        <p:spPr>
          <a:xfrm>
            <a:off x="2912002" y="7441806"/>
            <a:ext cx="12467171" cy="1519311"/>
          </a:xfrm>
        </p:spPr>
        <p:txBody>
          <a:bodyPr anchor="t">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7" name="正方形/長方形 6"/>
          <p:cNvSpPr/>
          <p:nvPr userDrawn="1"/>
        </p:nvSpPr>
        <p:spPr>
          <a:xfrm>
            <a:off x="7291382" y="7211033"/>
            <a:ext cx="3708412" cy="84853"/>
          </a:xfrm>
          <a:prstGeom prst="rect">
            <a:avLst/>
          </a:prstGeom>
          <a:blipFill dpi="0" rotWithShape="1">
            <a:blip r:embed="rId4"/>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7"/>
          <p:cNvSpPr>
            <a:spLocks noGrp="1"/>
          </p:cNvSpPr>
          <p:nvPr>
            <p:ph type="body" sz="quarter" idx="13" hasCustomPrompt="1"/>
          </p:nvPr>
        </p:nvSpPr>
        <p:spPr>
          <a:xfrm flipH="1">
            <a:off x="7213598" y="-14514"/>
            <a:ext cx="3844252" cy="5823630"/>
          </a:xfrm>
          <a:prstGeom prst="parallelogram">
            <a:avLst>
              <a:gd name="adj" fmla="val 70848"/>
            </a:avLst>
          </a:prstGeom>
          <a:blipFill dpi="0" rotWithShape="0">
            <a:blip r:embed="rId4"/>
            <a:srcRect/>
            <a:tile tx="0" ty="0" sx="100000" sy="100000" flip="none" algn="tl"/>
          </a:blipFill>
          <a:effectLst>
            <a:outerShdw blurRad="63500" sx="102000" sy="102000" algn="ctr" rotWithShape="0">
              <a:prstClr val="black">
                <a:alpha val="40000"/>
              </a:prstClr>
            </a:outerShdw>
            <a:softEdge rad="31750"/>
          </a:effectLst>
        </p:spPr>
        <p:txBody>
          <a:bodyPr/>
          <a:lstStyle/>
          <a:p>
            <a:pPr lvl="0"/>
            <a:r>
              <a:rPr kumimoji="1" lang="en-US" altLang="ja-JP" dirty="0"/>
              <a:t> </a:t>
            </a:r>
            <a:endParaRPr kumimoji="1" lang="ja-JP" altLang="en-US" dirty="0"/>
          </a:p>
        </p:txBody>
      </p:sp>
      <p:sp>
        <p:nvSpPr>
          <p:cNvPr id="26" name="テキスト プレースホルダー 7"/>
          <p:cNvSpPr>
            <a:spLocks noGrp="1"/>
          </p:cNvSpPr>
          <p:nvPr>
            <p:ph type="body" sz="quarter" idx="14" hasCustomPrompt="1"/>
          </p:nvPr>
        </p:nvSpPr>
        <p:spPr>
          <a:xfrm flipH="1">
            <a:off x="7291382" y="0"/>
            <a:ext cx="3708400" cy="5823630"/>
          </a:xfrm>
          <a:prstGeom prst="parallelogram">
            <a:avLst>
              <a:gd name="adj" fmla="val 72358"/>
            </a:avLst>
          </a:prstGeom>
          <a:gradFill>
            <a:gsLst>
              <a:gs pos="0">
                <a:schemeClr val="bg2">
                  <a:alpha val="0"/>
                </a:schemeClr>
              </a:gs>
              <a:gs pos="77000">
                <a:schemeClr val="bg2">
                  <a:alpha val="36000"/>
                </a:schemeClr>
              </a:gs>
              <a:gs pos="100000">
                <a:schemeClr val="bg2">
                  <a:alpha val="2000"/>
                </a:schemeClr>
              </a:gs>
            </a:gsLst>
            <a:lin ang="5400000" scaled="0"/>
          </a:gradFill>
          <a:effectLst/>
        </p:spPr>
        <p:txBody>
          <a:bodyPr/>
          <a:lstStyle/>
          <a:p>
            <a:pPr lvl="0"/>
            <a:r>
              <a:rPr kumimoji="1" lang="en-US" altLang="ja-JP" dirty="0"/>
              <a:t> </a:t>
            </a:r>
            <a:endParaRPr kumimoji="1" lang="ja-JP" altLang="en-US" dirty="0"/>
          </a:p>
        </p:txBody>
      </p:sp>
      <p:sp>
        <p:nvSpPr>
          <p:cNvPr id="48" name="テキスト プレースホルダー 5"/>
          <p:cNvSpPr>
            <a:spLocks noGrp="1"/>
          </p:cNvSpPr>
          <p:nvPr>
            <p:ph type="body" sz="quarter" idx="17" hasCustomPrompt="1"/>
          </p:nvPr>
        </p:nvSpPr>
        <p:spPr>
          <a:xfrm>
            <a:off x="9088476" y="812876"/>
            <a:ext cx="8647978" cy="536954"/>
          </a:xfrm>
        </p:spPr>
        <p:txBody>
          <a:bodyPr anchor="t">
            <a:normAutofit/>
          </a:bodyPr>
          <a:lstStyle>
            <a:lvl1pPr algn="r">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49" name="テキスト プレースホルダー 5"/>
          <p:cNvSpPr>
            <a:spLocks noGrp="1"/>
          </p:cNvSpPr>
          <p:nvPr>
            <p:ph type="body" sz="quarter" idx="18" hasCustomPrompt="1"/>
          </p:nvPr>
        </p:nvSpPr>
        <p:spPr>
          <a:xfrm>
            <a:off x="9158511" y="305334"/>
            <a:ext cx="8577943" cy="647693"/>
          </a:xfrm>
        </p:spPr>
        <p:txBody>
          <a:bodyPr anchor="ctr">
            <a:noAutofit/>
          </a:bodyPr>
          <a:lstStyle>
            <a:lvl1pPr algn="r">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50" name="テキスト プレースホルダー 5"/>
          <p:cNvSpPr>
            <a:spLocks noGrp="1"/>
          </p:cNvSpPr>
          <p:nvPr>
            <p:ph type="body" sz="quarter" idx="19" hasCustomPrompt="1"/>
          </p:nvPr>
        </p:nvSpPr>
        <p:spPr>
          <a:xfrm>
            <a:off x="566530" y="4956705"/>
            <a:ext cx="8647978" cy="536954"/>
          </a:xfrm>
        </p:spPr>
        <p:txBody>
          <a:bodyPr anchor="t">
            <a:normAutofit/>
          </a:bodyPr>
          <a:lstStyle>
            <a:lvl1pPr algn="l">
              <a:lnSpc>
                <a:spcPct val="130000"/>
              </a:lnSpc>
              <a:defRPr sz="2000" baseline="0">
                <a:solidFill>
                  <a:schemeClr val="tx2"/>
                </a:solidFill>
              </a:defRPr>
            </a:lvl1pPr>
          </a:lstStyle>
          <a:p>
            <a:pPr lvl="0"/>
            <a:r>
              <a:rPr kumimoji="1" lang="en-US" altLang="ja-JP" dirty="0"/>
              <a:t>Text Here</a:t>
            </a:r>
            <a:endParaRPr kumimoji="1" lang="ja-JP" altLang="en-US" dirty="0"/>
          </a:p>
        </p:txBody>
      </p:sp>
      <p:sp>
        <p:nvSpPr>
          <p:cNvPr id="51" name="テキスト プレースホルダー 5"/>
          <p:cNvSpPr>
            <a:spLocks noGrp="1"/>
          </p:cNvSpPr>
          <p:nvPr>
            <p:ph type="body" sz="quarter" idx="20" hasCustomPrompt="1"/>
          </p:nvPr>
        </p:nvSpPr>
        <p:spPr>
          <a:xfrm>
            <a:off x="564049" y="4449163"/>
            <a:ext cx="8603310" cy="647693"/>
          </a:xfrm>
        </p:spPr>
        <p:txBody>
          <a:bodyPr anchor="ctr">
            <a:noAutofit/>
          </a:bodyPr>
          <a:lstStyle>
            <a:lvl1pPr algn="l">
              <a:defRPr sz="3600" i="0" baseline="0">
                <a:solidFill>
                  <a:schemeClr val="accent2">
                    <a:lumMod val="75000"/>
                  </a:schemeClr>
                </a:solidFill>
                <a:effectLst>
                  <a:innerShdw blurRad="63500" dist="50800" dir="18900000">
                    <a:prstClr val="black">
                      <a:alpha val="50000"/>
                    </a:prstClr>
                  </a:innerShdw>
                </a:effectLst>
                <a:latin typeface="+mj-lt"/>
              </a:defRPr>
            </a:lvl1pPr>
          </a:lstStyle>
          <a:p>
            <a:pPr lvl="0"/>
            <a:r>
              <a:rPr kumimoji="1" lang="en-US" altLang="ja-JP" dirty="0"/>
              <a:t>CAPTION GOES Here</a:t>
            </a:r>
            <a:endParaRPr kumimoji="1" lang="ja-JP" altLang="en-US" dirty="0"/>
          </a:p>
        </p:txBody>
      </p:sp>
      <p:sp>
        <p:nvSpPr>
          <p:cNvPr id="54" name="テキスト プレースホルダー 53"/>
          <p:cNvSpPr>
            <a:spLocks noGrp="1"/>
          </p:cNvSpPr>
          <p:nvPr>
            <p:ph type="body" sz="quarter" idx="21" hasCustomPrompt="1"/>
          </p:nvPr>
        </p:nvSpPr>
        <p:spPr>
          <a:xfrm>
            <a:off x="7358744" y="-43542"/>
            <a:ext cx="2728685" cy="5823629"/>
          </a:xfrm>
          <a:blipFill>
            <a:blip r:embed="rId5"/>
            <a:stretch>
              <a:fillRect/>
            </a:stretch>
          </a:blipFill>
        </p:spPr>
        <p:txBody>
          <a:bodyPr/>
          <a:lstStyle/>
          <a:p>
            <a:pPr lvl="0"/>
            <a:r>
              <a:rPr kumimoji="1" lang="en-US" altLang="ja-JP" dirty="0"/>
              <a:t> </a:t>
            </a:r>
            <a:endParaRPr kumimoji="1" lang="ja-JP" altLang="en-US" dirty="0"/>
          </a:p>
        </p:txBody>
      </p:sp>
      <p:sp>
        <p:nvSpPr>
          <p:cNvPr id="55" name="テキスト プレースホルダー 53"/>
          <p:cNvSpPr>
            <a:spLocks noGrp="1"/>
          </p:cNvSpPr>
          <p:nvPr>
            <p:ph type="body" sz="quarter" idx="22" hasCustomPrompt="1"/>
          </p:nvPr>
        </p:nvSpPr>
        <p:spPr>
          <a:xfrm>
            <a:off x="8178788" y="-21768"/>
            <a:ext cx="2728685" cy="5823629"/>
          </a:xfrm>
          <a:blipFill>
            <a:blip r:embed="rId5"/>
            <a:stretch>
              <a:fillRect/>
            </a:stretch>
          </a:blipFill>
        </p:spPr>
        <p:txBody>
          <a:bodyPr/>
          <a:lstStyle/>
          <a:p>
            <a:pPr lvl="0"/>
            <a:r>
              <a:rPr kumimoji="1" lang="en-US" altLang="ja-JP" dirty="0"/>
              <a:t> </a:t>
            </a:r>
            <a:endParaRPr kumimoji="1" lang="ja-JP" altLang="en-US" dirty="0"/>
          </a:p>
        </p:txBody>
      </p:sp>
    </p:spTree>
    <p:extLst>
      <p:ext uri="{BB962C8B-B14F-4D97-AF65-F5344CB8AC3E}">
        <p14:creationId xmlns:p14="http://schemas.microsoft.com/office/powerpoint/2010/main" val="184008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right)">
                                      <p:cBhvr>
                                        <p:cTn id="13" dur="500"/>
                                        <p:tgtEl>
                                          <p:spTgt spid="25"/>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wipe(right)">
                                      <p:cBhvr>
                                        <p:cTn id="16" dur="500"/>
                                        <p:tgtEl>
                                          <p:spTgt spid="32"/>
                                        </p:tgtEl>
                                      </p:cBhvr>
                                    </p:animEffect>
                                  </p:childTnLst>
                                </p:cTn>
                              </p:par>
                              <p:par>
                                <p:cTn id="17" presetID="16" presetClass="entr" presetSubtype="42"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outHorizontal)">
                                      <p:cBhvr>
                                        <p:cTn id="19" dur="500"/>
                                        <p:tgtEl>
                                          <p:spTgt spid="8"/>
                                        </p:tgtEl>
                                      </p:cBhvr>
                                    </p:animEffect>
                                  </p:childTnLst>
                                </p:cTn>
                              </p:par>
                              <p:par>
                                <p:cTn id="20" presetID="16" presetClass="entr" presetSubtype="42"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barn(outHorizontal)">
                                      <p:cBhvr>
                                        <p:cTn id="22" dur="500"/>
                                        <p:tgtEl>
                                          <p:spTgt spid="26"/>
                                        </p:tgtEl>
                                      </p:cBhvr>
                                    </p:animEffect>
                                  </p:childTnLst>
                                </p:cTn>
                              </p:par>
                            </p:childTnLst>
                          </p:cTn>
                        </p:par>
                        <p:par>
                          <p:cTn id="23" fill="hold">
                            <p:stCondLst>
                              <p:cond delay="500"/>
                            </p:stCondLst>
                            <p:childTnLst>
                              <p:par>
                                <p:cTn id="24" presetID="22" presetClass="entr" presetSubtype="1" fill="hold" grpId="0" nodeType="after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wipe(up)">
                                      <p:cBhvr>
                                        <p:cTn id="26" dur="500"/>
                                        <p:tgtEl>
                                          <p:spTgt spid="55"/>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wipe(down)">
                                      <p:cBhvr>
                                        <p:cTn id="29" dur="500"/>
                                        <p:tgtEl>
                                          <p:spTgt spid="54"/>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wipe(left)">
                                      <p:cBhvr>
                                        <p:cTn id="33" dur="500"/>
                                        <p:tgtEl>
                                          <p:spTgt spid="34"/>
                                        </p:tgtEl>
                                      </p:cBhvr>
                                    </p:animEffect>
                                  </p:childTnLst>
                                </p:cTn>
                              </p:par>
                              <p:par>
                                <p:cTn id="34" presetID="2" presetClass="entr" presetSubtype="8" decel="100000" fill="hold" grpId="0" nodeType="withEffect">
                                  <p:stCondLst>
                                    <p:cond delay="0"/>
                                  </p:stCondLst>
                                  <p:childTnLst>
                                    <p:set>
                                      <p:cBhvr>
                                        <p:cTn id="35" dur="1" fill="hold">
                                          <p:stCondLst>
                                            <p:cond delay="0"/>
                                          </p:stCondLst>
                                        </p:cTn>
                                        <p:tgtEl>
                                          <p:spTgt spid="51">
                                            <p:txEl>
                                              <p:pRg st="0" end="0"/>
                                            </p:txEl>
                                          </p:spTgt>
                                        </p:tgtEl>
                                        <p:attrNameLst>
                                          <p:attrName>style.visibility</p:attrName>
                                        </p:attrNameLst>
                                      </p:cBhvr>
                                      <p:to>
                                        <p:strVal val="visible"/>
                                      </p:to>
                                    </p:set>
                                    <p:anim calcmode="lin" valueType="num">
                                      <p:cBhvr additive="base">
                                        <p:cTn id="36" dur="500" fill="hold"/>
                                        <p:tgtEl>
                                          <p:spTgt spid="51">
                                            <p:txEl>
                                              <p:pRg st="0" end="0"/>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51">
                                            <p:txEl>
                                              <p:pRg st="0" end="0"/>
                                            </p:txEl>
                                          </p:spTgt>
                                        </p:tgtEl>
                                        <p:attrNameLst>
                                          <p:attrName>ppt_y</p:attrName>
                                        </p:attrNameLst>
                                      </p:cBhvr>
                                      <p:tavLst>
                                        <p:tav tm="0">
                                          <p:val>
                                            <p:strVal val="#ppt_y"/>
                                          </p:val>
                                        </p:tav>
                                        <p:tav tm="100000">
                                          <p:val>
                                            <p:strVal val="#ppt_y"/>
                                          </p:val>
                                        </p:tav>
                                      </p:tavLst>
                                    </p:anim>
                                  </p:childTnLst>
                                </p:cTn>
                              </p:par>
                              <p:par>
                                <p:cTn id="38" presetID="2" presetClass="entr" presetSubtype="8" decel="100000" fill="hold" grpId="0" nodeType="withEffect">
                                  <p:stCondLst>
                                    <p:cond delay="0"/>
                                  </p:stCondLst>
                                  <p:childTnLst>
                                    <p:set>
                                      <p:cBhvr>
                                        <p:cTn id="39" dur="1" fill="hold">
                                          <p:stCondLst>
                                            <p:cond delay="0"/>
                                          </p:stCondLst>
                                        </p:cTn>
                                        <p:tgtEl>
                                          <p:spTgt spid="50">
                                            <p:txEl>
                                              <p:pRg st="0" end="0"/>
                                            </p:txEl>
                                          </p:spTgt>
                                        </p:tgtEl>
                                        <p:attrNameLst>
                                          <p:attrName>style.visibility</p:attrName>
                                        </p:attrNameLst>
                                      </p:cBhvr>
                                      <p:to>
                                        <p:strVal val="visible"/>
                                      </p:to>
                                    </p:set>
                                    <p:anim calcmode="lin" valueType="num">
                                      <p:cBhvr additive="base">
                                        <p:cTn id="40" dur="500" fill="hold"/>
                                        <p:tgtEl>
                                          <p:spTgt spid="50">
                                            <p:txEl>
                                              <p:pRg st="0" end="0"/>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50">
                                            <p:txEl>
                                              <p:pRg st="0" end="0"/>
                                            </p:txEl>
                                          </p:spTgt>
                                        </p:tgtEl>
                                        <p:attrNameLst>
                                          <p:attrName>ppt_y</p:attrName>
                                        </p:attrNameLst>
                                      </p:cBhvr>
                                      <p:tavLst>
                                        <p:tav tm="0">
                                          <p:val>
                                            <p:strVal val="#ppt_y"/>
                                          </p:val>
                                        </p:tav>
                                        <p:tav tm="100000">
                                          <p:val>
                                            <p:strVal val="#ppt_y"/>
                                          </p:val>
                                        </p:tav>
                                      </p:tavLst>
                                    </p:anim>
                                  </p:childTnLst>
                                </p:cTn>
                              </p:par>
                              <p:par>
                                <p:cTn id="42" presetID="22" presetClass="entr" presetSubtype="2"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wipe(right)">
                                      <p:cBhvr>
                                        <p:cTn id="44" dur="500"/>
                                        <p:tgtEl>
                                          <p:spTgt spid="33"/>
                                        </p:tgtEl>
                                      </p:cBhvr>
                                    </p:animEffect>
                                  </p:childTnLst>
                                </p:cTn>
                              </p:par>
                              <p:par>
                                <p:cTn id="45" presetID="2" presetClass="entr" presetSubtype="2" decel="100000" fill="hold" grpId="0" nodeType="withEffect">
                                  <p:stCondLst>
                                    <p:cond delay="0"/>
                                  </p:stCondLst>
                                  <p:childTnLst>
                                    <p:set>
                                      <p:cBhvr>
                                        <p:cTn id="46" dur="1" fill="hold">
                                          <p:stCondLst>
                                            <p:cond delay="0"/>
                                          </p:stCondLst>
                                        </p:cTn>
                                        <p:tgtEl>
                                          <p:spTgt spid="49">
                                            <p:txEl>
                                              <p:pRg st="0" end="0"/>
                                            </p:txEl>
                                          </p:spTgt>
                                        </p:tgtEl>
                                        <p:attrNameLst>
                                          <p:attrName>style.visibility</p:attrName>
                                        </p:attrNameLst>
                                      </p:cBhvr>
                                      <p:to>
                                        <p:strVal val="visible"/>
                                      </p:to>
                                    </p:set>
                                    <p:anim calcmode="lin" valueType="num">
                                      <p:cBhvr additive="base">
                                        <p:cTn id="47" dur="500" fill="hold"/>
                                        <p:tgtEl>
                                          <p:spTgt spid="49">
                                            <p:txEl>
                                              <p:pRg st="0" end="0"/>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49">
                                            <p:txEl>
                                              <p:pRg st="0" end="0"/>
                                            </p:txEl>
                                          </p:spTgt>
                                        </p:tgtEl>
                                        <p:attrNameLst>
                                          <p:attrName>ppt_y</p:attrName>
                                        </p:attrNameLst>
                                      </p:cBhvr>
                                      <p:tavLst>
                                        <p:tav tm="0">
                                          <p:val>
                                            <p:strVal val="#ppt_y"/>
                                          </p:val>
                                        </p:tav>
                                        <p:tav tm="100000">
                                          <p:val>
                                            <p:strVal val="#ppt_y"/>
                                          </p:val>
                                        </p:tav>
                                      </p:tavLst>
                                    </p:anim>
                                  </p:childTnLst>
                                </p:cTn>
                              </p:par>
                              <p:par>
                                <p:cTn id="49" presetID="2" presetClass="entr" presetSubtype="2" decel="100000" fill="hold" grpId="0" nodeType="withEffect">
                                  <p:stCondLst>
                                    <p:cond delay="0"/>
                                  </p:stCondLst>
                                  <p:childTnLst>
                                    <p:set>
                                      <p:cBhvr>
                                        <p:cTn id="50" dur="1" fill="hold">
                                          <p:stCondLst>
                                            <p:cond delay="0"/>
                                          </p:stCondLst>
                                        </p:cTn>
                                        <p:tgtEl>
                                          <p:spTgt spid="48">
                                            <p:txEl>
                                              <p:pRg st="0" end="0"/>
                                            </p:txEl>
                                          </p:spTgt>
                                        </p:tgtEl>
                                        <p:attrNameLst>
                                          <p:attrName>style.visibility</p:attrName>
                                        </p:attrNameLst>
                                      </p:cBhvr>
                                      <p:to>
                                        <p:strVal val="visible"/>
                                      </p:to>
                                    </p:set>
                                    <p:anim calcmode="lin" valueType="num">
                                      <p:cBhvr additive="base">
                                        <p:cTn id="51" dur="500" fill="hold"/>
                                        <p:tgtEl>
                                          <p:spTgt spid="48">
                                            <p:txEl>
                                              <p:pRg st="0" end="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48">
                                            <p:txEl>
                                              <p:pRg st="0" end="0"/>
                                            </p:txEl>
                                          </p:spTgt>
                                        </p:tgtEl>
                                        <p:attrNameLst>
                                          <p:attrName>ppt_y</p:attrName>
                                        </p:attrNameLst>
                                      </p:cBhvr>
                                      <p:tavLst>
                                        <p:tav tm="0">
                                          <p:val>
                                            <p:strVal val="#ppt_y"/>
                                          </p:val>
                                        </p:tav>
                                        <p:tav tm="100000">
                                          <p:val>
                                            <p:strVal val="#ppt_y"/>
                                          </p:val>
                                        </p:tav>
                                      </p:tavLst>
                                    </p:anim>
                                  </p:childTnLst>
                                </p:cTn>
                              </p:par>
                            </p:childTnLst>
                          </p:cTn>
                        </p:par>
                        <p:par>
                          <p:cTn id="53" fill="hold">
                            <p:stCondLst>
                              <p:cond delay="1500"/>
                            </p:stCondLst>
                            <p:childTnLst>
                              <p:par>
                                <p:cTn id="54" presetID="2" presetClass="entr" presetSubtype="2" decel="100000" fill="hold" grpId="0" nodeType="afterEffect">
                                  <p:stCondLst>
                                    <p:cond delay="0"/>
                                  </p:stCondLst>
                                  <p:childTnLst>
                                    <p:set>
                                      <p:cBhvr>
                                        <p:cTn id="55" dur="1" fill="hold">
                                          <p:stCondLst>
                                            <p:cond delay="0"/>
                                          </p:stCondLst>
                                        </p:cTn>
                                        <p:tgtEl>
                                          <p:spTgt spid="2"/>
                                        </p:tgtEl>
                                        <p:attrNameLst>
                                          <p:attrName>style.visibility</p:attrName>
                                        </p:attrNameLst>
                                      </p:cBhvr>
                                      <p:to>
                                        <p:strVal val="visible"/>
                                      </p:to>
                                    </p:set>
                                    <p:anim calcmode="lin" valueType="num">
                                      <p:cBhvr additive="base">
                                        <p:cTn id="56" dur="1000" fill="hold"/>
                                        <p:tgtEl>
                                          <p:spTgt spid="2"/>
                                        </p:tgtEl>
                                        <p:attrNameLst>
                                          <p:attrName>ppt_x</p:attrName>
                                        </p:attrNameLst>
                                      </p:cBhvr>
                                      <p:tavLst>
                                        <p:tav tm="0">
                                          <p:val>
                                            <p:strVal val="1+#ppt_w/2"/>
                                          </p:val>
                                        </p:tav>
                                        <p:tav tm="100000">
                                          <p:val>
                                            <p:strVal val="#ppt_x"/>
                                          </p:val>
                                        </p:tav>
                                      </p:tavLst>
                                    </p:anim>
                                    <p:anim calcmode="lin" valueType="num">
                                      <p:cBhvr additive="base">
                                        <p:cTn id="57" dur="1000" fill="hold"/>
                                        <p:tgtEl>
                                          <p:spTgt spid="2"/>
                                        </p:tgtEl>
                                        <p:attrNameLst>
                                          <p:attrName>ppt_y</p:attrName>
                                        </p:attrNameLst>
                                      </p:cBhvr>
                                      <p:tavLst>
                                        <p:tav tm="0">
                                          <p:val>
                                            <p:strVal val="#ppt_y"/>
                                          </p:val>
                                        </p:tav>
                                        <p:tav tm="100000">
                                          <p:val>
                                            <p:strVal val="#ppt_y"/>
                                          </p:val>
                                        </p:tav>
                                      </p:tavLst>
                                    </p:anim>
                                  </p:childTnLst>
                                </p:cTn>
                              </p:par>
                              <p:par>
                                <p:cTn id="58" presetID="10" presetClass="entr" presetSubtype="0" fill="hold" grpId="1" nodeType="withEffect">
                                  <p:stCondLst>
                                    <p:cond delay="500"/>
                                  </p:stCondLst>
                                  <p:childTnLst>
                                    <p:set>
                                      <p:cBhvr>
                                        <p:cTn id="59" dur="1" fill="hold">
                                          <p:stCondLst>
                                            <p:cond delay="0"/>
                                          </p:stCondLst>
                                        </p:cTn>
                                        <p:tgtEl>
                                          <p:spTgt spid="2"/>
                                        </p:tgtEl>
                                        <p:attrNameLst>
                                          <p:attrName>style.visibility</p:attrName>
                                        </p:attrNameLst>
                                      </p:cBhvr>
                                      <p:to>
                                        <p:strVal val="visible"/>
                                      </p:to>
                                    </p:set>
                                    <p:animEffect transition="in" filter="fade">
                                      <p:cBhvr>
                                        <p:cTn id="60" dur="500"/>
                                        <p:tgtEl>
                                          <p:spTgt spid="2"/>
                                        </p:tgtEl>
                                      </p:cBhvr>
                                    </p:animEffect>
                                  </p:childTnLst>
                                </p:cTn>
                              </p:par>
                              <p:par>
                                <p:cTn id="61" presetID="1" presetClass="exit" presetSubtype="0" fill="hold" grpId="2" nodeType="withEffect">
                                  <p:stCondLst>
                                    <p:cond delay="0"/>
                                  </p:stCondLst>
                                  <p:childTnLst>
                                    <p:set>
                                      <p:cBhvr>
                                        <p:cTn id="62" dur="1" fill="hold">
                                          <p:stCondLst>
                                            <p:cond delay="0"/>
                                          </p:stCondLst>
                                        </p:cTn>
                                        <p:tgtEl>
                                          <p:spTgt spid="2"/>
                                        </p:tgtEl>
                                        <p:attrNameLst>
                                          <p:attrName>style.visibility</p:attrName>
                                        </p:attrNameLst>
                                      </p:cBhvr>
                                      <p:to>
                                        <p:strVal val="hidden"/>
                                      </p:to>
                                    </p:set>
                                  </p:childTnLst>
                                </p:cTn>
                              </p:par>
                            </p:childTnLst>
                          </p:cTn>
                        </p:par>
                        <p:par>
                          <p:cTn id="63" fill="hold">
                            <p:stCondLst>
                              <p:cond delay="2500"/>
                            </p:stCondLst>
                            <p:childTnLst>
                              <p:par>
                                <p:cTn id="64" presetID="2" presetClass="entr" presetSubtype="4" decel="100000" fill="hold" grpId="0" nodeType="afterEffect">
                                  <p:stCondLst>
                                    <p:cond delay="0"/>
                                  </p:stCondLst>
                                  <p:childTnLst>
                                    <p:set>
                                      <p:cBhvr>
                                        <p:cTn id="65" dur="1" fill="hold">
                                          <p:stCondLst>
                                            <p:cond delay="0"/>
                                          </p:stCondLst>
                                        </p:cTn>
                                        <p:tgtEl>
                                          <p:spTgt spid="7"/>
                                        </p:tgtEl>
                                        <p:attrNameLst>
                                          <p:attrName>style.visibility</p:attrName>
                                        </p:attrNameLst>
                                      </p:cBhvr>
                                      <p:to>
                                        <p:strVal val="visible"/>
                                      </p:to>
                                    </p:set>
                                    <p:anim calcmode="lin" valueType="num">
                                      <p:cBhvr additive="base">
                                        <p:cTn id="66" dur="500" fill="hold"/>
                                        <p:tgtEl>
                                          <p:spTgt spid="7"/>
                                        </p:tgtEl>
                                        <p:attrNameLst>
                                          <p:attrName>ppt_x</p:attrName>
                                        </p:attrNameLst>
                                      </p:cBhvr>
                                      <p:tavLst>
                                        <p:tav tm="0">
                                          <p:val>
                                            <p:strVal val="#ppt_x"/>
                                          </p:val>
                                        </p:tav>
                                        <p:tav tm="100000">
                                          <p:val>
                                            <p:strVal val="#ppt_x"/>
                                          </p:val>
                                        </p:tav>
                                      </p:tavLst>
                                    </p:anim>
                                    <p:anim calcmode="lin" valueType="num">
                                      <p:cBhvr additive="base">
                                        <p:cTn id="67" dur="500" fill="hold"/>
                                        <p:tgtEl>
                                          <p:spTgt spid="7"/>
                                        </p:tgtEl>
                                        <p:attrNameLst>
                                          <p:attrName>ppt_y</p:attrName>
                                        </p:attrNameLst>
                                      </p:cBhvr>
                                      <p:tavLst>
                                        <p:tav tm="0">
                                          <p:val>
                                            <p:strVal val="1+#ppt_h/2"/>
                                          </p:val>
                                        </p:tav>
                                        <p:tav tm="100000">
                                          <p:val>
                                            <p:strVal val="#ppt_y"/>
                                          </p:val>
                                        </p:tav>
                                      </p:tavLst>
                                    </p:anim>
                                  </p:childTnLst>
                                </p:cTn>
                              </p:par>
                              <p:par>
                                <p:cTn id="68" presetID="2" presetClass="entr" presetSubtype="4" decel="100000" fill="hold" grpId="0" nodeType="withEffect">
                                  <p:stCondLst>
                                    <p:cond delay="100"/>
                                  </p:stCondLst>
                                  <p:childTnLst>
                                    <p:set>
                                      <p:cBhvr>
                                        <p:cTn id="69" dur="1" fill="hold">
                                          <p:stCondLst>
                                            <p:cond delay="0"/>
                                          </p:stCondLst>
                                        </p:cTn>
                                        <p:tgtEl>
                                          <p:spTgt spid="6">
                                            <p:txEl>
                                              <p:pRg st="0" end="0"/>
                                            </p:txEl>
                                          </p:spTgt>
                                        </p:tgtEl>
                                        <p:attrNameLst>
                                          <p:attrName>style.visibility</p:attrName>
                                        </p:attrNameLst>
                                      </p:cBhvr>
                                      <p:to>
                                        <p:strVal val="visible"/>
                                      </p:to>
                                    </p:set>
                                    <p:anim calcmode="lin" valueType="num">
                                      <p:cBhvr additive="base">
                                        <p:cTn id="70"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3" grpId="0" animBg="1"/>
      <p:bldP spid="10" grpId="0" animBg="1"/>
      <p:bldP spid="25" grpId="0" animBg="1"/>
      <p:bldP spid="32" grpId="0"/>
      <p:bldP spid="28" grpId="0"/>
      <p:bldP spid="2" grpId="0"/>
      <p:bldP spid="2" grpId="1"/>
      <p:bldP spid="2" grpId="2"/>
      <p:bldP spid="6" grpId="0" build="p">
        <p:tmplLst>
          <p:tmpl lvl="1">
            <p:tnLst>
              <p:par>
                <p:cTn presetID="2" presetClass="entr" presetSubtype="4" decel="100000" fill="hold" nodeType="withEffect">
                  <p:stCondLst>
                    <p:cond delay="100"/>
                  </p:stCondLst>
                  <p:childTnLst>
                    <p:set>
                      <p:cBhvr>
                        <p:cTn dur="1" fill="hold">
                          <p:stCondLst>
                            <p:cond delay="0"/>
                          </p:stCondLst>
                        </p:cTn>
                        <p:tgtEl>
                          <p:spTgt spid="6"/>
                        </p:tgtEl>
                        <p:attrNameLst>
                          <p:attrName>style.visibility</p:attrName>
                        </p:attrNameLst>
                      </p:cBhvr>
                      <p:to>
                        <p:strVal val="visible"/>
                      </p:to>
                    </p:set>
                    <p:anim calcmode="lin" valueType="num">
                      <p:cBhvr additive="base">
                        <p:cTn dur="500" fill="hold"/>
                        <p:tgtEl>
                          <p:spTgt spid="6"/>
                        </p:tgtEl>
                        <p:attrNameLst>
                          <p:attrName>ppt_x</p:attrName>
                        </p:attrNameLst>
                      </p:cBhvr>
                      <p:tavLst>
                        <p:tav tm="0">
                          <p:val>
                            <p:strVal val="#ppt_x"/>
                          </p:val>
                        </p:tav>
                        <p:tav tm="100000">
                          <p:val>
                            <p:strVal val="#ppt_x"/>
                          </p:val>
                        </p:tav>
                      </p:tavLst>
                    </p:anim>
                    <p:anim calcmode="lin" valueType="num">
                      <p:cBhvr additive="base">
                        <p:cTn dur="500" fill="hold"/>
                        <p:tgtEl>
                          <p:spTgt spid="6"/>
                        </p:tgtEl>
                        <p:attrNameLst>
                          <p:attrName>ppt_y</p:attrName>
                        </p:attrNameLst>
                      </p:cBhvr>
                      <p:tavLst>
                        <p:tav tm="0">
                          <p:val>
                            <p:strVal val="1+#ppt_h/2"/>
                          </p:val>
                        </p:tav>
                        <p:tav tm="100000">
                          <p:val>
                            <p:strVal val="#ppt_y"/>
                          </p:val>
                        </p:tav>
                      </p:tavLst>
                    </p:anim>
                  </p:childTnLst>
                </p:cTn>
              </p:par>
            </p:tnLst>
          </p:tmpl>
        </p:tmplLst>
      </p:bldP>
      <p:bldP spid="7" grpId="0" animBg="1"/>
      <p:bldP spid="8" grpId="0" animBg="1">
        <p:tmplLst>
          <p:tmpl>
            <p:tnLst>
              <p:par>
                <p:cTn presetID="16" presetClass="entr" presetSubtype="42"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barn(outHorizontal)">
                      <p:cBhvr>
                        <p:cTn dur="500"/>
                        <p:tgtEl>
                          <p:spTgt spid="8"/>
                        </p:tgtEl>
                      </p:cBhvr>
                    </p:animEffect>
                  </p:childTnLst>
                </p:cTn>
              </p:par>
            </p:tnLst>
          </p:tmpl>
        </p:tmplLst>
      </p:bldP>
      <p:bldP spid="26" grpId="0" animBg="1">
        <p:tmplLst>
          <p:tmpl>
            <p:tnLst>
              <p:par>
                <p:cTn presetID="16" presetClass="entr" presetSubtype="42"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barn(outHorizontal)">
                      <p:cBhvr>
                        <p:cTn dur="500"/>
                        <p:tgtEl>
                          <p:spTgt spid="26"/>
                        </p:tgtEl>
                      </p:cBhvr>
                    </p:animEffect>
                  </p:childTnLst>
                </p:cTn>
              </p:par>
            </p:tnLst>
          </p:tmpl>
        </p:tmplLst>
      </p:bldP>
      <p:bldP spid="48" grpId="0" build="p">
        <p:tmplLst>
          <p:tmpl lvl="1">
            <p:tnLst>
              <p:par>
                <p:cTn presetID="2" presetClass="entr" presetSubtype="2" decel="10000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1+#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49" grpId="0" build="p">
        <p:tmplLst>
          <p:tmpl lvl="1">
            <p:tnLst>
              <p:par>
                <p:cTn presetID="2" presetClass="entr" presetSubtype="2" decel="100000" fill="hold" nodeType="withEffect">
                  <p:stCondLst>
                    <p:cond delay="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1+#ppt_w/2"/>
                          </p:val>
                        </p:tav>
                        <p:tav tm="100000">
                          <p:val>
                            <p:strVal val="#ppt_x"/>
                          </p:val>
                        </p:tav>
                      </p:tavLst>
                    </p:anim>
                    <p:anim calcmode="lin" valueType="num">
                      <p:cBhvr additive="base">
                        <p:cTn dur="500" fill="hold"/>
                        <p:tgtEl>
                          <p:spTgt spid="49"/>
                        </p:tgtEl>
                        <p:attrNameLst>
                          <p:attrName>ppt_y</p:attrName>
                        </p:attrNameLst>
                      </p:cBhvr>
                      <p:tavLst>
                        <p:tav tm="0">
                          <p:val>
                            <p:strVal val="#ppt_y"/>
                          </p:val>
                        </p:tav>
                        <p:tav tm="100000">
                          <p:val>
                            <p:strVal val="#ppt_y"/>
                          </p:val>
                        </p:tav>
                      </p:tavLst>
                    </p:anim>
                  </p:childTnLst>
                </p:cTn>
              </p:par>
            </p:tnLst>
          </p:tmpl>
        </p:tmplLst>
      </p:bldP>
      <p:bldP spid="50" grpId="0" build="p">
        <p:tmplLst>
          <p:tmpl lvl="1">
            <p:tnLst>
              <p:par>
                <p:cTn presetID="2" presetClass="entr" presetSubtype="8" decel="100000" fill="hold" nodeType="withEffect">
                  <p:stCondLst>
                    <p:cond delay="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0-#ppt_w/2"/>
                          </p:val>
                        </p:tav>
                        <p:tav tm="100000">
                          <p:val>
                            <p:strVal val="#ppt_x"/>
                          </p:val>
                        </p:tav>
                      </p:tavLst>
                    </p:anim>
                    <p:anim calcmode="lin" valueType="num">
                      <p:cBhvr additive="base">
                        <p:cTn dur="500" fill="hold"/>
                        <p:tgtEl>
                          <p:spTgt spid="50"/>
                        </p:tgtEl>
                        <p:attrNameLst>
                          <p:attrName>ppt_y</p:attrName>
                        </p:attrNameLst>
                      </p:cBhvr>
                      <p:tavLst>
                        <p:tav tm="0">
                          <p:val>
                            <p:strVal val="#ppt_y"/>
                          </p:val>
                        </p:tav>
                        <p:tav tm="100000">
                          <p:val>
                            <p:strVal val="#ppt_y"/>
                          </p:val>
                        </p:tav>
                      </p:tavLst>
                    </p:anim>
                  </p:childTnLst>
                </p:cTn>
              </p:par>
            </p:tnLst>
          </p:tmpl>
        </p:tmplLst>
      </p:bldP>
      <p:bldP spid="51" grpId="0" build="p">
        <p:tmplLst>
          <p:tmpl lvl="1">
            <p:tnLst>
              <p:par>
                <p:cTn presetID="2" presetClass="entr" presetSubtype="8" decel="100000" fill="hold" nodeType="withEffect">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0-#ppt_w/2"/>
                          </p:val>
                        </p:tav>
                        <p:tav tm="100000">
                          <p:val>
                            <p:strVal val="#ppt_x"/>
                          </p:val>
                        </p:tav>
                      </p:tavLst>
                    </p:anim>
                    <p:anim calcmode="lin" valueType="num">
                      <p:cBhvr additive="base">
                        <p:cTn dur="500" fill="hold"/>
                        <p:tgtEl>
                          <p:spTgt spid="51"/>
                        </p:tgtEl>
                        <p:attrNameLst>
                          <p:attrName>ppt_y</p:attrName>
                        </p:attrNameLst>
                      </p:cBhvr>
                      <p:tavLst>
                        <p:tav tm="0">
                          <p:val>
                            <p:strVal val="#ppt_y"/>
                          </p:val>
                        </p:tav>
                        <p:tav tm="100000">
                          <p:val>
                            <p:strVal val="#ppt_y"/>
                          </p:val>
                        </p:tav>
                      </p:tavLst>
                    </p:anim>
                  </p:childTnLst>
                </p:cTn>
              </p:par>
            </p:tnLst>
          </p:tmpl>
        </p:tmplLst>
      </p:bldP>
      <p:bldP spid="54" grpId="0" animBg="1">
        <p:tmplLst>
          <p:tmpl>
            <p:tnLst>
              <p:par>
                <p:cTn presetID="22" presetClass="entr" presetSubtype="4" fill="hold" nodeType="withEffect">
                  <p:stCondLst>
                    <p:cond delay="0"/>
                  </p:stCondLst>
                  <p:childTnLst>
                    <p:set>
                      <p:cBhvr>
                        <p:cTn dur="1" fill="hold">
                          <p:stCondLst>
                            <p:cond delay="0"/>
                          </p:stCondLst>
                        </p:cTn>
                        <p:tgtEl>
                          <p:spTgt spid="54"/>
                        </p:tgtEl>
                        <p:attrNameLst>
                          <p:attrName>style.visibility</p:attrName>
                        </p:attrNameLst>
                      </p:cBhvr>
                      <p:to>
                        <p:strVal val="visible"/>
                      </p:to>
                    </p:set>
                    <p:animEffect transition="in" filter="wipe(down)">
                      <p:cBhvr>
                        <p:cTn dur="500"/>
                        <p:tgtEl>
                          <p:spTgt spid="54"/>
                        </p:tgtEl>
                      </p:cBhvr>
                    </p:animEffect>
                  </p:childTnLst>
                </p:cTn>
              </p:par>
            </p:tnLst>
          </p:tmpl>
        </p:tmplLst>
      </p:bldP>
      <p:bldP spid="55" grpId="0" animBg="1">
        <p:tmplLst>
          <p:tmpl>
            <p:tnLst>
              <p:par>
                <p:cTn presetID="22" presetClass="entr" presetSubtype="1" fill="hold" nodeType="after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wipe(up)">
                      <p:cBhvr>
                        <p:cTn dur="500"/>
                        <p:tgtEl>
                          <p:spTgt spid="55"/>
                        </p:tgtEl>
                      </p:cBhvr>
                    </p:animEffect>
                  </p:childTnLst>
                </p:cTn>
              </p:par>
            </p:tnLst>
          </p:tmpl>
        </p:tmplLst>
      </p:bldP>
    </p:bld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 Pillars">
    <p:spTree>
      <p:nvGrpSpPr>
        <p:cNvPr id="1" name=""/>
        <p:cNvGrpSpPr/>
        <p:nvPr/>
      </p:nvGrpSpPr>
      <p:grpSpPr>
        <a:xfrm>
          <a:off x="0" y="0"/>
          <a:ext cx="0" cy="0"/>
          <a:chOff x="0" y="0"/>
          <a:chExt cx="0" cy="0"/>
        </a:xfrm>
      </p:grpSpPr>
      <p:sp>
        <p:nvSpPr>
          <p:cNvPr id="89" name="二等辺三角形 10"/>
          <p:cNvSpPr/>
          <p:nvPr userDrawn="1"/>
        </p:nvSpPr>
        <p:spPr>
          <a:xfrm rot="10800000" flipH="1">
            <a:off x="12313789" y="548319"/>
            <a:ext cx="4864880" cy="8072892"/>
          </a:xfrm>
          <a:custGeom>
            <a:avLst/>
            <a:gdLst/>
            <a:ahLst/>
            <a:cxnLst/>
            <a:rect l="l" t="t" r="r" b="b"/>
            <a:pathLst>
              <a:path w="4864880" h="8072892">
                <a:moveTo>
                  <a:pt x="0" y="8072892"/>
                </a:moveTo>
                <a:lnTo>
                  <a:pt x="4864880" y="8072892"/>
                </a:lnTo>
                <a:lnTo>
                  <a:pt x="4864880" y="2604246"/>
                </a:lnTo>
                <a:lnTo>
                  <a:pt x="4864880" y="2598840"/>
                </a:lnTo>
                <a:lnTo>
                  <a:pt x="4859831" y="2598840"/>
                </a:lnTo>
                <a:lnTo>
                  <a:pt x="2432440" y="0"/>
                </a:lnTo>
                <a:lnTo>
                  <a:pt x="5049" y="2598840"/>
                </a:lnTo>
                <a:lnTo>
                  <a:pt x="0" y="2598840"/>
                </a:lnTo>
                <a:lnTo>
                  <a:pt x="0" y="2604246"/>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正方形/長方形 89"/>
          <p:cNvSpPr/>
          <p:nvPr userDrawn="1"/>
        </p:nvSpPr>
        <p:spPr>
          <a:xfrm rot="16200000">
            <a:off x="11936028" y="897304"/>
            <a:ext cx="5610680" cy="4874607"/>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1" name="直線コネクタ 90"/>
          <p:cNvCxnSpPr/>
          <p:nvPr userDrawn="1"/>
        </p:nvCxnSpPr>
        <p:spPr>
          <a:xfrm>
            <a:off x="12516250" y="605469"/>
            <a:ext cx="0" cy="532613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2" name="直線コネクタ 91"/>
          <p:cNvCxnSpPr/>
          <p:nvPr userDrawn="1"/>
        </p:nvCxnSpPr>
        <p:spPr>
          <a:xfrm>
            <a:off x="16972573" y="605469"/>
            <a:ext cx="1" cy="5323728"/>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3" name="直線コネクタ 92"/>
          <p:cNvCxnSpPr/>
          <p:nvPr userDrawn="1"/>
        </p:nvCxnSpPr>
        <p:spPr>
          <a:xfrm>
            <a:off x="12530764" y="5960629"/>
            <a:ext cx="2200950" cy="2302538"/>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4" name="直線コネクタ 93"/>
          <p:cNvCxnSpPr/>
          <p:nvPr userDrawn="1"/>
        </p:nvCxnSpPr>
        <p:spPr>
          <a:xfrm flipH="1">
            <a:off x="14775256" y="5943711"/>
            <a:ext cx="2168282" cy="2354965"/>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95" name="図プレースホルダー 28"/>
          <p:cNvSpPr>
            <a:spLocks noGrp="1"/>
          </p:cNvSpPr>
          <p:nvPr>
            <p:ph type="pic" sz="quarter" idx="27" hasCustomPrompt="1"/>
          </p:nvPr>
        </p:nvSpPr>
        <p:spPr>
          <a:xfrm>
            <a:off x="14320371" y="3509584"/>
            <a:ext cx="851715" cy="851715"/>
          </a:xfrm>
          <a:prstGeom prst="rect">
            <a:avLst/>
          </a:prstGeom>
          <a:effectLst>
            <a:innerShdw blurRad="63500" dist="254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96" name="テキスト プレースホルダー 5"/>
          <p:cNvSpPr>
            <a:spLocks noGrp="1"/>
          </p:cNvSpPr>
          <p:nvPr>
            <p:ph type="body" sz="quarter" idx="28" hasCustomPrompt="1"/>
          </p:nvPr>
        </p:nvSpPr>
        <p:spPr>
          <a:xfrm>
            <a:off x="12626863" y="4476028"/>
            <a:ext cx="4238731" cy="647693"/>
          </a:xfrm>
        </p:spPr>
        <p:txBody>
          <a:bodyPr anchor="ctr">
            <a:noAutofit/>
          </a:bodyPr>
          <a:lstStyle>
            <a:lvl1pPr algn="ctr">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97" name="テキスト プレースホルダー 5"/>
          <p:cNvSpPr>
            <a:spLocks noGrp="1"/>
          </p:cNvSpPr>
          <p:nvPr>
            <p:ph type="body" sz="quarter" idx="29" hasCustomPrompt="1"/>
          </p:nvPr>
        </p:nvSpPr>
        <p:spPr>
          <a:xfrm>
            <a:off x="12683077" y="5123721"/>
            <a:ext cx="4126303" cy="1523822"/>
          </a:xfrm>
        </p:spPr>
        <p:txBody>
          <a:bodyPr anchor="t">
            <a:normAutofit/>
          </a:bodyPr>
          <a:lstStyle>
            <a:lvl1pPr algn="ctr">
              <a:lnSpc>
                <a:spcPct val="130000"/>
              </a:lnSpc>
              <a:spcBef>
                <a:spcPts val="0"/>
              </a:spcBef>
              <a:defRPr sz="2000" baseline="0">
                <a:solidFill>
                  <a:schemeClr val="bg1"/>
                </a:solidFill>
              </a:defRPr>
            </a:lvl1pPr>
          </a:lstStyle>
          <a:p>
            <a:pPr lvl="0"/>
            <a:r>
              <a:rPr kumimoji="1" lang="en-US" altLang="ja-JP" dirty="0"/>
              <a:t>Text Here</a:t>
            </a:r>
            <a:endParaRPr kumimoji="1" lang="ja-JP" altLang="en-US" dirty="0"/>
          </a:p>
        </p:txBody>
      </p:sp>
      <p:sp>
        <p:nvSpPr>
          <p:cNvPr id="80" name="二等辺三角形 10"/>
          <p:cNvSpPr/>
          <p:nvPr userDrawn="1"/>
        </p:nvSpPr>
        <p:spPr>
          <a:xfrm rot="10800000" flipH="1">
            <a:off x="6718531" y="548317"/>
            <a:ext cx="4864880" cy="8072892"/>
          </a:xfrm>
          <a:custGeom>
            <a:avLst/>
            <a:gdLst/>
            <a:ahLst/>
            <a:cxnLst/>
            <a:rect l="l" t="t" r="r" b="b"/>
            <a:pathLst>
              <a:path w="4864880" h="8072892">
                <a:moveTo>
                  <a:pt x="0" y="8072892"/>
                </a:moveTo>
                <a:lnTo>
                  <a:pt x="4864880" y="8072892"/>
                </a:lnTo>
                <a:lnTo>
                  <a:pt x="4864880" y="2604246"/>
                </a:lnTo>
                <a:lnTo>
                  <a:pt x="4864880" y="2598840"/>
                </a:lnTo>
                <a:lnTo>
                  <a:pt x="4859831" y="2598840"/>
                </a:lnTo>
                <a:lnTo>
                  <a:pt x="2432440" y="0"/>
                </a:lnTo>
                <a:lnTo>
                  <a:pt x="5049" y="2598840"/>
                </a:lnTo>
                <a:lnTo>
                  <a:pt x="0" y="2598840"/>
                </a:lnTo>
                <a:lnTo>
                  <a:pt x="0" y="2604246"/>
                </a:lnTo>
                <a:close/>
              </a:path>
            </a:pathLst>
          </a:custGeom>
          <a:blipFill dpi="0" rotWithShape="0">
            <a:blip r:embed="rId3"/>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正方形/長方形 80"/>
          <p:cNvSpPr/>
          <p:nvPr userDrawn="1"/>
        </p:nvSpPr>
        <p:spPr>
          <a:xfrm rot="16200000">
            <a:off x="6340770" y="897302"/>
            <a:ext cx="5610680" cy="4874607"/>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2" name="直線コネクタ 81"/>
          <p:cNvCxnSpPr/>
          <p:nvPr userDrawn="1"/>
        </p:nvCxnSpPr>
        <p:spPr>
          <a:xfrm>
            <a:off x="6920992" y="605467"/>
            <a:ext cx="0" cy="532613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3" name="直線コネクタ 82"/>
          <p:cNvCxnSpPr/>
          <p:nvPr userDrawn="1"/>
        </p:nvCxnSpPr>
        <p:spPr>
          <a:xfrm>
            <a:off x="11377315" y="605467"/>
            <a:ext cx="1" cy="5323728"/>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4" name="直線コネクタ 83"/>
          <p:cNvCxnSpPr/>
          <p:nvPr userDrawn="1"/>
        </p:nvCxnSpPr>
        <p:spPr>
          <a:xfrm>
            <a:off x="6935506" y="5960627"/>
            <a:ext cx="2200950" cy="2302538"/>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5" name="直線コネクタ 84"/>
          <p:cNvCxnSpPr/>
          <p:nvPr userDrawn="1"/>
        </p:nvCxnSpPr>
        <p:spPr>
          <a:xfrm flipH="1">
            <a:off x="9179998" y="5943709"/>
            <a:ext cx="2168282" cy="2354965"/>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86" name="図プレースホルダー 28"/>
          <p:cNvSpPr>
            <a:spLocks noGrp="1"/>
          </p:cNvSpPr>
          <p:nvPr>
            <p:ph type="pic" sz="quarter" idx="24" hasCustomPrompt="1"/>
          </p:nvPr>
        </p:nvSpPr>
        <p:spPr>
          <a:xfrm>
            <a:off x="8725113" y="3509582"/>
            <a:ext cx="851715" cy="851715"/>
          </a:xfrm>
          <a:prstGeom prst="rect">
            <a:avLst/>
          </a:prstGeom>
          <a:effectLst>
            <a:innerShdw blurRad="63500" dist="254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87" name="テキスト プレースホルダー 5"/>
          <p:cNvSpPr>
            <a:spLocks noGrp="1"/>
          </p:cNvSpPr>
          <p:nvPr>
            <p:ph type="body" sz="quarter" idx="25" hasCustomPrompt="1"/>
          </p:nvPr>
        </p:nvSpPr>
        <p:spPr>
          <a:xfrm>
            <a:off x="7031605" y="4476026"/>
            <a:ext cx="4238731" cy="647693"/>
          </a:xfrm>
        </p:spPr>
        <p:txBody>
          <a:bodyPr anchor="ctr">
            <a:noAutofit/>
          </a:bodyPr>
          <a:lstStyle>
            <a:lvl1pPr algn="ctr">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88" name="テキスト プレースホルダー 5"/>
          <p:cNvSpPr>
            <a:spLocks noGrp="1"/>
          </p:cNvSpPr>
          <p:nvPr>
            <p:ph type="body" sz="quarter" idx="26" hasCustomPrompt="1"/>
          </p:nvPr>
        </p:nvSpPr>
        <p:spPr>
          <a:xfrm>
            <a:off x="7087819" y="5123719"/>
            <a:ext cx="4126303" cy="1523822"/>
          </a:xfrm>
        </p:spPr>
        <p:txBody>
          <a:bodyPr anchor="t">
            <a:normAutofit/>
          </a:bodyPr>
          <a:lstStyle>
            <a:lvl1pPr algn="ctr">
              <a:lnSpc>
                <a:spcPct val="130000"/>
              </a:lnSpc>
              <a:spcBef>
                <a:spcPts val="0"/>
              </a:spcBef>
              <a:defRPr sz="2000" baseline="0">
                <a:solidFill>
                  <a:schemeClr val="bg1"/>
                </a:solidFill>
              </a:defRPr>
            </a:lvl1pPr>
          </a:lstStyle>
          <a:p>
            <a:pPr lvl="0"/>
            <a:r>
              <a:rPr kumimoji="1" lang="en-US" altLang="ja-JP" dirty="0"/>
              <a:t>Text Here</a:t>
            </a:r>
            <a:endParaRPr kumimoji="1" lang="ja-JP" altLang="en-US" dirty="0"/>
          </a:p>
        </p:txBody>
      </p:sp>
      <p:sp>
        <p:nvSpPr>
          <p:cNvPr id="7" name="二等辺三角形 10"/>
          <p:cNvSpPr/>
          <p:nvPr userDrawn="1"/>
        </p:nvSpPr>
        <p:spPr>
          <a:xfrm rot="10800000" flipH="1">
            <a:off x="1141964" y="566511"/>
            <a:ext cx="4864880" cy="8072892"/>
          </a:xfrm>
          <a:custGeom>
            <a:avLst/>
            <a:gdLst/>
            <a:ahLst/>
            <a:cxnLst/>
            <a:rect l="l" t="t" r="r" b="b"/>
            <a:pathLst>
              <a:path w="4864880" h="8072892">
                <a:moveTo>
                  <a:pt x="0" y="8072892"/>
                </a:moveTo>
                <a:lnTo>
                  <a:pt x="4864880" y="8072892"/>
                </a:lnTo>
                <a:lnTo>
                  <a:pt x="4864880" y="2604246"/>
                </a:lnTo>
                <a:lnTo>
                  <a:pt x="4864880" y="2598840"/>
                </a:lnTo>
                <a:lnTo>
                  <a:pt x="4859831" y="2598840"/>
                </a:lnTo>
                <a:lnTo>
                  <a:pt x="2432440" y="0"/>
                </a:lnTo>
                <a:lnTo>
                  <a:pt x="5049" y="2598840"/>
                </a:lnTo>
                <a:lnTo>
                  <a:pt x="0" y="2598840"/>
                </a:lnTo>
                <a:lnTo>
                  <a:pt x="0" y="2604246"/>
                </a:lnTo>
                <a:close/>
              </a:path>
            </a:pathLst>
          </a:custGeom>
          <a:blipFill dpi="0" rotWithShape="0">
            <a:blip r:embed="rId2"/>
            <a:srcRect/>
            <a:tile tx="0" ty="0" sx="100000" sy="100000" flip="none" algn="tl"/>
          </a:blip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p:cNvSpPr/>
          <p:nvPr userDrawn="1"/>
        </p:nvSpPr>
        <p:spPr>
          <a:xfrm rot="16200000">
            <a:off x="764203" y="915496"/>
            <a:ext cx="5610680" cy="4874607"/>
          </a:xfrm>
          <a:prstGeom prst="rect">
            <a:avLst/>
          </a:prstGeom>
          <a:gradFill>
            <a:gsLst>
              <a:gs pos="0">
                <a:schemeClr val="bg2">
                  <a:alpha val="0"/>
                </a:schemeClr>
              </a:gs>
              <a:gs pos="50000">
                <a:schemeClr val="bg2">
                  <a:alpha val="15000"/>
                </a:schemeClr>
              </a:gs>
              <a:gs pos="100000">
                <a:schemeClr val="bg2">
                  <a:alpha val="39000"/>
                </a:schemeClr>
              </a:gs>
            </a:gsLst>
            <a:lin ang="0" scaled="0"/>
          </a:gra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0"/>
          </p:nvPr>
        </p:nvSpPr>
        <p:spPr/>
        <p:txBody>
          <a:bodyPr/>
          <a:lstStyle/>
          <a:p>
            <a:r>
              <a:rPr lang="en-US" altLang="ja-JP"/>
              <a:t>The Power of PowerPoint - thepopp.com</a:t>
            </a:r>
            <a:endParaRPr lang="ja-JP" altLang="en-US" dirty="0"/>
          </a:p>
        </p:txBody>
      </p:sp>
      <p:cxnSp>
        <p:nvCxnSpPr>
          <p:cNvPr id="8" name="直線コネクタ 7"/>
          <p:cNvCxnSpPr/>
          <p:nvPr/>
        </p:nvCxnSpPr>
        <p:spPr>
          <a:xfrm>
            <a:off x="1344425" y="623661"/>
            <a:ext cx="0" cy="5326132"/>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5800748" y="623661"/>
            <a:ext cx="1" cy="5323728"/>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a:off x="1358939" y="5978821"/>
            <a:ext cx="2200950" cy="2302538"/>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flipH="1">
            <a:off x="3603431" y="5961903"/>
            <a:ext cx="2168282" cy="2354965"/>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正方形/長方形 3"/>
          <p:cNvSpPr/>
          <p:nvPr userDrawn="1"/>
        </p:nvSpPr>
        <p:spPr>
          <a:xfrm>
            <a:off x="-29029" y="-29029"/>
            <a:ext cx="18360000" cy="3304429"/>
          </a:xfrm>
          <a:prstGeom prst="rect">
            <a:avLst/>
          </a:prstGeom>
          <a:blipFill dpi="0" rotWithShape="0">
            <a:blip r:embed="rId4"/>
            <a:srcRect/>
            <a:tile tx="0" ty="0" sx="100000" sy="100000" flip="none" algn="tl"/>
          </a:blipFill>
          <a:ln>
            <a:noFill/>
          </a:ln>
          <a:effectLst>
            <a:outerShdw blurRad="50800" dist="381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49" name="直線コネクタ 48"/>
          <p:cNvCxnSpPr/>
          <p:nvPr userDrawn="1"/>
        </p:nvCxnSpPr>
        <p:spPr>
          <a:xfrm>
            <a:off x="-45209" y="3105015"/>
            <a:ext cx="18336384" cy="1"/>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51" name="グループ化 50"/>
          <p:cNvGrpSpPr/>
          <p:nvPr userDrawn="1"/>
        </p:nvGrpSpPr>
        <p:grpSpPr>
          <a:xfrm>
            <a:off x="16778435" y="339170"/>
            <a:ext cx="1150664" cy="1150664"/>
            <a:chOff x="7418859" y="2569953"/>
            <a:chExt cx="934639" cy="934639"/>
          </a:xfrm>
        </p:grpSpPr>
        <p:sp>
          <p:nvSpPr>
            <p:cNvPr id="52" name="涙形 51"/>
            <p:cNvSpPr/>
            <p:nvPr/>
          </p:nvSpPr>
          <p:spPr>
            <a:xfrm>
              <a:off x="7418859" y="2569953"/>
              <a:ext cx="934639" cy="934639"/>
            </a:xfrm>
            <a:prstGeom prst="teardrop">
              <a:avLst/>
            </a:prstGeom>
            <a:blipFill>
              <a:blip r:embed="rId2"/>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涙形 52"/>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4"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
        <p:nvSpPr>
          <p:cNvPr id="56" name="テキスト プレースホルダー 5"/>
          <p:cNvSpPr>
            <a:spLocks noGrp="1"/>
          </p:cNvSpPr>
          <p:nvPr>
            <p:ph type="body" sz="quarter" idx="12" hasCustomPrompt="1"/>
          </p:nvPr>
        </p:nvSpPr>
        <p:spPr>
          <a:xfrm>
            <a:off x="2912002" y="1713698"/>
            <a:ext cx="12467171" cy="1276245"/>
          </a:xfrm>
        </p:spPr>
        <p:txBody>
          <a:bodyPr anchor="ctr">
            <a:normAutofit/>
          </a:bodyPr>
          <a:lstStyle>
            <a:lvl1pPr algn="ctr">
              <a:lnSpc>
                <a:spcPct val="130000"/>
              </a:lnSpc>
              <a:spcBef>
                <a:spcPts val="0"/>
              </a:spcBef>
              <a:defRPr sz="2000" baseline="0">
                <a:solidFill>
                  <a:schemeClr val="tx2"/>
                </a:solidFill>
              </a:defRPr>
            </a:lvl1pPr>
          </a:lstStyle>
          <a:p>
            <a:pPr lvl="0"/>
            <a:r>
              <a:rPr kumimoji="1" lang="en-US" altLang="ja-JP" dirty="0"/>
              <a:t>Text Here</a:t>
            </a:r>
            <a:endParaRPr kumimoji="1" lang="ja-JP" altLang="en-US" dirty="0"/>
          </a:p>
        </p:txBody>
      </p:sp>
      <p:sp>
        <p:nvSpPr>
          <p:cNvPr id="57" name="正方形/長方形 56"/>
          <p:cNvSpPr/>
          <p:nvPr userDrawn="1"/>
        </p:nvSpPr>
        <p:spPr>
          <a:xfrm>
            <a:off x="7291382" y="1519200"/>
            <a:ext cx="3708412" cy="84853"/>
          </a:xfrm>
          <a:prstGeom prst="rect">
            <a:avLst/>
          </a:prstGeom>
          <a:blipFill dpi="0" rotWithShape="1">
            <a:blip r:embed="rId2"/>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タイトル 1"/>
          <p:cNvSpPr>
            <a:spLocks noGrp="1"/>
          </p:cNvSpPr>
          <p:nvPr>
            <p:ph type="title" hasCustomPrompt="1"/>
          </p:nvPr>
        </p:nvSpPr>
        <p:spPr>
          <a:xfrm>
            <a:off x="914558" y="253186"/>
            <a:ext cx="16462058" cy="1368152"/>
          </a:xfrm>
          <a:prstGeom prst="rect">
            <a:avLst/>
          </a:prstGeom>
        </p:spPr>
        <p:txBody>
          <a:bodyPr anchor="b"/>
          <a:lstStyle>
            <a:lvl1pPr>
              <a:defRPr baseline="0"/>
            </a:lvl1pPr>
          </a:lstStyle>
          <a:p>
            <a:r>
              <a:rPr kumimoji="1" lang="en-US" altLang="ja-JP" dirty="0"/>
              <a:t>SLIDE TITLE GOES HERE</a:t>
            </a:r>
            <a:endParaRPr kumimoji="1" lang="ja-JP" altLang="en-US" dirty="0"/>
          </a:p>
        </p:txBody>
      </p:sp>
      <p:sp>
        <p:nvSpPr>
          <p:cNvPr id="59" name="図プレースホルダー 28"/>
          <p:cNvSpPr>
            <a:spLocks noGrp="1"/>
          </p:cNvSpPr>
          <p:nvPr>
            <p:ph type="pic" sz="quarter" idx="22" hasCustomPrompt="1"/>
          </p:nvPr>
        </p:nvSpPr>
        <p:spPr>
          <a:xfrm>
            <a:off x="3148546" y="3527776"/>
            <a:ext cx="851715" cy="851715"/>
          </a:xfrm>
          <a:prstGeom prst="rect">
            <a:avLst/>
          </a:prstGeom>
          <a:effectLst>
            <a:innerShdw blurRad="63500" dist="25400" dir="18900000">
              <a:prstClr val="black">
                <a:alpha val="50000"/>
              </a:prstClr>
            </a:innerShdw>
          </a:effectLst>
        </p:spPr>
        <p:txBody>
          <a:bodyPr/>
          <a:lstStyle>
            <a:lvl1pPr>
              <a:defRPr/>
            </a:lvl1pPr>
          </a:lstStyle>
          <a:p>
            <a:r>
              <a:rPr kumimoji="1" lang="en-US" altLang="ja-JP" dirty="0"/>
              <a:t> </a:t>
            </a:r>
            <a:endParaRPr kumimoji="1" lang="ja-JP" altLang="en-US" dirty="0"/>
          </a:p>
        </p:txBody>
      </p:sp>
      <p:sp>
        <p:nvSpPr>
          <p:cNvPr id="60" name="テキスト プレースホルダー 5"/>
          <p:cNvSpPr>
            <a:spLocks noGrp="1"/>
          </p:cNvSpPr>
          <p:nvPr>
            <p:ph type="body" sz="quarter" idx="15" hasCustomPrompt="1"/>
          </p:nvPr>
        </p:nvSpPr>
        <p:spPr>
          <a:xfrm>
            <a:off x="1455038" y="4494220"/>
            <a:ext cx="4238731" cy="647693"/>
          </a:xfrm>
        </p:spPr>
        <p:txBody>
          <a:bodyPr anchor="ctr">
            <a:noAutofit/>
          </a:bodyPr>
          <a:lstStyle>
            <a:lvl1pPr algn="ctr">
              <a:defRPr sz="3600" i="0" baseline="0">
                <a:solidFill>
                  <a:schemeClr val="bg1"/>
                </a:solidFill>
                <a:effectLst>
                  <a:innerShdw blurRad="63500" dist="50800" dir="18900000">
                    <a:prstClr val="black">
                      <a:alpha val="50000"/>
                    </a:prstClr>
                  </a:innerShdw>
                </a:effectLst>
                <a:latin typeface="+mj-lt"/>
              </a:defRPr>
            </a:lvl1pPr>
          </a:lstStyle>
          <a:p>
            <a:pPr lvl="0"/>
            <a:r>
              <a:rPr kumimoji="1" lang="en-US" altLang="ja-JP" dirty="0"/>
              <a:t>HEADING GOES HERE</a:t>
            </a:r>
            <a:endParaRPr kumimoji="1" lang="ja-JP" altLang="en-US" dirty="0"/>
          </a:p>
        </p:txBody>
      </p:sp>
      <p:sp>
        <p:nvSpPr>
          <p:cNvPr id="61" name="テキスト プレースホルダー 5"/>
          <p:cNvSpPr>
            <a:spLocks noGrp="1"/>
          </p:cNvSpPr>
          <p:nvPr>
            <p:ph type="body" sz="quarter" idx="23" hasCustomPrompt="1"/>
          </p:nvPr>
        </p:nvSpPr>
        <p:spPr>
          <a:xfrm>
            <a:off x="1511252" y="5141913"/>
            <a:ext cx="4126303" cy="1523822"/>
          </a:xfrm>
        </p:spPr>
        <p:txBody>
          <a:bodyPr anchor="t">
            <a:normAutofit/>
          </a:bodyPr>
          <a:lstStyle>
            <a:lvl1pPr algn="ctr">
              <a:lnSpc>
                <a:spcPct val="130000"/>
              </a:lnSpc>
              <a:spcBef>
                <a:spcPts val="0"/>
              </a:spcBef>
              <a:defRPr sz="2000" baseline="0">
                <a:solidFill>
                  <a:schemeClr val="bg1"/>
                </a:solidFill>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226052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2" fill="hold" nodeType="after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right)">
                                      <p:cBhvr>
                                        <p:cTn id="12" dur="500"/>
                                        <p:tgtEl>
                                          <p:spTgt spid="49"/>
                                        </p:tgtEl>
                                      </p:cBhvr>
                                    </p:animEffect>
                                  </p:childTnLst>
                                </p:cTn>
                              </p:par>
                              <p:par>
                                <p:cTn id="13" presetID="2" presetClass="entr" presetSubtype="2" decel="100000" fill="hold" grpId="0" nodeType="withEffect">
                                  <p:stCondLst>
                                    <p:cond delay="0"/>
                                  </p:stCondLst>
                                  <p:childTnLst>
                                    <p:set>
                                      <p:cBhvr>
                                        <p:cTn id="14" dur="1" fill="hold">
                                          <p:stCondLst>
                                            <p:cond delay="0"/>
                                          </p:stCondLst>
                                        </p:cTn>
                                        <p:tgtEl>
                                          <p:spTgt spid="58"/>
                                        </p:tgtEl>
                                        <p:attrNameLst>
                                          <p:attrName>style.visibility</p:attrName>
                                        </p:attrNameLst>
                                      </p:cBhvr>
                                      <p:to>
                                        <p:strVal val="visible"/>
                                      </p:to>
                                    </p:set>
                                    <p:anim calcmode="lin" valueType="num">
                                      <p:cBhvr additive="base">
                                        <p:cTn id="15" dur="1000" fill="hold"/>
                                        <p:tgtEl>
                                          <p:spTgt spid="58"/>
                                        </p:tgtEl>
                                        <p:attrNameLst>
                                          <p:attrName>ppt_x</p:attrName>
                                        </p:attrNameLst>
                                      </p:cBhvr>
                                      <p:tavLst>
                                        <p:tav tm="0">
                                          <p:val>
                                            <p:strVal val="1+#ppt_w/2"/>
                                          </p:val>
                                        </p:tav>
                                        <p:tav tm="100000">
                                          <p:val>
                                            <p:strVal val="#ppt_x"/>
                                          </p:val>
                                        </p:tav>
                                      </p:tavLst>
                                    </p:anim>
                                    <p:anim calcmode="lin" valueType="num">
                                      <p:cBhvr additive="base">
                                        <p:cTn id="16" dur="1000" fill="hold"/>
                                        <p:tgtEl>
                                          <p:spTgt spid="58"/>
                                        </p:tgtEl>
                                        <p:attrNameLst>
                                          <p:attrName>ppt_y</p:attrName>
                                        </p:attrNameLst>
                                      </p:cBhvr>
                                      <p:tavLst>
                                        <p:tav tm="0">
                                          <p:val>
                                            <p:strVal val="#ppt_y"/>
                                          </p:val>
                                        </p:tav>
                                        <p:tav tm="100000">
                                          <p:val>
                                            <p:strVal val="#ppt_y"/>
                                          </p:val>
                                        </p:tav>
                                      </p:tavLst>
                                    </p:anim>
                                  </p:childTnLst>
                                </p:cTn>
                              </p:par>
                              <p:par>
                                <p:cTn id="17" presetID="1" presetClass="exit" presetSubtype="0" fill="hold" grpId="2" nodeType="withEffect">
                                  <p:stCondLst>
                                    <p:cond delay="0"/>
                                  </p:stCondLst>
                                  <p:childTnLst>
                                    <p:set>
                                      <p:cBhvr>
                                        <p:cTn id="18" dur="1" fill="hold">
                                          <p:stCondLst>
                                            <p:cond delay="0"/>
                                          </p:stCondLst>
                                        </p:cTn>
                                        <p:tgtEl>
                                          <p:spTgt spid="58"/>
                                        </p:tgtEl>
                                        <p:attrNameLst>
                                          <p:attrName>style.visibility</p:attrName>
                                        </p:attrNameLst>
                                      </p:cBhvr>
                                      <p:to>
                                        <p:strVal val="hidden"/>
                                      </p:to>
                                    </p:set>
                                  </p:childTnLst>
                                </p:cTn>
                              </p:par>
                              <p:par>
                                <p:cTn id="19" presetID="10" presetClass="entr" presetSubtype="0" fill="hold" grpId="1" nodeType="withEffect">
                                  <p:stCondLst>
                                    <p:cond delay="500"/>
                                  </p:stCondLst>
                                  <p:childTnLst>
                                    <p:set>
                                      <p:cBhvr>
                                        <p:cTn id="20" dur="1" fill="hold">
                                          <p:stCondLst>
                                            <p:cond delay="0"/>
                                          </p:stCondLst>
                                        </p:cTn>
                                        <p:tgtEl>
                                          <p:spTgt spid="58"/>
                                        </p:tgtEl>
                                        <p:attrNameLst>
                                          <p:attrName>style.visibility</p:attrName>
                                        </p:attrNameLst>
                                      </p:cBhvr>
                                      <p:to>
                                        <p:strVal val="visible"/>
                                      </p:to>
                                    </p:set>
                                    <p:animEffect transition="in" filter="fade">
                                      <p:cBhvr>
                                        <p:cTn id="21" dur="500"/>
                                        <p:tgtEl>
                                          <p:spTgt spid="58"/>
                                        </p:tgtEl>
                                      </p:cBhvr>
                                    </p:animEffect>
                                  </p:childTnLst>
                                </p:cTn>
                              </p:par>
                              <p:par>
                                <p:cTn id="22" presetID="2" presetClass="entr" presetSubtype="4" decel="100000" fill="hold" grpId="0" nodeType="withEffect">
                                  <p:stCondLst>
                                    <p:cond delay="500"/>
                                  </p:stCondLst>
                                  <p:childTnLst>
                                    <p:set>
                                      <p:cBhvr>
                                        <p:cTn id="23" dur="1" fill="hold">
                                          <p:stCondLst>
                                            <p:cond delay="0"/>
                                          </p:stCondLst>
                                        </p:cTn>
                                        <p:tgtEl>
                                          <p:spTgt spid="57"/>
                                        </p:tgtEl>
                                        <p:attrNameLst>
                                          <p:attrName>style.visibility</p:attrName>
                                        </p:attrNameLst>
                                      </p:cBhvr>
                                      <p:to>
                                        <p:strVal val="visible"/>
                                      </p:to>
                                    </p:set>
                                    <p:anim calcmode="lin" valueType="num">
                                      <p:cBhvr additive="base">
                                        <p:cTn id="24" dur="500" fill="hold"/>
                                        <p:tgtEl>
                                          <p:spTgt spid="57"/>
                                        </p:tgtEl>
                                        <p:attrNameLst>
                                          <p:attrName>ppt_x</p:attrName>
                                        </p:attrNameLst>
                                      </p:cBhvr>
                                      <p:tavLst>
                                        <p:tav tm="0">
                                          <p:val>
                                            <p:strVal val="#ppt_x"/>
                                          </p:val>
                                        </p:tav>
                                        <p:tav tm="100000">
                                          <p:val>
                                            <p:strVal val="#ppt_x"/>
                                          </p:val>
                                        </p:tav>
                                      </p:tavLst>
                                    </p:anim>
                                    <p:anim calcmode="lin" valueType="num">
                                      <p:cBhvr additive="base">
                                        <p:cTn id="25" dur="500" fill="hold"/>
                                        <p:tgtEl>
                                          <p:spTgt spid="57"/>
                                        </p:tgtEl>
                                        <p:attrNameLst>
                                          <p:attrName>ppt_y</p:attrName>
                                        </p:attrNameLst>
                                      </p:cBhvr>
                                      <p:tavLst>
                                        <p:tav tm="0">
                                          <p:val>
                                            <p:strVal val="1+#ppt_h/2"/>
                                          </p:val>
                                        </p:tav>
                                        <p:tav tm="100000">
                                          <p:val>
                                            <p:strVal val="#ppt_y"/>
                                          </p:val>
                                        </p:tav>
                                      </p:tavLst>
                                    </p:anim>
                                  </p:childTnLst>
                                </p:cTn>
                              </p:par>
                            </p:childTnLst>
                          </p:cTn>
                        </p:par>
                        <p:par>
                          <p:cTn id="26" fill="hold">
                            <p:stCondLst>
                              <p:cond delay="1500"/>
                            </p:stCondLst>
                            <p:childTnLst>
                              <p:par>
                                <p:cTn id="27" presetID="2" presetClass="entr" presetSubtype="1" decel="100000" fill="hold" nodeType="afterEffect">
                                  <p:stCondLst>
                                    <p:cond delay="0"/>
                                  </p:stCondLst>
                                  <p:childTnLst>
                                    <p:set>
                                      <p:cBhvr>
                                        <p:cTn id="28" dur="1" fill="hold">
                                          <p:stCondLst>
                                            <p:cond delay="0"/>
                                          </p:stCondLst>
                                        </p:cTn>
                                        <p:tgtEl>
                                          <p:spTgt spid="51"/>
                                        </p:tgtEl>
                                        <p:attrNameLst>
                                          <p:attrName>style.visibility</p:attrName>
                                        </p:attrNameLst>
                                      </p:cBhvr>
                                      <p:to>
                                        <p:strVal val="visible"/>
                                      </p:to>
                                    </p:set>
                                    <p:anim calcmode="lin" valueType="num">
                                      <p:cBhvr additive="base">
                                        <p:cTn id="29" dur="500" fill="hold"/>
                                        <p:tgtEl>
                                          <p:spTgt spid="51"/>
                                        </p:tgtEl>
                                        <p:attrNameLst>
                                          <p:attrName>ppt_x</p:attrName>
                                        </p:attrNameLst>
                                      </p:cBhvr>
                                      <p:tavLst>
                                        <p:tav tm="0">
                                          <p:val>
                                            <p:strVal val="#ppt_x"/>
                                          </p:val>
                                        </p:tav>
                                        <p:tav tm="100000">
                                          <p:val>
                                            <p:strVal val="#ppt_x"/>
                                          </p:val>
                                        </p:tav>
                                      </p:tavLst>
                                    </p:anim>
                                    <p:anim calcmode="lin" valueType="num">
                                      <p:cBhvr additive="base">
                                        <p:cTn id="30" dur="500" fill="hold"/>
                                        <p:tgtEl>
                                          <p:spTgt spid="51"/>
                                        </p:tgtEl>
                                        <p:attrNameLst>
                                          <p:attrName>ppt_y</p:attrName>
                                        </p:attrNameLst>
                                      </p:cBhvr>
                                      <p:tavLst>
                                        <p:tav tm="0">
                                          <p:val>
                                            <p:strVal val="0-#ppt_h/2"/>
                                          </p:val>
                                        </p:tav>
                                        <p:tav tm="100000">
                                          <p:val>
                                            <p:strVal val="#ppt_y"/>
                                          </p:val>
                                        </p:tav>
                                      </p:tavLst>
                                    </p:anim>
                                  </p:childTnLst>
                                </p:cTn>
                              </p:par>
                              <p:par>
                                <p:cTn id="31" presetID="2" presetClass="entr" presetSubtype="1" decel="10000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anim calcmode="lin" valueType="num">
                                      <p:cBhvr additive="base">
                                        <p:cTn id="33" dur="500" fill="hold"/>
                                        <p:tgtEl>
                                          <p:spTgt spid="54"/>
                                        </p:tgtEl>
                                        <p:attrNameLst>
                                          <p:attrName>ppt_x</p:attrName>
                                        </p:attrNameLst>
                                      </p:cBhvr>
                                      <p:tavLst>
                                        <p:tav tm="0">
                                          <p:val>
                                            <p:strVal val="#ppt_x"/>
                                          </p:val>
                                        </p:tav>
                                        <p:tav tm="100000">
                                          <p:val>
                                            <p:strVal val="#ppt_x"/>
                                          </p:val>
                                        </p:tav>
                                      </p:tavLst>
                                    </p:anim>
                                    <p:anim calcmode="lin" valueType="num">
                                      <p:cBhvr additive="base">
                                        <p:cTn id="34" dur="500" fill="hold"/>
                                        <p:tgtEl>
                                          <p:spTgt spid="54"/>
                                        </p:tgtEl>
                                        <p:attrNameLst>
                                          <p:attrName>ppt_y</p:attrName>
                                        </p:attrNameLst>
                                      </p:cBhvr>
                                      <p:tavLst>
                                        <p:tav tm="0">
                                          <p:val>
                                            <p:strVal val="0-#ppt_h/2"/>
                                          </p:val>
                                        </p:tav>
                                        <p:tav tm="100000">
                                          <p:val>
                                            <p:strVal val="#ppt_y"/>
                                          </p:val>
                                        </p:tav>
                                      </p:tavLst>
                                    </p:anim>
                                  </p:childTnLst>
                                </p:cTn>
                              </p:par>
                            </p:childTnLst>
                          </p:cTn>
                        </p:par>
                        <p:par>
                          <p:cTn id="35" fill="hold">
                            <p:stCondLst>
                              <p:cond delay="2000"/>
                            </p:stCondLst>
                            <p:childTnLst>
                              <p:par>
                                <p:cTn id="36" presetID="22" presetClass="entr" presetSubtype="8" fill="hold" grpId="0" nodeType="afterEffect">
                                  <p:stCondLst>
                                    <p:cond delay="0"/>
                                  </p:stCondLst>
                                  <p:childTnLst>
                                    <p:set>
                                      <p:cBhvr>
                                        <p:cTn id="37" dur="1" fill="hold">
                                          <p:stCondLst>
                                            <p:cond delay="0"/>
                                          </p:stCondLst>
                                        </p:cTn>
                                        <p:tgtEl>
                                          <p:spTgt spid="56"/>
                                        </p:tgtEl>
                                        <p:attrNameLst>
                                          <p:attrName>style.visibility</p:attrName>
                                        </p:attrNameLst>
                                      </p:cBhvr>
                                      <p:to>
                                        <p:strVal val="visible"/>
                                      </p:to>
                                    </p:set>
                                    <p:animEffect transition="in" filter="wipe(left)">
                                      <p:cBhvr>
                                        <p:cTn id="38" dur="500"/>
                                        <p:tgtEl>
                                          <p:spTgt spid="56"/>
                                        </p:tgtEl>
                                      </p:cBhvr>
                                    </p:animEffect>
                                  </p:childTnLst>
                                </p:cTn>
                              </p:par>
                            </p:childTnLst>
                          </p:cTn>
                        </p:par>
                        <p:par>
                          <p:cTn id="39" fill="hold">
                            <p:stCondLst>
                              <p:cond delay="2500"/>
                            </p:stCondLst>
                            <p:childTnLst>
                              <p:par>
                                <p:cTn id="40" presetID="2" presetClass="entr" presetSubtype="1" decel="100000"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additive="base">
                                        <p:cTn id="42" dur="750" fill="hold"/>
                                        <p:tgtEl>
                                          <p:spTgt spid="7"/>
                                        </p:tgtEl>
                                        <p:attrNameLst>
                                          <p:attrName>ppt_x</p:attrName>
                                        </p:attrNameLst>
                                      </p:cBhvr>
                                      <p:tavLst>
                                        <p:tav tm="0">
                                          <p:val>
                                            <p:strVal val="#ppt_x"/>
                                          </p:val>
                                        </p:tav>
                                        <p:tav tm="100000">
                                          <p:val>
                                            <p:strVal val="#ppt_x"/>
                                          </p:val>
                                        </p:tav>
                                      </p:tavLst>
                                    </p:anim>
                                    <p:anim calcmode="lin" valueType="num">
                                      <p:cBhvr additive="base">
                                        <p:cTn id="43" dur="750" fill="hold"/>
                                        <p:tgtEl>
                                          <p:spTgt spid="7"/>
                                        </p:tgtEl>
                                        <p:attrNameLst>
                                          <p:attrName>ppt_y</p:attrName>
                                        </p:attrNameLst>
                                      </p:cBhvr>
                                      <p:tavLst>
                                        <p:tav tm="0">
                                          <p:val>
                                            <p:strVal val="0-#ppt_h/2"/>
                                          </p:val>
                                        </p:tav>
                                        <p:tav tm="100000">
                                          <p:val>
                                            <p:strVal val="#ppt_y"/>
                                          </p:val>
                                        </p:tav>
                                      </p:tavLst>
                                    </p:anim>
                                  </p:childTnLst>
                                </p:cTn>
                              </p:par>
                              <p:par>
                                <p:cTn id="44" presetID="2" presetClass="entr" presetSubtype="1" decel="10000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additive="base">
                                        <p:cTn id="46" dur="750" fill="hold"/>
                                        <p:tgtEl>
                                          <p:spTgt spid="12"/>
                                        </p:tgtEl>
                                        <p:attrNameLst>
                                          <p:attrName>ppt_x</p:attrName>
                                        </p:attrNameLst>
                                      </p:cBhvr>
                                      <p:tavLst>
                                        <p:tav tm="0">
                                          <p:val>
                                            <p:strVal val="#ppt_x"/>
                                          </p:val>
                                        </p:tav>
                                        <p:tav tm="100000">
                                          <p:val>
                                            <p:strVal val="#ppt_x"/>
                                          </p:val>
                                        </p:tav>
                                      </p:tavLst>
                                    </p:anim>
                                    <p:anim calcmode="lin" valueType="num">
                                      <p:cBhvr additive="base">
                                        <p:cTn id="47" dur="750" fill="hold"/>
                                        <p:tgtEl>
                                          <p:spTgt spid="12"/>
                                        </p:tgtEl>
                                        <p:attrNameLst>
                                          <p:attrName>ppt_y</p:attrName>
                                        </p:attrNameLst>
                                      </p:cBhvr>
                                      <p:tavLst>
                                        <p:tav tm="0">
                                          <p:val>
                                            <p:strVal val="0-#ppt_h/2"/>
                                          </p:val>
                                        </p:tav>
                                        <p:tav tm="100000">
                                          <p:val>
                                            <p:strVal val="#ppt_y"/>
                                          </p:val>
                                        </p:tav>
                                      </p:tavLst>
                                    </p:anim>
                                  </p:childTnLst>
                                </p:cTn>
                              </p:par>
                              <p:par>
                                <p:cTn id="48" presetID="22" presetClass="entr" presetSubtype="1" fill="hold" nodeType="withEffect">
                                  <p:stCondLst>
                                    <p:cond delay="250"/>
                                  </p:stCondLst>
                                  <p:childTnLst>
                                    <p:set>
                                      <p:cBhvr>
                                        <p:cTn id="49" dur="1" fill="hold">
                                          <p:stCondLst>
                                            <p:cond delay="0"/>
                                          </p:stCondLst>
                                        </p:cTn>
                                        <p:tgtEl>
                                          <p:spTgt spid="8"/>
                                        </p:tgtEl>
                                        <p:attrNameLst>
                                          <p:attrName>style.visibility</p:attrName>
                                        </p:attrNameLst>
                                      </p:cBhvr>
                                      <p:to>
                                        <p:strVal val="visible"/>
                                      </p:to>
                                    </p:set>
                                    <p:animEffect transition="in" filter="wipe(up)">
                                      <p:cBhvr>
                                        <p:cTn id="50" dur="500"/>
                                        <p:tgtEl>
                                          <p:spTgt spid="8"/>
                                        </p:tgtEl>
                                      </p:cBhvr>
                                    </p:animEffect>
                                  </p:childTnLst>
                                </p:cTn>
                              </p:par>
                            </p:childTnLst>
                          </p:cTn>
                        </p:par>
                        <p:par>
                          <p:cTn id="51" fill="hold">
                            <p:stCondLst>
                              <p:cond delay="3250"/>
                            </p:stCondLst>
                            <p:childTnLst>
                              <p:par>
                                <p:cTn id="52" presetID="22" presetClass="entr" presetSubtype="8" fill="hold" nodeType="after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wipe(left)">
                                      <p:cBhvr>
                                        <p:cTn id="54" dur="250"/>
                                        <p:tgtEl>
                                          <p:spTgt spid="10"/>
                                        </p:tgtEl>
                                      </p:cBhvr>
                                    </p:animEffect>
                                  </p:childTnLst>
                                </p:cTn>
                              </p:par>
                            </p:childTnLst>
                          </p:cTn>
                        </p:par>
                        <p:par>
                          <p:cTn id="55" fill="hold">
                            <p:stCondLst>
                              <p:cond delay="3500"/>
                            </p:stCondLst>
                            <p:childTnLst>
                              <p:par>
                                <p:cTn id="56" presetID="22" presetClass="entr" presetSubtype="4" fill="hold" nodeType="after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wipe(down)">
                                      <p:cBhvr>
                                        <p:cTn id="58" dur="250"/>
                                        <p:tgtEl>
                                          <p:spTgt spid="11"/>
                                        </p:tgtEl>
                                      </p:cBhvr>
                                    </p:animEffect>
                                  </p:childTnLst>
                                </p:cTn>
                              </p:par>
                            </p:childTnLst>
                          </p:cTn>
                        </p:par>
                        <p:par>
                          <p:cTn id="59" fill="hold">
                            <p:stCondLst>
                              <p:cond delay="3750"/>
                            </p:stCondLst>
                            <p:childTnLst>
                              <p:par>
                                <p:cTn id="60" presetID="22" presetClass="entr" presetSubtype="4" fill="hold" nodeType="after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down)">
                                      <p:cBhvr>
                                        <p:cTn id="62" dur="500"/>
                                        <p:tgtEl>
                                          <p:spTgt spid="9"/>
                                        </p:tgtEl>
                                      </p:cBhvr>
                                    </p:animEffect>
                                  </p:childTnLst>
                                </p:cTn>
                              </p:par>
                            </p:childTnLst>
                          </p:cTn>
                        </p:par>
                        <p:par>
                          <p:cTn id="63" fill="hold">
                            <p:stCondLst>
                              <p:cond delay="4250"/>
                            </p:stCondLst>
                            <p:childTnLst>
                              <p:par>
                                <p:cTn id="64" presetID="49" presetClass="entr" presetSubtype="0" decel="100000" fill="hold" grpId="0" nodeType="afterEffect">
                                  <p:stCondLst>
                                    <p:cond delay="0"/>
                                  </p:stCondLst>
                                  <p:childTnLst>
                                    <p:set>
                                      <p:cBhvr>
                                        <p:cTn id="65" dur="1" fill="hold">
                                          <p:stCondLst>
                                            <p:cond delay="0"/>
                                          </p:stCondLst>
                                        </p:cTn>
                                        <p:tgtEl>
                                          <p:spTgt spid="59"/>
                                        </p:tgtEl>
                                        <p:attrNameLst>
                                          <p:attrName>style.visibility</p:attrName>
                                        </p:attrNameLst>
                                      </p:cBhvr>
                                      <p:to>
                                        <p:strVal val="visible"/>
                                      </p:to>
                                    </p:set>
                                    <p:anim calcmode="lin" valueType="num">
                                      <p:cBhvr>
                                        <p:cTn id="66" dur="500" fill="hold"/>
                                        <p:tgtEl>
                                          <p:spTgt spid="59"/>
                                        </p:tgtEl>
                                        <p:attrNameLst>
                                          <p:attrName>ppt_w</p:attrName>
                                        </p:attrNameLst>
                                      </p:cBhvr>
                                      <p:tavLst>
                                        <p:tav tm="0">
                                          <p:val>
                                            <p:fltVal val="0"/>
                                          </p:val>
                                        </p:tav>
                                        <p:tav tm="100000">
                                          <p:val>
                                            <p:strVal val="#ppt_w"/>
                                          </p:val>
                                        </p:tav>
                                      </p:tavLst>
                                    </p:anim>
                                    <p:anim calcmode="lin" valueType="num">
                                      <p:cBhvr>
                                        <p:cTn id="67" dur="500" fill="hold"/>
                                        <p:tgtEl>
                                          <p:spTgt spid="59"/>
                                        </p:tgtEl>
                                        <p:attrNameLst>
                                          <p:attrName>ppt_h</p:attrName>
                                        </p:attrNameLst>
                                      </p:cBhvr>
                                      <p:tavLst>
                                        <p:tav tm="0">
                                          <p:val>
                                            <p:fltVal val="0"/>
                                          </p:val>
                                        </p:tav>
                                        <p:tav tm="100000">
                                          <p:val>
                                            <p:strVal val="#ppt_h"/>
                                          </p:val>
                                        </p:tav>
                                      </p:tavLst>
                                    </p:anim>
                                    <p:anim calcmode="lin" valueType="num">
                                      <p:cBhvr>
                                        <p:cTn id="68" dur="500" fill="hold"/>
                                        <p:tgtEl>
                                          <p:spTgt spid="59"/>
                                        </p:tgtEl>
                                        <p:attrNameLst>
                                          <p:attrName>style.rotation</p:attrName>
                                        </p:attrNameLst>
                                      </p:cBhvr>
                                      <p:tavLst>
                                        <p:tav tm="0">
                                          <p:val>
                                            <p:fltVal val="360"/>
                                          </p:val>
                                        </p:tav>
                                        <p:tav tm="100000">
                                          <p:val>
                                            <p:fltVal val="0"/>
                                          </p:val>
                                        </p:tav>
                                      </p:tavLst>
                                    </p:anim>
                                    <p:animEffect transition="in" filter="fade">
                                      <p:cBhvr>
                                        <p:cTn id="69" dur="500"/>
                                        <p:tgtEl>
                                          <p:spTgt spid="59"/>
                                        </p:tgtEl>
                                      </p:cBhvr>
                                    </p:animEffect>
                                  </p:childTnLst>
                                </p:cTn>
                              </p:par>
                            </p:childTnLst>
                          </p:cTn>
                        </p:par>
                        <p:par>
                          <p:cTn id="70" fill="hold">
                            <p:stCondLst>
                              <p:cond delay="4750"/>
                            </p:stCondLst>
                            <p:childTnLst>
                              <p:par>
                                <p:cTn id="71" presetID="2" presetClass="entr" presetSubtype="1" decel="100000" fill="hold" grpId="0" nodeType="afterEffect">
                                  <p:stCondLst>
                                    <p:cond delay="0"/>
                                  </p:stCondLst>
                                  <p:childTnLst>
                                    <p:set>
                                      <p:cBhvr>
                                        <p:cTn id="72" dur="1" fill="hold">
                                          <p:stCondLst>
                                            <p:cond delay="0"/>
                                          </p:stCondLst>
                                        </p:cTn>
                                        <p:tgtEl>
                                          <p:spTgt spid="60">
                                            <p:txEl>
                                              <p:pRg st="0" end="0"/>
                                            </p:txEl>
                                          </p:spTgt>
                                        </p:tgtEl>
                                        <p:attrNameLst>
                                          <p:attrName>style.visibility</p:attrName>
                                        </p:attrNameLst>
                                      </p:cBhvr>
                                      <p:to>
                                        <p:strVal val="visible"/>
                                      </p:to>
                                    </p:set>
                                    <p:anim calcmode="lin" valueType="num">
                                      <p:cBhvr additive="base">
                                        <p:cTn id="73" dur="500" fill="hold"/>
                                        <p:tgtEl>
                                          <p:spTgt spid="60">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60">
                                            <p:txEl>
                                              <p:pRg st="0" end="0"/>
                                            </p:txEl>
                                          </p:spTgt>
                                        </p:tgtEl>
                                        <p:attrNameLst>
                                          <p:attrName>ppt_y</p:attrName>
                                        </p:attrNameLst>
                                      </p:cBhvr>
                                      <p:tavLst>
                                        <p:tav tm="0">
                                          <p:val>
                                            <p:strVal val="0-#ppt_h/2"/>
                                          </p:val>
                                        </p:tav>
                                        <p:tav tm="100000">
                                          <p:val>
                                            <p:strVal val="#ppt_y"/>
                                          </p:val>
                                        </p:tav>
                                      </p:tavLst>
                                    </p:anim>
                                  </p:childTnLst>
                                </p:cTn>
                              </p:par>
                              <p:par>
                                <p:cTn id="75" presetID="2" presetClass="entr" presetSubtype="1" decel="100000" fill="hold" grpId="0" nodeType="withEffect">
                                  <p:stCondLst>
                                    <p:cond delay="100"/>
                                  </p:stCondLst>
                                  <p:childTnLst>
                                    <p:set>
                                      <p:cBhvr>
                                        <p:cTn id="76" dur="1" fill="hold">
                                          <p:stCondLst>
                                            <p:cond delay="0"/>
                                          </p:stCondLst>
                                        </p:cTn>
                                        <p:tgtEl>
                                          <p:spTgt spid="61">
                                            <p:txEl>
                                              <p:pRg st="0" end="0"/>
                                            </p:txEl>
                                          </p:spTgt>
                                        </p:tgtEl>
                                        <p:attrNameLst>
                                          <p:attrName>style.visibility</p:attrName>
                                        </p:attrNameLst>
                                      </p:cBhvr>
                                      <p:to>
                                        <p:strVal val="visible"/>
                                      </p:to>
                                    </p:set>
                                    <p:anim calcmode="lin" valueType="num">
                                      <p:cBhvr additive="base">
                                        <p:cTn id="77" dur="500" fill="hold"/>
                                        <p:tgtEl>
                                          <p:spTgt spid="61">
                                            <p:txEl>
                                              <p:pRg st="0" end="0"/>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61">
                                            <p:txEl>
                                              <p:pRg st="0" end="0"/>
                                            </p:txEl>
                                          </p:spTgt>
                                        </p:tgtEl>
                                        <p:attrNameLst>
                                          <p:attrName>ppt_y</p:attrName>
                                        </p:attrNameLst>
                                      </p:cBhvr>
                                      <p:tavLst>
                                        <p:tav tm="0">
                                          <p:val>
                                            <p:strVal val="0-#ppt_h/2"/>
                                          </p:val>
                                        </p:tav>
                                        <p:tav tm="100000">
                                          <p:val>
                                            <p:strVal val="#ppt_y"/>
                                          </p:val>
                                        </p:tav>
                                      </p:tavLst>
                                    </p:anim>
                                  </p:childTnLst>
                                </p:cTn>
                              </p:par>
                            </p:childTnLst>
                          </p:cTn>
                        </p:par>
                        <p:par>
                          <p:cTn id="79" fill="hold">
                            <p:stCondLst>
                              <p:cond delay="5350"/>
                            </p:stCondLst>
                            <p:childTnLst>
                              <p:par>
                                <p:cTn id="80" presetID="2" presetClass="entr" presetSubtype="1" decel="100000" fill="hold" grpId="0" nodeType="afterEffect">
                                  <p:stCondLst>
                                    <p:cond delay="0"/>
                                  </p:stCondLst>
                                  <p:childTnLst>
                                    <p:set>
                                      <p:cBhvr>
                                        <p:cTn id="81" dur="1" fill="hold">
                                          <p:stCondLst>
                                            <p:cond delay="0"/>
                                          </p:stCondLst>
                                        </p:cTn>
                                        <p:tgtEl>
                                          <p:spTgt spid="80"/>
                                        </p:tgtEl>
                                        <p:attrNameLst>
                                          <p:attrName>style.visibility</p:attrName>
                                        </p:attrNameLst>
                                      </p:cBhvr>
                                      <p:to>
                                        <p:strVal val="visible"/>
                                      </p:to>
                                    </p:set>
                                    <p:anim calcmode="lin" valueType="num">
                                      <p:cBhvr additive="base">
                                        <p:cTn id="82" dur="750" fill="hold"/>
                                        <p:tgtEl>
                                          <p:spTgt spid="80"/>
                                        </p:tgtEl>
                                        <p:attrNameLst>
                                          <p:attrName>ppt_x</p:attrName>
                                        </p:attrNameLst>
                                      </p:cBhvr>
                                      <p:tavLst>
                                        <p:tav tm="0">
                                          <p:val>
                                            <p:strVal val="#ppt_x"/>
                                          </p:val>
                                        </p:tav>
                                        <p:tav tm="100000">
                                          <p:val>
                                            <p:strVal val="#ppt_x"/>
                                          </p:val>
                                        </p:tav>
                                      </p:tavLst>
                                    </p:anim>
                                    <p:anim calcmode="lin" valueType="num">
                                      <p:cBhvr additive="base">
                                        <p:cTn id="83" dur="750" fill="hold"/>
                                        <p:tgtEl>
                                          <p:spTgt spid="80"/>
                                        </p:tgtEl>
                                        <p:attrNameLst>
                                          <p:attrName>ppt_y</p:attrName>
                                        </p:attrNameLst>
                                      </p:cBhvr>
                                      <p:tavLst>
                                        <p:tav tm="0">
                                          <p:val>
                                            <p:strVal val="0-#ppt_h/2"/>
                                          </p:val>
                                        </p:tav>
                                        <p:tav tm="100000">
                                          <p:val>
                                            <p:strVal val="#ppt_y"/>
                                          </p:val>
                                        </p:tav>
                                      </p:tavLst>
                                    </p:anim>
                                  </p:childTnLst>
                                </p:cTn>
                              </p:par>
                              <p:par>
                                <p:cTn id="84" presetID="2" presetClass="entr" presetSubtype="1" decel="100000" fill="hold" grpId="0" nodeType="withEffect">
                                  <p:stCondLst>
                                    <p:cond delay="0"/>
                                  </p:stCondLst>
                                  <p:childTnLst>
                                    <p:set>
                                      <p:cBhvr>
                                        <p:cTn id="85" dur="1" fill="hold">
                                          <p:stCondLst>
                                            <p:cond delay="0"/>
                                          </p:stCondLst>
                                        </p:cTn>
                                        <p:tgtEl>
                                          <p:spTgt spid="81"/>
                                        </p:tgtEl>
                                        <p:attrNameLst>
                                          <p:attrName>style.visibility</p:attrName>
                                        </p:attrNameLst>
                                      </p:cBhvr>
                                      <p:to>
                                        <p:strVal val="visible"/>
                                      </p:to>
                                    </p:set>
                                    <p:anim calcmode="lin" valueType="num">
                                      <p:cBhvr additive="base">
                                        <p:cTn id="86" dur="750" fill="hold"/>
                                        <p:tgtEl>
                                          <p:spTgt spid="81"/>
                                        </p:tgtEl>
                                        <p:attrNameLst>
                                          <p:attrName>ppt_x</p:attrName>
                                        </p:attrNameLst>
                                      </p:cBhvr>
                                      <p:tavLst>
                                        <p:tav tm="0">
                                          <p:val>
                                            <p:strVal val="#ppt_x"/>
                                          </p:val>
                                        </p:tav>
                                        <p:tav tm="100000">
                                          <p:val>
                                            <p:strVal val="#ppt_x"/>
                                          </p:val>
                                        </p:tav>
                                      </p:tavLst>
                                    </p:anim>
                                    <p:anim calcmode="lin" valueType="num">
                                      <p:cBhvr additive="base">
                                        <p:cTn id="87" dur="750" fill="hold"/>
                                        <p:tgtEl>
                                          <p:spTgt spid="81"/>
                                        </p:tgtEl>
                                        <p:attrNameLst>
                                          <p:attrName>ppt_y</p:attrName>
                                        </p:attrNameLst>
                                      </p:cBhvr>
                                      <p:tavLst>
                                        <p:tav tm="0">
                                          <p:val>
                                            <p:strVal val="0-#ppt_h/2"/>
                                          </p:val>
                                        </p:tav>
                                        <p:tav tm="100000">
                                          <p:val>
                                            <p:strVal val="#ppt_y"/>
                                          </p:val>
                                        </p:tav>
                                      </p:tavLst>
                                    </p:anim>
                                  </p:childTnLst>
                                </p:cTn>
                              </p:par>
                              <p:par>
                                <p:cTn id="88" presetID="22" presetClass="entr" presetSubtype="1" fill="hold" nodeType="withEffect">
                                  <p:stCondLst>
                                    <p:cond delay="250"/>
                                  </p:stCondLst>
                                  <p:childTnLst>
                                    <p:set>
                                      <p:cBhvr>
                                        <p:cTn id="89" dur="1" fill="hold">
                                          <p:stCondLst>
                                            <p:cond delay="0"/>
                                          </p:stCondLst>
                                        </p:cTn>
                                        <p:tgtEl>
                                          <p:spTgt spid="82"/>
                                        </p:tgtEl>
                                        <p:attrNameLst>
                                          <p:attrName>style.visibility</p:attrName>
                                        </p:attrNameLst>
                                      </p:cBhvr>
                                      <p:to>
                                        <p:strVal val="visible"/>
                                      </p:to>
                                    </p:set>
                                    <p:animEffect transition="in" filter="wipe(up)">
                                      <p:cBhvr>
                                        <p:cTn id="90" dur="500"/>
                                        <p:tgtEl>
                                          <p:spTgt spid="82"/>
                                        </p:tgtEl>
                                      </p:cBhvr>
                                    </p:animEffect>
                                  </p:childTnLst>
                                </p:cTn>
                              </p:par>
                            </p:childTnLst>
                          </p:cTn>
                        </p:par>
                        <p:par>
                          <p:cTn id="91" fill="hold">
                            <p:stCondLst>
                              <p:cond delay="6100"/>
                            </p:stCondLst>
                            <p:childTnLst>
                              <p:par>
                                <p:cTn id="92" presetID="22" presetClass="entr" presetSubtype="8" fill="hold" nodeType="afterEffect">
                                  <p:stCondLst>
                                    <p:cond delay="0"/>
                                  </p:stCondLst>
                                  <p:childTnLst>
                                    <p:set>
                                      <p:cBhvr>
                                        <p:cTn id="93" dur="1" fill="hold">
                                          <p:stCondLst>
                                            <p:cond delay="0"/>
                                          </p:stCondLst>
                                        </p:cTn>
                                        <p:tgtEl>
                                          <p:spTgt spid="84"/>
                                        </p:tgtEl>
                                        <p:attrNameLst>
                                          <p:attrName>style.visibility</p:attrName>
                                        </p:attrNameLst>
                                      </p:cBhvr>
                                      <p:to>
                                        <p:strVal val="visible"/>
                                      </p:to>
                                    </p:set>
                                    <p:animEffect transition="in" filter="wipe(left)">
                                      <p:cBhvr>
                                        <p:cTn id="94" dur="250"/>
                                        <p:tgtEl>
                                          <p:spTgt spid="84"/>
                                        </p:tgtEl>
                                      </p:cBhvr>
                                    </p:animEffect>
                                  </p:childTnLst>
                                </p:cTn>
                              </p:par>
                            </p:childTnLst>
                          </p:cTn>
                        </p:par>
                        <p:par>
                          <p:cTn id="95" fill="hold">
                            <p:stCondLst>
                              <p:cond delay="6350"/>
                            </p:stCondLst>
                            <p:childTnLst>
                              <p:par>
                                <p:cTn id="96" presetID="22" presetClass="entr" presetSubtype="4" fill="hold" nodeType="afterEffect">
                                  <p:stCondLst>
                                    <p:cond delay="0"/>
                                  </p:stCondLst>
                                  <p:childTnLst>
                                    <p:set>
                                      <p:cBhvr>
                                        <p:cTn id="97" dur="1" fill="hold">
                                          <p:stCondLst>
                                            <p:cond delay="0"/>
                                          </p:stCondLst>
                                        </p:cTn>
                                        <p:tgtEl>
                                          <p:spTgt spid="85"/>
                                        </p:tgtEl>
                                        <p:attrNameLst>
                                          <p:attrName>style.visibility</p:attrName>
                                        </p:attrNameLst>
                                      </p:cBhvr>
                                      <p:to>
                                        <p:strVal val="visible"/>
                                      </p:to>
                                    </p:set>
                                    <p:animEffect transition="in" filter="wipe(down)">
                                      <p:cBhvr>
                                        <p:cTn id="98" dur="250"/>
                                        <p:tgtEl>
                                          <p:spTgt spid="85"/>
                                        </p:tgtEl>
                                      </p:cBhvr>
                                    </p:animEffect>
                                  </p:childTnLst>
                                </p:cTn>
                              </p:par>
                            </p:childTnLst>
                          </p:cTn>
                        </p:par>
                        <p:par>
                          <p:cTn id="99" fill="hold">
                            <p:stCondLst>
                              <p:cond delay="6600"/>
                            </p:stCondLst>
                            <p:childTnLst>
                              <p:par>
                                <p:cTn id="100" presetID="22" presetClass="entr" presetSubtype="4" fill="hold" nodeType="afterEffect">
                                  <p:stCondLst>
                                    <p:cond delay="0"/>
                                  </p:stCondLst>
                                  <p:childTnLst>
                                    <p:set>
                                      <p:cBhvr>
                                        <p:cTn id="101" dur="1" fill="hold">
                                          <p:stCondLst>
                                            <p:cond delay="0"/>
                                          </p:stCondLst>
                                        </p:cTn>
                                        <p:tgtEl>
                                          <p:spTgt spid="83"/>
                                        </p:tgtEl>
                                        <p:attrNameLst>
                                          <p:attrName>style.visibility</p:attrName>
                                        </p:attrNameLst>
                                      </p:cBhvr>
                                      <p:to>
                                        <p:strVal val="visible"/>
                                      </p:to>
                                    </p:set>
                                    <p:animEffect transition="in" filter="wipe(down)">
                                      <p:cBhvr>
                                        <p:cTn id="102" dur="500"/>
                                        <p:tgtEl>
                                          <p:spTgt spid="83"/>
                                        </p:tgtEl>
                                      </p:cBhvr>
                                    </p:animEffect>
                                  </p:childTnLst>
                                </p:cTn>
                              </p:par>
                            </p:childTnLst>
                          </p:cTn>
                        </p:par>
                        <p:par>
                          <p:cTn id="103" fill="hold">
                            <p:stCondLst>
                              <p:cond delay="7100"/>
                            </p:stCondLst>
                            <p:childTnLst>
                              <p:par>
                                <p:cTn id="104" presetID="49" presetClass="entr" presetSubtype="0" decel="100000" fill="hold" grpId="0" nodeType="afterEffect">
                                  <p:stCondLst>
                                    <p:cond delay="0"/>
                                  </p:stCondLst>
                                  <p:childTnLst>
                                    <p:set>
                                      <p:cBhvr>
                                        <p:cTn id="105" dur="1" fill="hold">
                                          <p:stCondLst>
                                            <p:cond delay="0"/>
                                          </p:stCondLst>
                                        </p:cTn>
                                        <p:tgtEl>
                                          <p:spTgt spid="86"/>
                                        </p:tgtEl>
                                        <p:attrNameLst>
                                          <p:attrName>style.visibility</p:attrName>
                                        </p:attrNameLst>
                                      </p:cBhvr>
                                      <p:to>
                                        <p:strVal val="visible"/>
                                      </p:to>
                                    </p:set>
                                    <p:anim calcmode="lin" valueType="num">
                                      <p:cBhvr>
                                        <p:cTn id="106" dur="500" fill="hold"/>
                                        <p:tgtEl>
                                          <p:spTgt spid="86"/>
                                        </p:tgtEl>
                                        <p:attrNameLst>
                                          <p:attrName>ppt_w</p:attrName>
                                        </p:attrNameLst>
                                      </p:cBhvr>
                                      <p:tavLst>
                                        <p:tav tm="0">
                                          <p:val>
                                            <p:fltVal val="0"/>
                                          </p:val>
                                        </p:tav>
                                        <p:tav tm="100000">
                                          <p:val>
                                            <p:strVal val="#ppt_w"/>
                                          </p:val>
                                        </p:tav>
                                      </p:tavLst>
                                    </p:anim>
                                    <p:anim calcmode="lin" valueType="num">
                                      <p:cBhvr>
                                        <p:cTn id="107" dur="500" fill="hold"/>
                                        <p:tgtEl>
                                          <p:spTgt spid="86"/>
                                        </p:tgtEl>
                                        <p:attrNameLst>
                                          <p:attrName>ppt_h</p:attrName>
                                        </p:attrNameLst>
                                      </p:cBhvr>
                                      <p:tavLst>
                                        <p:tav tm="0">
                                          <p:val>
                                            <p:fltVal val="0"/>
                                          </p:val>
                                        </p:tav>
                                        <p:tav tm="100000">
                                          <p:val>
                                            <p:strVal val="#ppt_h"/>
                                          </p:val>
                                        </p:tav>
                                      </p:tavLst>
                                    </p:anim>
                                    <p:anim calcmode="lin" valueType="num">
                                      <p:cBhvr>
                                        <p:cTn id="108" dur="500" fill="hold"/>
                                        <p:tgtEl>
                                          <p:spTgt spid="86"/>
                                        </p:tgtEl>
                                        <p:attrNameLst>
                                          <p:attrName>style.rotation</p:attrName>
                                        </p:attrNameLst>
                                      </p:cBhvr>
                                      <p:tavLst>
                                        <p:tav tm="0">
                                          <p:val>
                                            <p:fltVal val="360"/>
                                          </p:val>
                                        </p:tav>
                                        <p:tav tm="100000">
                                          <p:val>
                                            <p:fltVal val="0"/>
                                          </p:val>
                                        </p:tav>
                                      </p:tavLst>
                                    </p:anim>
                                    <p:animEffect transition="in" filter="fade">
                                      <p:cBhvr>
                                        <p:cTn id="109" dur="500"/>
                                        <p:tgtEl>
                                          <p:spTgt spid="86"/>
                                        </p:tgtEl>
                                      </p:cBhvr>
                                    </p:animEffect>
                                  </p:childTnLst>
                                </p:cTn>
                              </p:par>
                            </p:childTnLst>
                          </p:cTn>
                        </p:par>
                        <p:par>
                          <p:cTn id="110" fill="hold">
                            <p:stCondLst>
                              <p:cond delay="7600"/>
                            </p:stCondLst>
                            <p:childTnLst>
                              <p:par>
                                <p:cTn id="111" presetID="2" presetClass="entr" presetSubtype="1" decel="100000" fill="hold" grpId="0" nodeType="afterEffect">
                                  <p:stCondLst>
                                    <p:cond delay="0"/>
                                  </p:stCondLst>
                                  <p:childTnLst>
                                    <p:set>
                                      <p:cBhvr>
                                        <p:cTn id="112" dur="1" fill="hold">
                                          <p:stCondLst>
                                            <p:cond delay="0"/>
                                          </p:stCondLst>
                                        </p:cTn>
                                        <p:tgtEl>
                                          <p:spTgt spid="87">
                                            <p:txEl>
                                              <p:pRg st="0" end="0"/>
                                            </p:txEl>
                                          </p:spTgt>
                                        </p:tgtEl>
                                        <p:attrNameLst>
                                          <p:attrName>style.visibility</p:attrName>
                                        </p:attrNameLst>
                                      </p:cBhvr>
                                      <p:to>
                                        <p:strVal val="visible"/>
                                      </p:to>
                                    </p:set>
                                    <p:anim calcmode="lin" valueType="num">
                                      <p:cBhvr additive="base">
                                        <p:cTn id="113" dur="500" fill="hold"/>
                                        <p:tgtEl>
                                          <p:spTgt spid="87">
                                            <p:txEl>
                                              <p:pRg st="0" end="0"/>
                                            </p:txEl>
                                          </p:spTgt>
                                        </p:tgtEl>
                                        <p:attrNameLst>
                                          <p:attrName>ppt_x</p:attrName>
                                        </p:attrNameLst>
                                      </p:cBhvr>
                                      <p:tavLst>
                                        <p:tav tm="0">
                                          <p:val>
                                            <p:strVal val="#ppt_x"/>
                                          </p:val>
                                        </p:tav>
                                        <p:tav tm="100000">
                                          <p:val>
                                            <p:strVal val="#ppt_x"/>
                                          </p:val>
                                        </p:tav>
                                      </p:tavLst>
                                    </p:anim>
                                    <p:anim calcmode="lin" valueType="num">
                                      <p:cBhvr additive="base">
                                        <p:cTn id="114" dur="500" fill="hold"/>
                                        <p:tgtEl>
                                          <p:spTgt spid="87">
                                            <p:txEl>
                                              <p:pRg st="0" end="0"/>
                                            </p:txEl>
                                          </p:spTgt>
                                        </p:tgtEl>
                                        <p:attrNameLst>
                                          <p:attrName>ppt_y</p:attrName>
                                        </p:attrNameLst>
                                      </p:cBhvr>
                                      <p:tavLst>
                                        <p:tav tm="0">
                                          <p:val>
                                            <p:strVal val="0-#ppt_h/2"/>
                                          </p:val>
                                        </p:tav>
                                        <p:tav tm="100000">
                                          <p:val>
                                            <p:strVal val="#ppt_y"/>
                                          </p:val>
                                        </p:tav>
                                      </p:tavLst>
                                    </p:anim>
                                  </p:childTnLst>
                                </p:cTn>
                              </p:par>
                              <p:par>
                                <p:cTn id="115" presetID="2" presetClass="entr" presetSubtype="1" decel="100000" fill="hold" grpId="0" nodeType="withEffect">
                                  <p:stCondLst>
                                    <p:cond delay="100"/>
                                  </p:stCondLst>
                                  <p:childTnLst>
                                    <p:set>
                                      <p:cBhvr>
                                        <p:cTn id="116" dur="1" fill="hold">
                                          <p:stCondLst>
                                            <p:cond delay="0"/>
                                          </p:stCondLst>
                                        </p:cTn>
                                        <p:tgtEl>
                                          <p:spTgt spid="88">
                                            <p:txEl>
                                              <p:pRg st="0" end="0"/>
                                            </p:txEl>
                                          </p:spTgt>
                                        </p:tgtEl>
                                        <p:attrNameLst>
                                          <p:attrName>style.visibility</p:attrName>
                                        </p:attrNameLst>
                                      </p:cBhvr>
                                      <p:to>
                                        <p:strVal val="visible"/>
                                      </p:to>
                                    </p:set>
                                    <p:anim calcmode="lin" valueType="num">
                                      <p:cBhvr additive="base">
                                        <p:cTn id="117" dur="500" fill="hold"/>
                                        <p:tgtEl>
                                          <p:spTgt spid="88">
                                            <p:txEl>
                                              <p:pRg st="0" end="0"/>
                                            </p:txEl>
                                          </p:spTgt>
                                        </p:tgtEl>
                                        <p:attrNameLst>
                                          <p:attrName>ppt_x</p:attrName>
                                        </p:attrNameLst>
                                      </p:cBhvr>
                                      <p:tavLst>
                                        <p:tav tm="0">
                                          <p:val>
                                            <p:strVal val="#ppt_x"/>
                                          </p:val>
                                        </p:tav>
                                        <p:tav tm="100000">
                                          <p:val>
                                            <p:strVal val="#ppt_x"/>
                                          </p:val>
                                        </p:tav>
                                      </p:tavLst>
                                    </p:anim>
                                    <p:anim calcmode="lin" valueType="num">
                                      <p:cBhvr additive="base">
                                        <p:cTn id="118" dur="500" fill="hold"/>
                                        <p:tgtEl>
                                          <p:spTgt spid="88">
                                            <p:txEl>
                                              <p:pRg st="0" end="0"/>
                                            </p:txEl>
                                          </p:spTgt>
                                        </p:tgtEl>
                                        <p:attrNameLst>
                                          <p:attrName>ppt_y</p:attrName>
                                        </p:attrNameLst>
                                      </p:cBhvr>
                                      <p:tavLst>
                                        <p:tav tm="0">
                                          <p:val>
                                            <p:strVal val="0-#ppt_h/2"/>
                                          </p:val>
                                        </p:tav>
                                        <p:tav tm="100000">
                                          <p:val>
                                            <p:strVal val="#ppt_y"/>
                                          </p:val>
                                        </p:tav>
                                      </p:tavLst>
                                    </p:anim>
                                  </p:childTnLst>
                                </p:cTn>
                              </p:par>
                            </p:childTnLst>
                          </p:cTn>
                        </p:par>
                        <p:par>
                          <p:cTn id="119" fill="hold">
                            <p:stCondLst>
                              <p:cond delay="8200"/>
                            </p:stCondLst>
                            <p:childTnLst>
                              <p:par>
                                <p:cTn id="120" presetID="2" presetClass="entr" presetSubtype="1" decel="100000" fill="hold" grpId="0" nodeType="afterEffect">
                                  <p:stCondLst>
                                    <p:cond delay="0"/>
                                  </p:stCondLst>
                                  <p:childTnLst>
                                    <p:set>
                                      <p:cBhvr>
                                        <p:cTn id="121" dur="1" fill="hold">
                                          <p:stCondLst>
                                            <p:cond delay="0"/>
                                          </p:stCondLst>
                                        </p:cTn>
                                        <p:tgtEl>
                                          <p:spTgt spid="89"/>
                                        </p:tgtEl>
                                        <p:attrNameLst>
                                          <p:attrName>style.visibility</p:attrName>
                                        </p:attrNameLst>
                                      </p:cBhvr>
                                      <p:to>
                                        <p:strVal val="visible"/>
                                      </p:to>
                                    </p:set>
                                    <p:anim calcmode="lin" valueType="num">
                                      <p:cBhvr additive="base">
                                        <p:cTn id="122" dur="750" fill="hold"/>
                                        <p:tgtEl>
                                          <p:spTgt spid="89"/>
                                        </p:tgtEl>
                                        <p:attrNameLst>
                                          <p:attrName>ppt_x</p:attrName>
                                        </p:attrNameLst>
                                      </p:cBhvr>
                                      <p:tavLst>
                                        <p:tav tm="0">
                                          <p:val>
                                            <p:strVal val="#ppt_x"/>
                                          </p:val>
                                        </p:tav>
                                        <p:tav tm="100000">
                                          <p:val>
                                            <p:strVal val="#ppt_x"/>
                                          </p:val>
                                        </p:tav>
                                      </p:tavLst>
                                    </p:anim>
                                    <p:anim calcmode="lin" valueType="num">
                                      <p:cBhvr additive="base">
                                        <p:cTn id="123" dur="750" fill="hold"/>
                                        <p:tgtEl>
                                          <p:spTgt spid="89"/>
                                        </p:tgtEl>
                                        <p:attrNameLst>
                                          <p:attrName>ppt_y</p:attrName>
                                        </p:attrNameLst>
                                      </p:cBhvr>
                                      <p:tavLst>
                                        <p:tav tm="0">
                                          <p:val>
                                            <p:strVal val="0-#ppt_h/2"/>
                                          </p:val>
                                        </p:tav>
                                        <p:tav tm="100000">
                                          <p:val>
                                            <p:strVal val="#ppt_y"/>
                                          </p:val>
                                        </p:tav>
                                      </p:tavLst>
                                    </p:anim>
                                  </p:childTnLst>
                                </p:cTn>
                              </p:par>
                              <p:par>
                                <p:cTn id="124" presetID="2" presetClass="entr" presetSubtype="1" decel="100000" fill="hold" grpId="0" nodeType="withEffect">
                                  <p:stCondLst>
                                    <p:cond delay="0"/>
                                  </p:stCondLst>
                                  <p:childTnLst>
                                    <p:set>
                                      <p:cBhvr>
                                        <p:cTn id="125" dur="1" fill="hold">
                                          <p:stCondLst>
                                            <p:cond delay="0"/>
                                          </p:stCondLst>
                                        </p:cTn>
                                        <p:tgtEl>
                                          <p:spTgt spid="90"/>
                                        </p:tgtEl>
                                        <p:attrNameLst>
                                          <p:attrName>style.visibility</p:attrName>
                                        </p:attrNameLst>
                                      </p:cBhvr>
                                      <p:to>
                                        <p:strVal val="visible"/>
                                      </p:to>
                                    </p:set>
                                    <p:anim calcmode="lin" valueType="num">
                                      <p:cBhvr additive="base">
                                        <p:cTn id="126" dur="750" fill="hold"/>
                                        <p:tgtEl>
                                          <p:spTgt spid="90"/>
                                        </p:tgtEl>
                                        <p:attrNameLst>
                                          <p:attrName>ppt_x</p:attrName>
                                        </p:attrNameLst>
                                      </p:cBhvr>
                                      <p:tavLst>
                                        <p:tav tm="0">
                                          <p:val>
                                            <p:strVal val="#ppt_x"/>
                                          </p:val>
                                        </p:tav>
                                        <p:tav tm="100000">
                                          <p:val>
                                            <p:strVal val="#ppt_x"/>
                                          </p:val>
                                        </p:tav>
                                      </p:tavLst>
                                    </p:anim>
                                    <p:anim calcmode="lin" valueType="num">
                                      <p:cBhvr additive="base">
                                        <p:cTn id="127" dur="750" fill="hold"/>
                                        <p:tgtEl>
                                          <p:spTgt spid="90"/>
                                        </p:tgtEl>
                                        <p:attrNameLst>
                                          <p:attrName>ppt_y</p:attrName>
                                        </p:attrNameLst>
                                      </p:cBhvr>
                                      <p:tavLst>
                                        <p:tav tm="0">
                                          <p:val>
                                            <p:strVal val="0-#ppt_h/2"/>
                                          </p:val>
                                        </p:tav>
                                        <p:tav tm="100000">
                                          <p:val>
                                            <p:strVal val="#ppt_y"/>
                                          </p:val>
                                        </p:tav>
                                      </p:tavLst>
                                    </p:anim>
                                  </p:childTnLst>
                                </p:cTn>
                              </p:par>
                              <p:par>
                                <p:cTn id="128" presetID="22" presetClass="entr" presetSubtype="1" fill="hold" nodeType="withEffect">
                                  <p:stCondLst>
                                    <p:cond delay="250"/>
                                  </p:stCondLst>
                                  <p:childTnLst>
                                    <p:set>
                                      <p:cBhvr>
                                        <p:cTn id="129" dur="1" fill="hold">
                                          <p:stCondLst>
                                            <p:cond delay="0"/>
                                          </p:stCondLst>
                                        </p:cTn>
                                        <p:tgtEl>
                                          <p:spTgt spid="91"/>
                                        </p:tgtEl>
                                        <p:attrNameLst>
                                          <p:attrName>style.visibility</p:attrName>
                                        </p:attrNameLst>
                                      </p:cBhvr>
                                      <p:to>
                                        <p:strVal val="visible"/>
                                      </p:to>
                                    </p:set>
                                    <p:animEffect transition="in" filter="wipe(up)">
                                      <p:cBhvr>
                                        <p:cTn id="130" dur="500"/>
                                        <p:tgtEl>
                                          <p:spTgt spid="91"/>
                                        </p:tgtEl>
                                      </p:cBhvr>
                                    </p:animEffect>
                                  </p:childTnLst>
                                </p:cTn>
                              </p:par>
                            </p:childTnLst>
                          </p:cTn>
                        </p:par>
                        <p:par>
                          <p:cTn id="131" fill="hold">
                            <p:stCondLst>
                              <p:cond delay="8950"/>
                            </p:stCondLst>
                            <p:childTnLst>
                              <p:par>
                                <p:cTn id="132" presetID="22" presetClass="entr" presetSubtype="8" fill="hold" nodeType="afterEffect">
                                  <p:stCondLst>
                                    <p:cond delay="0"/>
                                  </p:stCondLst>
                                  <p:childTnLst>
                                    <p:set>
                                      <p:cBhvr>
                                        <p:cTn id="133" dur="1" fill="hold">
                                          <p:stCondLst>
                                            <p:cond delay="0"/>
                                          </p:stCondLst>
                                        </p:cTn>
                                        <p:tgtEl>
                                          <p:spTgt spid="93"/>
                                        </p:tgtEl>
                                        <p:attrNameLst>
                                          <p:attrName>style.visibility</p:attrName>
                                        </p:attrNameLst>
                                      </p:cBhvr>
                                      <p:to>
                                        <p:strVal val="visible"/>
                                      </p:to>
                                    </p:set>
                                    <p:animEffect transition="in" filter="wipe(left)">
                                      <p:cBhvr>
                                        <p:cTn id="134" dur="250"/>
                                        <p:tgtEl>
                                          <p:spTgt spid="93"/>
                                        </p:tgtEl>
                                      </p:cBhvr>
                                    </p:animEffect>
                                  </p:childTnLst>
                                </p:cTn>
                              </p:par>
                            </p:childTnLst>
                          </p:cTn>
                        </p:par>
                        <p:par>
                          <p:cTn id="135" fill="hold">
                            <p:stCondLst>
                              <p:cond delay="9200"/>
                            </p:stCondLst>
                            <p:childTnLst>
                              <p:par>
                                <p:cTn id="136" presetID="22" presetClass="entr" presetSubtype="4" fill="hold" nodeType="afterEffect">
                                  <p:stCondLst>
                                    <p:cond delay="0"/>
                                  </p:stCondLst>
                                  <p:childTnLst>
                                    <p:set>
                                      <p:cBhvr>
                                        <p:cTn id="137" dur="1" fill="hold">
                                          <p:stCondLst>
                                            <p:cond delay="0"/>
                                          </p:stCondLst>
                                        </p:cTn>
                                        <p:tgtEl>
                                          <p:spTgt spid="94"/>
                                        </p:tgtEl>
                                        <p:attrNameLst>
                                          <p:attrName>style.visibility</p:attrName>
                                        </p:attrNameLst>
                                      </p:cBhvr>
                                      <p:to>
                                        <p:strVal val="visible"/>
                                      </p:to>
                                    </p:set>
                                    <p:animEffect transition="in" filter="wipe(down)">
                                      <p:cBhvr>
                                        <p:cTn id="138" dur="250"/>
                                        <p:tgtEl>
                                          <p:spTgt spid="94"/>
                                        </p:tgtEl>
                                      </p:cBhvr>
                                    </p:animEffect>
                                  </p:childTnLst>
                                </p:cTn>
                              </p:par>
                            </p:childTnLst>
                          </p:cTn>
                        </p:par>
                        <p:par>
                          <p:cTn id="139" fill="hold">
                            <p:stCondLst>
                              <p:cond delay="9450"/>
                            </p:stCondLst>
                            <p:childTnLst>
                              <p:par>
                                <p:cTn id="140" presetID="22" presetClass="entr" presetSubtype="4" fill="hold" nodeType="afterEffect">
                                  <p:stCondLst>
                                    <p:cond delay="0"/>
                                  </p:stCondLst>
                                  <p:childTnLst>
                                    <p:set>
                                      <p:cBhvr>
                                        <p:cTn id="141" dur="1" fill="hold">
                                          <p:stCondLst>
                                            <p:cond delay="0"/>
                                          </p:stCondLst>
                                        </p:cTn>
                                        <p:tgtEl>
                                          <p:spTgt spid="92"/>
                                        </p:tgtEl>
                                        <p:attrNameLst>
                                          <p:attrName>style.visibility</p:attrName>
                                        </p:attrNameLst>
                                      </p:cBhvr>
                                      <p:to>
                                        <p:strVal val="visible"/>
                                      </p:to>
                                    </p:set>
                                    <p:animEffect transition="in" filter="wipe(down)">
                                      <p:cBhvr>
                                        <p:cTn id="142" dur="500"/>
                                        <p:tgtEl>
                                          <p:spTgt spid="92"/>
                                        </p:tgtEl>
                                      </p:cBhvr>
                                    </p:animEffect>
                                  </p:childTnLst>
                                </p:cTn>
                              </p:par>
                            </p:childTnLst>
                          </p:cTn>
                        </p:par>
                        <p:par>
                          <p:cTn id="143" fill="hold">
                            <p:stCondLst>
                              <p:cond delay="9950"/>
                            </p:stCondLst>
                            <p:childTnLst>
                              <p:par>
                                <p:cTn id="144" presetID="49" presetClass="entr" presetSubtype="0" decel="100000" fill="hold" grpId="0" nodeType="afterEffect">
                                  <p:stCondLst>
                                    <p:cond delay="0"/>
                                  </p:stCondLst>
                                  <p:childTnLst>
                                    <p:set>
                                      <p:cBhvr>
                                        <p:cTn id="145" dur="1" fill="hold">
                                          <p:stCondLst>
                                            <p:cond delay="0"/>
                                          </p:stCondLst>
                                        </p:cTn>
                                        <p:tgtEl>
                                          <p:spTgt spid="95"/>
                                        </p:tgtEl>
                                        <p:attrNameLst>
                                          <p:attrName>style.visibility</p:attrName>
                                        </p:attrNameLst>
                                      </p:cBhvr>
                                      <p:to>
                                        <p:strVal val="visible"/>
                                      </p:to>
                                    </p:set>
                                    <p:anim calcmode="lin" valueType="num">
                                      <p:cBhvr>
                                        <p:cTn id="146" dur="500" fill="hold"/>
                                        <p:tgtEl>
                                          <p:spTgt spid="95"/>
                                        </p:tgtEl>
                                        <p:attrNameLst>
                                          <p:attrName>ppt_w</p:attrName>
                                        </p:attrNameLst>
                                      </p:cBhvr>
                                      <p:tavLst>
                                        <p:tav tm="0">
                                          <p:val>
                                            <p:fltVal val="0"/>
                                          </p:val>
                                        </p:tav>
                                        <p:tav tm="100000">
                                          <p:val>
                                            <p:strVal val="#ppt_w"/>
                                          </p:val>
                                        </p:tav>
                                      </p:tavLst>
                                    </p:anim>
                                    <p:anim calcmode="lin" valueType="num">
                                      <p:cBhvr>
                                        <p:cTn id="147" dur="500" fill="hold"/>
                                        <p:tgtEl>
                                          <p:spTgt spid="95"/>
                                        </p:tgtEl>
                                        <p:attrNameLst>
                                          <p:attrName>ppt_h</p:attrName>
                                        </p:attrNameLst>
                                      </p:cBhvr>
                                      <p:tavLst>
                                        <p:tav tm="0">
                                          <p:val>
                                            <p:fltVal val="0"/>
                                          </p:val>
                                        </p:tav>
                                        <p:tav tm="100000">
                                          <p:val>
                                            <p:strVal val="#ppt_h"/>
                                          </p:val>
                                        </p:tav>
                                      </p:tavLst>
                                    </p:anim>
                                    <p:anim calcmode="lin" valueType="num">
                                      <p:cBhvr>
                                        <p:cTn id="148" dur="500" fill="hold"/>
                                        <p:tgtEl>
                                          <p:spTgt spid="95"/>
                                        </p:tgtEl>
                                        <p:attrNameLst>
                                          <p:attrName>style.rotation</p:attrName>
                                        </p:attrNameLst>
                                      </p:cBhvr>
                                      <p:tavLst>
                                        <p:tav tm="0">
                                          <p:val>
                                            <p:fltVal val="360"/>
                                          </p:val>
                                        </p:tav>
                                        <p:tav tm="100000">
                                          <p:val>
                                            <p:fltVal val="0"/>
                                          </p:val>
                                        </p:tav>
                                      </p:tavLst>
                                    </p:anim>
                                    <p:animEffect transition="in" filter="fade">
                                      <p:cBhvr>
                                        <p:cTn id="149" dur="500"/>
                                        <p:tgtEl>
                                          <p:spTgt spid="95"/>
                                        </p:tgtEl>
                                      </p:cBhvr>
                                    </p:animEffect>
                                  </p:childTnLst>
                                </p:cTn>
                              </p:par>
                            </p:childTnLst>
                          </p:cTn>
                        </p:par>
                        <p:par>
                          <p:cTn id="150" fill="hold">
                            <p:stCondLst>
                              <p:cond delay="10450"/>
                            </p:stCondLst>
                            <p:childTnLst>
                              <p:par>
                                <p:cTn id="151" presetID="2" presetClass="entr" presetSubtype="1" decel="100000" fill="hold" grpId="0" nodeType="afterEffect">
                                  <p:stCondLst>
                                    <p:cond delay="0"/>
                                  </p:stCondLst>
                                  <p:childTnLst>
                                    <p:set>
                                      <p:cBhvr>
                                        <p:cTn id="152" dur="1" fill="hold">
                                          <p:stCondLst>
                                            <p:cond delay="0"/>
                                          </p:stCondLst>
                                        </p:cTn>
                                        <p:tgtEl>
                                          <p:spTgt spid="96">
                                            <p:txEl>
                                              <p:pRg st="0" end="0"/>
                                            </p:txEl>
                                          </p:spTgt>
                                        </p:tgtEl>
                                        <p:attrNameLst>
                                          <p:attrName>style.visibility</p:attrName>
                                        </p:attrNameLst>
                                      </p:cBhvr>
                                      <p:to>
                                        <p:strVal val="visible"/>
                                      </p:to>
                                    </p:set>
                                    <p:anim calcmode="lin" valueType="num">
                                      <p:cBhvr additive="base">
                                        <p:cTn id="153" dur="500" fill="hold"/>
                                        <p:tgtEl>
                                          <p:spTgt spid="96">
                                            <p:txEl>
                                              <p:pRg st="0" end="0"/>
                                            </p:txEl>
                                          </p:spTgt>
                                        </p:tgtEl>
                                        <p:attrNameLst>
                                          <p:attrName>ppt_x</p:attrName>
                                        </p:attrNameLst>
                                      </p:cBhvr>
                                      <p:tavLst>
                                        <p:tav tm="0">
                                          <p:val>
                                            <p:strVal val="#ppt_x"/>
                                          </p:val>
                                        </p:tav>
                                        <p:tav tm="100000">
                                          <p:val>
                                            <p:strVal val="#ppt_x"/>
                                          </p:val>
                                        </p:tav>
                                      </p:tavLst>
                                    </p:anim>
                                    <p:anim calcmode="lin" valueType="num">
                                      <p:cBhvr additive="base">
                                        <p:cTn id="154" dur="500" fill="hold"/>
                                        <p:tgtEl>
                                          <p:spTgt spid="96">
                                            <p:txEl>
                                              <p:pRg st="0" end="0"/>
                                            </p:txEl>
                                          </p:spTgt>
                                        </p:tgtEl>
                                        <p:attrNameLst>
                                          <p:attrName>ppt_y</p:attrName>
                                        </p:attrNameLst>
                                      </p:cBhvr>
                                      <p:tavLst>
                                        <p:tav tm="0">
                                          <p:val>
                                            <p:strVal val="0-#ppt_h/2"/>
                                          </p:val>
                                        </p:tav>
                                        <p:tav tm="100000">
                                          <p:val>
                                            <p:strVal val="#ppt_y"/>
                                          </p:val>
                                        </p:tav>
                                      </p:tavLst>
                                    </p:anim>
                                  </p:childTnLst>
                                </p:cTn>
                              </p:par>
                              <p:par>
                                <p:cTn id="155" presetID="2" presetClass="entr" presetSubtype="1" decel="100000" fill="hold" grpId="0" nodeType="withEffect">
                                  <p:stCondLst>
                                    <p:cond delay="100"/>
                                  </p:stCondLst>
                                  <p:childTnLst>
                                    <p:set>
                                      <p:cBhvr>
                                        <p:cTn id="156" dur="1" fill="hold">
                                          <p:stCondLst>
                                            <p:cond delay="0"/>
                                          </p:stCondLst>
                                        </p:cTn>
                                        <p:tgtEl>
                                          <p:spTgt spid="97">
                                            <p:txEl>
                                              <p:pRg st="0" end="0"/>
                                            </p:txEl>
                                          </p:spTgt>
                                        </p:tgtEl>
                                        <p:attrNameLst>
                                          <p:attrName>style.visibility</p:attrName>
                                        </p:attrNameLst>
                                      </p:cBhvr>
                                      <p:to>
                                        <p:strVal val="visible"/>
                                      </p:to>
                                    </p:set>
                                    <p:anim calcmode="lin" valueType="num">
                                      <p:cBhvr additive="base">
                                        <p:cTn id="157" dur="500" fill="hold"/>
                                        <p:tgtEl>
                                          <p:spTgt spid="97">
                                            <p:txEl>
                                              <p:pRg st="0" end="0"/>
                                            </p:txEl>
                                          </p:spTgt>
                                        </p:tgtEl>
                                        <p:attrNameLst>
                                          <p:attrName>ppt_x</p:attrName>
                                        </p:attrNameLst>
                                      </p:cBhvr>
                                      <p:tavLst>
                                        <p:tav tm="0">
                                          <p:val>
                                            <p:strVal val="#ppt_x"/>
                                          </p:val>
                                        </p:tav>
                                        <p:tav tm="100000">
                                          <p:val>
                                            <p:strVal val="#ppt_x"/>
                                          </p:val>
                                        </p:tav>
                                      </p:tavLst>
                                    </p:anim>
                                    <p:anim calcmode="lin" valueType="num">
                                      <p:cBhvr additive="base">
                                        <p:cTn id="158" dur="500" fill="hold"/>
                                        <p:tgtEl>
                                          <p:spTgt spid="97">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90" grpId="0" animBg="1"/>
      <p:bldP spid="95" grpId="0"/>
      <p:bldP spid="96" grpId="0" build="p">
        <p:tmplLst>
          <p:tmpl lvl="1">
            <p:tnLst>
              <p:par>
                <p:cTn presetID="2" presetClass="entr" presetSubtype="1" decel="100000" fill="hold" nodeType="afterEffect">
                  <p:stCondLst>
                    <p:cond delay="0"/>
                  </p:stCondLst>
                  <p:childTnLst>
                    <p:set>
                      <p:cBhvr>
                        <p:cTn dur="1" fill="hold">
                          <p:stCondLst>
                            <p:cond delay="0"/>
                          </p:stCondLst>
                        </p:cTn>
                        <p:tgtEl>
                          <p:spTgt spid="96"/>
                        </p:tgtEl>
                        <p:attrNameLst>
                          <p:attrName>style.visibility</p:attrName>
                        </p:attrNameLst>
                      </p:cBhvr>
                      <p:to>
                        <p:strVal val="visible"/>
                      </p:to>
                    </p:set>
                    <p:anim calcmode="lin" valueType="num">
                      <p:cBhvr additive="base">
                        <p:cTn dur="500" fill="hold"/>
                        <p:tgtEl>
                          <p:spTgt spid="96"/>
                        </p:tgtEl>
                        <p:attrNameLst>
                          <p:attrName>ppt_x</p:attrName>
                        </p:attrNameLst>
                      </p:cBhvr>
                      <p:tavLst>
                        <p:tav tm="0">
                          <p:val>
                            <p:strVal val="#ppt_x"/>
                          </p:val>
                        </p:tav>
                        <p:tav tm="100000">
                          <p:val>
                            <p:strVal val="#ppt_x"/>
                          </p:val>
                        </p:tav>
                      </p:tavLst>
                    </p:anim>
                    <p:anim calcmode="lin" valueType="num">
                      <p:cBhvr additive="base">
                        <p:cTn dur="500" fill="hold"/>
                        <p:tgtEl>
                          <p:spTgt spid="96"/>
                        </p:tgtEl>
                        <p:attrNameLst>
                          <p:attrName>ppt_y</p:attrName>
                        </p:attrNameLst>
                      </p:cBhvr>
                      <p:tavLst>
                        <p:tav tm="0">
                          <p:val>
                            <p:strVal val="0-#ppt_h/2"/>
                          </p:val>
                        </p:tav>
                        <p:tav tm="100000">
                          <p:val>
                            <p:strVal val="#ppt_y"/>
                          </p:val>
                        </p:tav>
                      </p:tavLst>
                    </p:anim>
                  </p:childTnLst>
                </p:cTn>
              </p:par>
            </p:tnLst>
          </p:tmpl>
        </p:tmplLst>
      </p:bldP>
      <p:bldP spid="97" grpId="0" build="p">
        <p:tmplLst>
          <p:tmpl lvl="1">
            <p:tnLst>
              <p:par>
                <p:cTn presetID="2" presetClass="entr" presetSubtype="1" decel="100000" fill="hold" nodeType="withEffect">
                  <p:stCondLst>
                    <p:cond delay="100"/>
                  </p:stCondLst>
                  <p:childTnLst>
                    <p:set>
                      <p:cBhvr>
                        <p:cTn dur="1" fill="hold">
                          <p:stCondLst>
                            <p:cond delay="0"/>
                          </p:stCondLst>
                        </p:cTn>
                        <p:tgtEl>
                          <p:spTgt spid="97"/>
                        </p:tgtEl>
                        <p:attrNameLst>
                          <p:attrName>style.visibility</p:attrName>
                        </p:attrNameLst>
                      </p:cBhvr>
                      <p:to>
                        <p:strVal val="visible"/>
                      </p:to>
                    </p:set>
                    <p:anim calcmode="lin" valueType="num">
                      <p:cBhvr additive="base">
                        <p:cTn dur="500" fill="hold"/>
                        <p:tgtEl>
                          <p:spTgt spid="97"/>
                        </p:tgtEl>
                        <p:attrNameLst>
                          <p:attrName>ppt_x</p:attrName>
                        </p:attrNameLst>
                      </p:cBhvr>
                      <p:tavLst>
                        <p:tav tm="0">
                          <p:val>
                            <p:strVal val="#ppt_x"/>
                          </p:val>
                        </p:tav>
                        <p:tav tm="100000">
                          <p:val>
                            <p:strVal val="#ppt_x"/>
                          </p:val>
                        </p:tav>
                      </p:tavLst>
                    </p:anim>
                    <p:anim calcmode="lin" valueType="num">
                      <p:cBhvr additive="base">
                        <p:cTn dur="500" fill="hold"/>
                        <p:tgtEl>
                          <p:spTgt spid="97"/>
                        </p:tgtEl>
                        <p:attrNameLst>
                          <p:attrName>ppt_y</p:attrName>
                        </p:attrNameLst>
                      </p:cBhvr>
                      <p:tavLst>
                        <p:tav tm="0">
                          <p:val>
                            <p:strVal val="0-#ppt_h/2"/>
                          </p:val>
                        </p:tav>
                        <p:tav tm="100000">
                          <p:val>
                            <p:strVal val="#ppt_y"/>
                          </p:val>
                        </p:tav>
                      </p:tavLst>
                    </p:anim>
                  </p:childTnLst>
                </p:cTn>
              </p:par>
            </p:tnLst>
          </p:tmpl>
        </p:tmplLst>
      </p:bldP>
      <p:bldP spid="80" grpId="0" animBg="1"/>
      <p:bldP spid="81" grpId="0" animBg="1"/>
      <p:bldP spid="86" grpId="0"/>
      <p:bldP spid="87" grpId="0" build="p">
        <p:tmplLst>
          <p:tmpl lvl="1">
            <p:tnLst>
              <p:par>
                <p:cTn presetID="2" presetClass="entr" presetSubtype="1" decel="100000" fill="hold" nodeType="afterEffect">
                  <p:stCondLst>
                    <p:cond delay="0"/>
                  </p:stCondLst>
                  <p:childTnLst>
                    <p:set>
                      <p:cBhvr>
                        <p:cTn dur="1" fill="hold">
                          <p:stCondLst>
                            <p:cond delay="0"/>
                          </p:stCondLst>
                        </p:cTn>
                        <p:tgtEl>
                          <p:spTgt spid="87"/>
                        </p:tgtEl>
                        <p:attrNameLst>
                          <p:attrName>style.visibility</p:attrName>
                        </p:attrNameLst>
                      </p:cBhvr>
                      <p:to>
                        <p:strVal val="visible"/>
                      </p:to>
                    </p:set>
                    <p:anim calcmode="lin" valueType="num">
                      <p:cBhvr additive="base">
                        <p:cTn dur="500" fill="hold"/>
                        <p:tgtEl>
                          <p:spTgt spid="87"/>
                        </p:tgtEl>
                        <p:attrNameLst>
                          <p:attrName>ppt_x</p:attrName>
                        </p:attrNameLst>
                      </p:cBhvr>
                      <p:tavLst>
                        <p:tav tm="0">
                          <p:val>
                            <p:strVal val="#ppt_x"/>
                          </p:val>
                        </p:tav>
                        <p:tav tm="100000">
                          <p:val>
                            <p:strVal val="#ppt_x"/>
                          </p:val>
                        </p:tav>
                      </p:tavLst>
                    </p:anim>
                    <p:anim calcmode="lin" valueType="num">
                      <p:cBhvr additive="base">
                        <p:cTn dur="500" fill="hold"/>
                        <p:tgtEl>
                          <p:spTgt spid="87"/>
                        </p:tgtEl>
                        <p:attrNameLst>
                          <p:attrName>ppt_y</p:attrName>
                        </p:attrNameLst>
                      </p:cBhvr>
                      <p:tavLst>
                        <p:tav tm="0">
                          <p:val>
                            <p:strVal val="0-#ppt_h/2"/>
                          </p:val>
                        </p:tav>
                        <p:tav tm="100000">
                          <p:val>
                            <p:strVal val="#ppt_y"/>
                          </p:val>
                        </p:tav>
                      </p:tavLst>
                    </p:anim>
                  </p:childTnLst>
                </p:cTn>
              </p:par>
            </p:tnLst>
          </p:tmpl>
        </p:tmplLst>
      </p:bldP>
      <p:bldP spid="88" grpId="0" build="p">
        <p:tmplLst>
          <p:tmpl lvl="1">
            <p:tnLst>
              <p:par>
                <p:cTn presetID="2" presetClass="entr" presetSubtype="1" decel="100000" fill="hold" nodeType="withEffect">
                  <p:stCondLst>
                    <p:cond delay="100"/>
                  </p:stCondLst>
                  <p:childTnLst>
                    <p:set>
                      <p:cBhvr>
                        <p:cTn dur="1" fill="hold">
                          <p:stCondLst>
                            <p:cond delay="0"/>
                          </p:stCondLst>
                        </p:cTn>
                        <p:tgtEl>
                          <p:spTgt spid="88"/>
                        </p:tgtEl>
                        <p:attrNameLst>
                          <p:attrName>style.visibility</p:attrName>
                        </p:attrNameLst>
                      </p:cBhvr>
                      <p:to>
                        <p:strVal val="visible"/>
                      </p:to>
                    </p:set>
                    <p:anim calcmode="lin" valueType="num">
                      <p:cBhvr additive="base">
                        <p:cTn dur="500" fill="hold"/>
                        <p:tgtEl>
                          <p:spTgt spid="88"/>
                        </p:tgtEl>
                        <p:attrNameLst>
                          <p:attrName>ppt_x</p:attrName>
                        </p:attrNameLst>
                      </p:cBhvr>
                      <p:tavLst>
                        <p:tav tm="0">
                          <p:val>
                            <p:strVal val="#ppt_x"/>
                          </p:val>
                        </p:tav>
                        <p:tav tm="100000">
                          <p:val>
                            <p:strVal val="#ppt_x"/>
                          </p:val>
                        </p:tav>
                      </p:tavLst>
                    </p:anim>
                    <p:anim calcmode="lin" valueType="num">
                      <p:cBhvr additive="base">
                        <p:cTn dur="500" fill="hold"/>
                        <p:tgtEl>
                          <p:spTgt spid="88"/>
                        </p:tgtEl>
                        <p:attrNameLst>
                          <p:attrName>ppt_y</p:attrName>
                        </p:attrNameLst>
                      </p:cBhvr>
                      <p:tavLst>
                        <p:tav tm="0">
                          <p:val>
                            <p:strVal val="0-#ppt_h/2"/>
                          </p:val>
                        </p:tav>
                        <p:tav tm="100000">
                          <p:val>
                            <p:strVal val="#ppt_y"/>
                          </p:val>
                        </p:tav>
                      </p:tavLst>
                    </p:anim>
                  </p:childTnLst>
                </p:cTn>
              </p:par>
            </p:tnLst>
          </p:tmpl>
        </p:tmplLst>
      </p:bldP>
      <p:bldP spid="7" grpId="0" animBg="1"/>
      <p:bldP spid="12" grpId="0" animBg="1"/>
      <p:bldP spid="4" grpId="0" animBg="1"/>
      <p:bldP spid="54" grpId="0"/>
      <p:bldP spid="56" grpId="0">
        <p:tmplLst>
          <p:tmpl>
            <p:tnLst>
              <p:par>
                <p:cTn presetID="22" presetClass="entr" presetSubtype="8" fill="hold" nodeType="afterEffect">
                  <p:stCondLst>
                    <p:cond delay="0"/>
                  </p:stCondLst>
                  <p:childTnLst>
                    <p:set>
                      <p:cBhvr>
                        <p:cTn dur="1" fill="hold">
                          <p:stCondLst>
                            <p:cond delay="0"/>
                          </p:stCondLst>
                        </p:cTn>
                        <p:tgtEl>
                          <p:spTgt spid="56"/>
                        </p:tgtEl>
                        <p:attrNameLst>
                          <p:attrName>style.visibility</p:attrName>
                        </p:attrNameLst>
                      </p:cBhvr>
                      <p:to>
                        <p:strVal val="visible"/>
                      </p:to>
                    </p:set>
                    <p:animEffect transition="in" filter="wipe(left)">
                      <p:cBhvr>
                        <p:cTn dur="500"/>
                        <p:tgtEl>
                          <p:spTgt spid="56"/>
                        </p:tgtEl>
                      </p:cBhvr>
                    </p:animEffect>
                  </p:childTnLst>
                </p:cTn>
              </p:par>
            </p:tnLst>
          </p:tmpl>
        </p:tmplLst>
      </p:bldP>
      <p:bldP spid="57" grpId="0" animBg="1"/>
      <p:bldP spid="58" grpId="0"/>
      <p:bldP spid="58" grpId="1"/>
      <p:bldP spid="58" grpId="2"/>
      <p:bldP spid="59" grpId="0"/>
      <p:bldP spid="60" grpId="0" build="p">
        <p:tmplLst>
          <p:tmpl lvl="1">
            <p:tnLst>
              <p:par>
                <p:cTn presetID="2" presetClass="entr" presetSubtype="1" decel="100000" fill="hold" nodeType="afterEffect">
                  <p:stCondLst>
                    <p:cond delay="0"/>
                  </p:stCondLst>
                  <p:childTnLst>
                    <p:set>
                      <p:cBhvr>
                        <p:cTn dur="1" fill="hold">
                          <p:stCondLst>
                            <p:cond delay="0"/>
                          </p:stCondLst>
                        </p:cTn>
                        <p:tgtEl>
                          <p:spTgt spid="60"/>
                        </p:tgtEl>
                        <p:attrNameLst>
                          <p:attrName>style.visibility</p:attrName>
                        </p:attrNameLst>
                      </p:cBhvr>
                      <p:to>
                        <p:strVal val="visible"/>
                      </p:to>
                    </p:set>
                    <p:anim calcmode="lin" valueType="num">
                      <p:cBhvr additive="base">
                        <p:cTn dur="500" fill="hold"/>
                        <p:tgtEl>
                          <p:spTgt spid="60"/>
                        </p:tgtEl>
                        <p:attrNameLst>
                          <p:attrName>ppt_x</p:attrName>
                        </p:attrNameLst>
                      </p:cBhvr>
                      <p:tavLst>
                        <p:tav tm="0">
                          <p:val>
                            <p:strVal val="#ppt_x"/>
                          </p:val>
                        </p:tav>
                        <p:tav tm="100000">
                          <p:val>
                            <p:strVal val="#ppt_x"/>
                          </p:val>
                        </p:tav>
                      </p:tavLst>
                    </p:anim>
                    <p:anim calcmode="lin" valueType="num">
                      <p:cBhvr additive="base">
                        <p:cTn dur="500" fill="hold"/>
                        <p:tgtEl>
                          <p:spTgt spid="60"/>
                        </p:tgtEl>
                        <p:attrNameLst>
                          <p:attrName>ppt_y</p:attrName>
                        </p:attrNameLst>
                      </p:cBhvr>
                      <p:tavLst>
                        <p:tav tm="0">
                          <p:val>
                            <p:strVal val="0-#ppt_h/2"/>
                          </p:val>
                        </p:tav>
                        <p:tav tm="100000">
                          <p:val>
                            <p:strVal val="#ppt_y"/>
                          </p:val>
                        </p:tav>
                      </p:tavLst>
                    </p:anim>
                  </p:childTnLst>
                </p:cTn>
              </p:par>
            </p:tnLst>
          </p:tmpl>
        </p:tmplLst>
      </p:bldP>
      <p:bldP spid="61" grpId="0" build="p">
        <p:tmplLst>
          <p:tmpl lvl="1">
            <p:tnLst>
              <p:par>
                <p:cTn presetID="2" presetClass="entr" presetSubtype="1" decel="100000" fill="hold" nodeType="withEffect">
                  <p:stCondLst>
                    <p:cond delay="100"/>
                  </p:stCondLst>
                  <p:childTnLst>
                    <p:set>
                      <p:cBhvr>
                        <p:cTn dur="1" fill="hold">
                          <p:stCondLst>
                            <p:cond delay="0"/>
                          </p:stCondLst>
                        </p:cTn>
                        <p:tgtEl>
                          <p:spTgt spid="61"/>
                        </p:tgtEl>
                        <p:attrNameLst>
                          <p:attrName>style.visibility</p:attrName>
                        </p:attrNameLst>
                      </p:cBhvr>
                      <p:to>
                        <p:strVal val="visible"/>
                      </p:to>
                    </p:set>
                    <p:anim calcmode="lin" valueType="num">
                      <p:cBhvr additive="base">
                        <p:cTn dur="500" fill="hold"/>
                        <p:tgtEl>
                          <p:spTgt spid="61"/>
                        </p:tgtEl>
                        <p:attrNameLst>
                          <p:attrName>ppt_x</p:attrName>
                        </p:attrNameLst>
                      </p:cBhvr>
                      <p:tavLst>
                        <p:tav tm="0">
                          <p:val>
                            <p:strVal val="#ppt_x"/>
                          </p:val>
                        </p:tav>
                        <p:tav tm="100000">
                          <p:val>
                            <p:strVal val="#ppt_x"/>
                          </p:val>
                        </p:tav>
                      </p:tavLst>
                    </p:anim>
                    <p:anim calcmode="lin" valueType="num">
                      <p:cBhvr additive="base">
                        <p:cTn dur="500" fill="hold"/>
                        <p:tgtEl>
                          <p:spTgt spid="61"/>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No Contents and no footer">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dirty="0"/>
          </a:p>
        </p:txBody>
      </p:sp>
      <p:sp>
        <p:nvSpPr>
          <p:cNvPr id="29" name="テキスト プレースホルダー 5"/>
          <p:cNvSpPr>
            <a:spLocks noGrp="1"/>
          </p:cNvSpPr>
          <p:nvPr>
            <p:ph type="body" sz="quarter" idx="17"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344365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 calcmode="lin" valueType="num">
                                      <p:cBhvr additive="base">
                                        <p:cTn id="7"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tmplLst>
          <p:tmpl lvl="1">
            <p:tnLst>
              <p:par>
                <p:cTn presetID="2" presetClass="entr" presetSubtype="1"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Web Mockup and 3 Points">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p>
            <a:r>
              <a:rPr kumimoji="1" lang="en-US" altLang="ja-JP" dirty="0"/>
              <a:t>SLIDE TITLE GOES HERE</a:t>
            </a:r>
            <a:endParaRPr kumimoji="1" lang="ja-JP" altLang="en-US" dirty="0"/>
          </a:p>
        </p:txBody>
      </p:sp>
      <p:sp>
        <p:nvSpPr>
          <p:cNvPr id="4" name="スライド番号プレースホルダー 3"/>
          <p:cNvSpPr>
            <a:spLocks noGrp="1"/>
          </p:cNvSpPr>
          <p:nvPr>
            <p:ph type="sldNum" sz="quarter" idx="11"/>
          </p:nvPr>
        </p:nvSpPr>
        <p:spPr/>
        <p:txBody>
          <a:bodyPr/>
          <a:lstStyle/>
          <a:p>
            <a:fld id="{FADD65F2-3061-4838-8922-F719F7BAC906}" type="slidenum">
              <a:rPr lang="ja-JP" altLang="en-US" smtClean="0"/>
              <a:pPr/>
              <a:t>‹#›</a:t>
            </a:fld>
            <a:endParaRPr lang="ja-JP" altLang="en-US" dirty="0"/>
          </a:p>
        </p:txBody>
      </p:sp>
      <p:sp>
        <p:nvSpPr>
          <p:cNvPr id="5" name="正方形/長方形 4"/>
          <p:cNvSpPr/>
          <p:nvPr userDrawn="1"/>
        </p:nvSpPr>
        <p:spPr>
          <a:xfrm>
            <a:off x="-29029" y="6995886"/>
            <a:ext cx="18360000" cy="3343086"/>
          </a:xfrm>
          <a:prstGeom prst="rect">
            <a:avLst/>
          </a:prstGeom>
          <a:blipFill dpi="0" rotWithShape="0">
            <a:blip r:embed="rId2"/>
            <a:srcRect/>
            <a:tile tx="0" ty="0" sx="100000" sy="100000" flip="none" algn="tl"/>
          </a:blipFill>
          <a:ln>
            <a:noFill/>
          </a:ln>
          <a:effectLst>
            <a:outerShdw blurRad="50800" dist="38100" dir="16200000"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6" name="直線コネクタ 5"/>
          <p:cNvCxnSpPr/>
          <p:nvPr userDrawn="1"/>
        </p:nvCxnSpPr>
        <p:spPr>
          <a:xfrm>
            <a:off x="0" y="7174818"/>
            <a:ext cx="18291175" cy="1"/>
          </a:xfrm>
          <a:prstGeom prst="line">
            <a:avLst/>
          </a:prstGeom>
          <a:ln w="28575">
            <a:solidFill>
              <a:schemeClr val="bg1">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7" name="テキスト プレースホルダー 5"/>
          <p:cNvSpPr>
            <a:spLocks noGrp="1"/>
          </p:cNvSpPr>
          <p:nvPr>
            <p:ph type="body" sz="quarter" idx="12" hasCustomPrompt="1"/>
          </p:nvPr>
        </p:nvSpPr>
        <p:spPr>
          <a:xfrm>
            <a:off x="9947176" y="7532913"/>
            <a:ext cx="7822859" cy="1756228"/>
          </a:xfrm>
          <a:prstGeom prst="rect">
            <a:avLst/>
          </a:prstGeom>
        </p:spPr>
        <p:txBody>
          <a:bodyPr anchor="t">
            <a:normAutofit/>
          </a:bodyPr>
          <a:lstStyle>
            <a:lvl1pPr marL="0" indent="0" algn="l">
              <a:lnSpc>
                <a:spcPct val="130000"/>
              </a:lnSpc>
              <a:buFontTx/>
              <a:buNone/>
              <a:defRPr sz="2000" baseline="0">
                <a:solidFill>
                  <a:schemeClr val="tx2"/>
                </a:solidFill>
              </a:defRPr>
            </a:lvl1pPr>
          </a:lstStyle>
          <a:p>
            <a:pPr lvl="0"/>
            <a:r>
              <a:rPr kumimoji="1" lang="en-US" altLang="ja-JP" dirty="0"/>
              <a:t>Text Here</a:t>
            </a:r>
            <a:endParaRPr kumimoji="1" lang="ja-JP" altLang="en-US" dirty="0"/>
          </a:p>
        </p:txBody>
      </p:sp>
      <p:sp>
        <p:nvSpPr>
          <p:cNvPr id="8" name="図プレースホルダー 6"/>
          <p:cNvSpPr>
            <a:spLocks noGrp="1"/>
          </p:cNvSpPr>
          <p:nvPr>
            <p:ph type="pic" sz="quarter" idx="13" hasCustomPrompt="1"/>
          </p:nvPr>
        </p:nvSpPr>
        <p:spPr>
          <a:xfrm>
            <a:off x="914558" y="3259417"/>
            <a:ext cx="8608795" cy="4885716"/>
          </a:xfrm>
          <a:prstGeom prst="rect">
            <a:avLst/>
          </a:prstGeom>
          <a:solidFill>
            <a:schemeClr val="tx1">
              <a:lumMod val="10000"/>
              <a:lumOff val="90000"/>
            </a:schemeClr>
          </a:solidFill>
          <a:effectLst>
            <a:outerShdw blurRad="177800" dist="127000" dir="2700000" algn="tl" rotWithShape="0">
              <a:prstClr val="black">
                <a:alpha val="40000"/>
              </a:prstClr>
            </a:outerShdw>
          </a:effectLst>
        </p:spPr>
        <p:txBody>
          <a:bodyPr>
            <a:normAutofit/>
          </a:bodyPr>
          <a:lstStyle>
            <a:lvl1pPr>
              <a:defRPr sz="2000" baseline="0"/>
            </a:lvl1pPr>
          </a:lstStyle>
          <a:p>
            <a:r>
              <a:rPr kumimoji="1" lang="en-US" altLang="ja-JP" dirty="0"/>
              <a:t>Add an image</a:t>
            </a:r>
            <a:endParaRPr kumimoji="1" lang="ja-JP" altLang="en-US" dirty="0"/>
          </a:p>
        </p:txBody>
      </p:sp>
      <p:grpSp>
        <p:nvGrpSpPr>
          <p:cNvPr id="9" name="グループ化 8"/>
          <p:cNvGrpSpPr/>
          <p:nvPr userDrawn="1"/>
        </p:nvGrpSpPr>
        <p:grpSpPr>
          <a:xfrm>
            <a:off x="914558" y="2781960"/>
            <a:ext cx="8608796" cy="593569"/>
            <a:chOff x="628206" y="2067583"/>
            <a:chExt cx="10360933" cy="714377"/>
          </a:xfrm>
        </p:grpSpPr>
        <p:sp>
          <p:nvSpPr>
            <p:cNvPr id="10" name="角丸四角形 7"/>
            <p:cNvSpPr/>
            <p:nvPr userDrawn="1"/>
          </p:nvSpPr>
          <p:spPr>
            <a:xfrm>
              <a:off x="628206" y="2067583"/>
              <a:ext cx="10360933" cy="714377"/>
            </a:xfrm>
            <a:custGeom>
              <a:avLst/>
              <a:gdLst/>
              <a:ahLst/>
              <a:cxnLst/>
              <a:rect l="l" t="t" r="r" b="b"/>
              <a:pathLst>
                <a:path w="9179608" h="714377">
                  <a:moveTo>
                    <a:pt x="169868" y="0"/>
                  </a:moveTo>
                  <a:lnTo>
                    <a:pt x="9009740" y="0"/>
                  </a:lnTo>
                  <a:cubicBezTo>
                    <a:pt x="9103556" y="0"/>
                    <a:pt x="9179608" y="76052"/>
                    <a:pt x="9179608" y="169868"/>
                  </a:cubicBezTo>
                  <a:lnTo>
                    <a:pt x="9179608" y="714377"/>
                  </a:lnTo>
                  <a:lnTo>
                    <a:pt x="0" y="714377"/>
                  </a:lnTo>
                  <a:lnTo>
                    <a:pt x="0" y="169868"/>
                  </a:lnTo>
                  <a:cubicBezTo>
                    <a:pt x="0" y="76052"/>
                    <a:pt x="76052" y="0"/>
                    <a:pt x="169868" y="0"/>
                  </a:cubicBezTo>
                  <a:close/>
                </a:path>
              </a:pathLst>
            </a:custGeom>
            <a:blipFill dpi="0" rotWithShape="0">
              <a:blip r:embed="rId3"/>
              <a:srcRect/>
              <a:tile tx="0" ty="0" sx="100000" sy="100000" flip="none" algn="tl"/>
            </a:blipFill>
            <a:ln>
              <a:noFill/>
            </a:ln>
            <a:effectLst>
              <a:outerShdw blurRad="177800" dist="88900" algn="l"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nvGrpSpPr>
            <p:cNvPr id="11" name="グループ化 10"/>
            <p:cNvGrpSpPr/>
            <p:nvPr userDrawn="1"/>
          </p:nvGrpSpPr>
          <p:grpSpPr>
            <a:xfrm>
              <a:off x="817973" y="2232734"/>
              <a:ext cx="820614" cy="267286"/>
              <a:chOff x="1266091" y="2232734"/>
              <a:chExt cx="820614" cy="267286"/>
            </a:xfrm>
            <a:blipFill dpi="0" rotWithShape="1">
              <a:blip r:embed="rId4"/>
              <a:srcRect/>
              <a:tile tx="0" ty="0" sx="100000" sy="100000" flip="none" algn="tl"/>
            </a:blipFill>
            <a:effectLst>
              <a:outerShdw blurRad="50800" dist="38100" dir="2700000" algn="tl" rotWithShape="0">
                <a:prstClr val="black">
                  <a:alpha val="40000"/>
                </a:prstClr>
              </a:outerShdw>
            </a:effectLst>
          </p:grpSpPr>
          <p:sp>
            <p:nvSpPr>
              <p:cNvPr id="16" name="円/楕円 15"/>
              <p:cNvSpPr/>
              <p:nvPr userDrawn="1"/>
            </p:nvSpPr>
            <p:spPr>
              <a:xfrm>
                <a:off x="1266091" y="2232734"/>
                <a:ext cx="267286" cy="267286"/>
              </a:xfrm>
              <a:prstGeom prst="ellipse">
                <a:avLst/>
              </a:prstGeom>
              <a:grpFill/>
              <a:ln>
                <a:noFill/>
              </a:ln>
              <a:effectLst>
                <a:innerShdw blurRad="114300">
                  <a:prstClr val="black"/>
                </a:inn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7" name="円/楕円 16"/>
              <p:cNvSpPr/>
              <p:nvPr userDrawn="1"/>
            </p:nvSpPr>
            <p:spPr>
              <a:xfrm>
                <a:off x="1542755" y="2232734"/>
                <a:ext cx="267286" cy="267286"/>
              </a:xfrm>
              <a:prstGeom prst="ellipse">
                <a:avLst/>
              </a:prstGeom>
              <a:grpFill/>
              <a:ln>
                <a:noFill/>
              </a:ln>
              <a:effectLst>
                <a:innerShdw blurRad="114300">
                  <a:prstClr val="black"/>
                </a:inn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8" name="円/楕円 17"/>
              <p:cNvSpPr/>
              <p:nvPr userDrawn="1"/>
            </p:nvSpPr>
            <p:spPr>
              <a:xfrm>
                <a:off x="1819419" y="2232734"/>
                <a:ext cx="267286" cy="267286"/>
              </a:xfrm>
              <a:prstGeom prst="ellipse">
                <a:avLst/>
              </a:prstGeom>
              <a:grpFill/>
              <a:ln>
                <a:noFill/>
              </a:ln>
              <a:effectLst>
                <a:innerShdw blurRad="114300">
                  <a:prstClr val="black"/>
                </a:inn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grpSp>
          <p:nvGrpSpPr>
            <p:cNvPr id="12" name="グループ化 11"/>
            <p:cNvGrpSpPr/>
            <p:nvPr userDrawn="1"/>
          </p:nvGrpSpPr>
          <p:grpSpPr>
            <a:xfrm>
              <a:off x="10412105" y="2203721"/>
              <a:ext cx="432000" cy="348274"/>
              <a:chOff x="9655539" y="2203721"/>
              <a:chExt cx="432000" cy="348274"/>
            </a:xfrm>
            <a:blipFill dpi="0" rotWithShape="1">
              <a:blip r:embed="rId4"/>
              <a:srcRect/>
              <a:tile tx="0" ty="0" sx="100000" sy="100000" flip="none" algn="tl"/>
            </a:blipFill>
          </p:grpSpPr>
          <p:sp>
            <p:nvSpPr>
              <p:cNvPr id="13" name="正方形/長方形 12"/>
              <p:cNvSpPr/>
              <p:nvPr userDrawn="1"/>
            </p:nvSpPr>
            <p:spPr>
              <a:xfrm>
                <a:off x="9655539" y="2203721"/>
                <a:ext cx="432000" cy="108000"/>
              </a:xfrm>
              <a:prstGeom prst="rect">
                <a:avLst/>
              </a:prstGeom>
              <a:grpFill/>
              <a:ln>
                <a:noFill/>
              </a:ln>
              <a:effectLst>
                <a:outerShdw blurRad="88900" dist="762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4" name="正方形/長方形 13"/>
              <p:cNvSpPr/>
              <p:nvPr userDrawn="1"/>
            </p:nvSpPr>
            <p:spPr>
              <a:xfrm>
                <a:off x="9655539" y="2323858"/>
                <a:ext cx="432000" cy="108000"/>
              </a:xfrm>
              <a:prstGeom prst="rect">
                <a:avLst/>
              </a:prstGeom>
              <a:grpFill/>
              <a:ln>
                <a:noFill/>
              </a:ln>
              <a:effectLst>
                <a:outerShdw blurRad="88900" dist="762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5" name="正方形/長方形 14"/>
              <p:cNvSpPr/>
              <p:nvPr userDrawn="1"/>
            </p:nvSpPr>
            <p:spPr>
              <a:xfrm>
                <a:off x="9655539" y="2443995"/>
                <a:ext cx="432000" cy="108000"/>
              </a:xfrm>
              <a:prstGeom prst="rect">
                <a:avLst/>
              </a:prstGeom>
              <a:grpFill/>
              <a:ln>
                <a:noFill/>
              </a:ln>
              <a:effectLst>
                <a:outerShdw blurRad="88900" dist="76200" dir="5400000" algn="t"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grpSp>
      </p:grpSp>
      <p:sp>
        <p:nvSpPr>
          <p:cNvPr id="21" name="山形 20"/>
          <p:cNvSpPr/>
          <p:nvPr userDrawn="1"/>
        </p:nvSpPr>
        <p:spPr>
          <a:xfrm>
            <a:off x="9976204" y="2839908"/>
            <a:ext cx="380632" cy="380632"/>
          </a:xfrm>
          <a:prstGeom prst="chevron">
            <a:avLst/>
          </a:prstGeom>
          <a:blipFill dpi="0" rotWithShape="0">
            <a:blip r:embed="rId5"/>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2" name="テキスト プレースホルダー 5"/>
          <p:cNvSpPr>
            <a:spLocks noGrp="1"/>
          </p:cNvSpPr>
          <p:nvPr>
            <p:ph type="body" sz="quarter" idx="14" hasCustomPrompt="1"/>
          </p:nvPr>
        </p:nvSpPr>
        <p:spPr>
          <a:xfrm>
            <a:off x="10468317" y="2713649"/>
            <a:ext cx="7035912" cy="117618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a:p>
            <a:pPr lvl="0"/>
            <a:endParaRPr kumimoji="1" lang="en-US" altLang="ja-JP" dirty="0"/>
          </a:p>
          <a:p>
            <a:pPr lvl="0"/>
            <a:endParaRPr kumimoji="1" lang="ja-JP" altLang="en-US" dirty="0"/>
          </a:p>
        </p:txBody>
      </p:sp>
      <p:sp>
        <p:nvSpPr>
          <p:cNvPr id="25" name="山形 24"/>
          <p:cNvSpPr/>
          <p:nvPr userDrawn="1"/>
        </p:nvSpPr>
        <p:spPr>
          <a:xfrm>
            <a:off x="9976204" y="4280451"/>
            <a:ext cx="380632" cy="380632"/>
          </a:xfrm>
          <a:prstGeom prst="chevron">
            <a:avLst/>
          </a:prstGeom>
          <a:blipFill dpi="0" rotWithShape="0">
            <a:blip r:embed="rId5"/>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6" name="テキスト プレースホルダー 5"/>
          <p:cNvSpPr>
            <a:spLocks noGrp="1"/>
          </p:cNvSpPr>
          <p:nvPr>
            <p:ph type="body" sz="quarter" idx="15" hasCustomPrompt="1"/>
          </p:nvPr>
        </p:nvSpPr>
        <p:spPr>
          <a:xfrm>
            <a:off x="10468317" y="4154192"/>
            <a:ext cx="7035912" cy="117618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a:p>
            <a:pPr lvl="0"/>
            <a:endParaRPr kumimoji="1" lang="en-US" altLang="ja-JP" dirty="0"/>
          </a:p>
          <a:p>
            <a:pPr lvl="0"/>
            <a:endParaRPr kumimoji="1" lang="ja-JP" altLang="en-US" dirty="0"/>
          </a:p>
        </p:txBody>
      </p:sp>
      <p:sp>
        <p:nvSpPr>
          <p:cNvPr id="27" name="山形 26"/>
          <p:cNvSpPr/>
          <p:nvPr userDrawn="1"/>
        </p:nvSpPr>
        <p:spPr>
          <a:xfrm>
            <a:off x="9976204" y="5720993"/>
            <a:ext cx="380632" cy="380632"/>
          </a:xfrm>
          <a:prstGeom prst="chevron">
            <a:avLst/>
          </a:prstGeom>
          <a:blipFill dpi="0" rotWithShape="0">
            <a:blip r:embed="rId5"/>
            <a:srcRect/>
            <a:tile tx="0" ty="0" sx="100000" sy="100000" flip="none" algn="tl"/>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8" name="テキスト プレースホルダー 5"/>
          <p:cNvSpPr>
            <a:spLocks noGrp="1"/>
          </p:cNvSpPr>
          <p:nvPr>
            <p:ph type="body" sz="quarter" idx="16" hasCustomPrompt="1"/>
          </p:nvPr>
        </p:nvSpPr>
        <p:spPr>
          <a:xfrm>
            <a:off x="10468317" y="5594734"/>
            <a:ext cx="7035912" cy="1176180"/>
          </a:xfrm>
          <a:prstGeom prst="rect">
            <a:avLst/>
          </a:prstGeom>
        </p:spPr>
        <p:txBody>
          <a:bodyPr anchor="t">
            <a:normAutofit/>
          </a:bodyPr>
          <a:lstStyle>
            <a:lvl1pPr marL="0" indent="0" algn="l">
              <a:lnSpc>
                <a:spcPct val="120000"/>
              </a:lnSpc>
              <a:spcBef>
                <a:spcPts val="0"/>
              </a:spcBef>
              <a:buFontTx/>
              <a:buNone/>
              <a:defRPr sz="2400" baseline="0">
                <a:solidFill>
                  <a:schemeClr val="tx2"/>
                </a:solidFill>
              </a:defRPr>
            </a:lvl1pPr>
          </a:lstStyle>
          <a:p>
            <a:pPr lvl="0"/>
            <a:r>
              <a:rPr kumimoji="1" lang="en-US" altLang="ja-JP" dirty="0"/>
              <a:t>Text Here</a:t>
            </a:r>
          </a:p>
          <a:p>
            <a:pPr lvl="0"/>
            <a:endParaRPr kumimoji="1" lang="en-US" altLang="ja-JP" dirty="0"/>
          </a:p>
          <a:p>
            <a:pPr lvl="0"/>
            <a:endParaRPr kumimoji="1" lang="ja-JP" altLang="en-US" dirty="0"/>
          </a:p>
        </p:txBody>
      </p:sp>
      <p:sp>
        <p:nvSpPr>
          <p:cNvPr id="29" name="テキスト プレースホルダー 5"/>
          <p:cNvSpPr>
            <a:spLocks noGrp="1"/>
          </p:cNvSpPr>
          <p:nvPr>
            <p:ph type="body" sz="quarter" idx="17" hasCustomPrompt="1"/>
          </p:nvPr>
        </p:nvSpPr>
        <p:spPr>
          <a:xfrm>
            <a:off x="894556" y="1609729"/>
            <a:ext cx="16502062" cy="647693"/>
          </a:xfrm>
        </p:spPr>
        <p:txBody>
          <a:bodyPr anchor="t">
            <a:noAutofit/>
          </a:bodyPr>
          <a:lstStyle>
            <a:lvl1pPr algn="ctr">
              <a:defRPr sz="2800" i="0" baseline="0">
                <a:solidFill>
                  <a:schemeClr val="accent2">
                    <a:lumMod val="75000"/>
                  </a:schemeClr>
                </a:solidFill>
                <a:latin typeface="Bebas Neue Regular" panose="00000500000000000000" pitchFamily="2" charset="0"/>
              </a:defRPr>
            </a:lvl1pPr>
          </a:lstStyle>
          <a:p>
            <a:pPr lvl="0"/>
            <a:r>
              <a:rPr kumimoji="1" lang="en-US" altLang="ja-JP" dirty="0"/>
              <a:t>Text Here</a:t>
            </a:r>
            <a:endParaRPr kumimoji="1" lang="ja-JP" altLang="en-US" dirty="0"/>
          </a:p>
        </p:txBody>
      </p:sp>
    </p:spTree>
    <p:extLst>
      <p:ext uri="{BB962C8B-B14F-4D97-AF65-F5344CB8AC3E}">
        <p14:creationId xmlns:p14="http://schemas.microsoft.com/office/powerpoint/2010/main" val="2532852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 calcmode="lin" valueType="num">
                                      <p:cBhvr additive="base">
                                        <p:cTn id="7"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
                                            <p:txEl>
                                              <p:pRg st="0" end="0"/>
                                            </p:txEl>
                                          </p:spTgt>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6" presetClass="entr" presetSubtype="37"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outVertical)">
                                      <p:cBhvr>
                                        <p:cTn id="12" dur="500"/>
                                        <p:tgtEl>
                                          <p:spTgt spid="5"/>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1500"/>
                            </p:stCondLst>
                            <p:childTnLst>
                              <p:par>
                                <p:cTn id="18" presetID="2" presetClass="entr" presetSubtype="4" decel="100000"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750" fill="hold"/>
                                        <p:tgtEl>
                                          <p:spTgt spid="9"/>
                                        </p:tgtEl>
                                        <p:attrNameLst>
                                          <p:attrName>ppt_x</p:attrName>
                                        </p:attrNameLst>
                                      </p:cBhvr>
                                      <p:tavLst>
                                        <p:tav tm="0">
                                          <p:val>
                                            <p:strVal val="#ppt_x"/>
                                          </p:val>
                                        </p:tav>
                                        <p:tav tm="100000">
                                          <p:val>
                                            <p:strVal val="#ppt_x"/>
                                          </p:val>
                                        </p:tav>
                                      </p:tavLst>
                                    </p:anim>
                                    <p:anim calcmode="lin" valueType="num">
                                      <p:cBhvr additive="base">
                                        <p:cTn id="21" dur="750" fill="hold"/>
                                        <p:tgtEl>
                                          <p:spTgt spid="9"/>
                                        </p:tgtEl>
                                        <p:attrNameLst>
                                          <p:attrName>ppt_y</p:attrName>
                                        </p:attrNameLst>
                                      </p:cBhvr>
                                      <p:tavLst>
                                        <p:tav tm="0">
                                          <p:val>
                                            <p:strVal val="1+#ppt_h/2"/>
                                          </p:val>
                                        </p:tav>
                                        <p:tav tm="100000">
                                          <p:val>
                                            <p:strVal val="#ppt_y"/>
                                          </p:val>
                                        </p:tav>
                                      </p:tavLst>
                                    </p:anim>
                                  </p:childTnLst>
                                </p:cTn>
                              </p:par>
                              <p:par>
                                <p:cTn id="22" presetID="2" presetClass="entr" presetSubtype="4" decel="10000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750" fill="hold"/>
                                        <p:tgtEl>
                                          <p:spTgt spid="8"/>
                                        </p:tgtEl>
                                        <p:attrNameLst>
                                          <p:attrName>ppt_x</p:attrName>
                                        </p:attrNameLst>
                                      </p:cBhvr>
                                      <p:tavLst>
                                        <p:tav tm="0">
                                          <p:val>
                                            <p:strVal val="#ppt_x"/>
                                          </p:val>
                                        </p:tav>
                                        <p:tav tm="100000">
                                          <p:val>
                                            <p:strVal val="#ppt_x"/>
                                          </p:val>
                                        </p:tav>
                                      </p:tavLst>
                                    </p:anim>
                                    <p:anim calcmode="lin" valueType="num">
                                      <p:cBhvr additive="base">
                                        <p:cTn id="25" dur="750" fill="hold"/>
                                        <p:tgtEl>
                                          <p:spTgt spid="8"/>
                                        </p:tgtEl>
                                        <p:attrNameLst>
                                          <p:attrName>ppt_y</p:attrName>
                                        </p:attrNameLst>
                                      </p:cBhvr>
                                      <p:tavLst>
                                        <p:tav tm="0">
                                          <p:val>
                                            <p:strVal val="1+#ppt_h/2"/>
                                          </p:val>
                                        </p:tav>
                                        <p:tav tm="100000">
                                          <p:val>
                                            <p:strVal val="#ppt_y"/>
                                          </p:val>
                                        </p:tav>
                                      </p:tavLst>
                                    </p:anim>
                                  </p:childTnLst>
                                </p:cTn>
                              </p:par>
                            </p:childTnLst>
                          </p:cTn>
                        </p:par>
                        <p:par>
                          <p:cTn id="26" fill="hold">
                            <p:stCondLst>
                              <p:cond delay="2250"/>
                            </p:stCondLst>
                            <p:childTnLst>
                              <p:par>
                                <p:cTn id="27" presetID="2" presetClass="entr" presetSubtype="2" decel="100000" fill="hold" grpId="0" nodeType="after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1+#ppt_w/2"/>
                                          </p:val>
                                        </p:tav>
                                        <p:tav tm="100000">
                                          <p:val>
                                            <p:strVal val="#ppt_x"/>
                                          </p:val>
                                        </p:tav>
                                      </p:tavLst>
                                    </p:anim>
                                    <p:anim calcmode="lin" valueType="num">
                                      <p:cBhvr additive="base">
                                        <p:cTn id="30" dur="500" fill="hold"/>
                                        <p:tgtEl>
                                          <p:spTgt spid="21"/>
                                        </p:tgtEl>
                                        <p:attrNameLst>
                                          <p:attrName>ppt_y</p:attrName>
                                        </p:attrNameLst>
                                      </p:cBhvr>
                                      <p:tavLst>
                                        <p:tav tm="0">
                                          <p:val>
                                            <p:strVal val="#ppt_y"/>
                                          </p:val>
                                        </p:tav>
                                        <p:tav tm="100000">
                                          <p:val>
                                            <p:strVal val="#ppt_y"/>
                                          </p:val>
                                        </p:tav>
                                      </p:tavLst>
                                    </p:anim>
                                  </p:childTnLst>
                                </p:cTn>
                              </p:par>
                              <p:par>
                                <p:cTn id="31" presetID="22" presetClass="entr" presetSubtype="2" fill="hold" grpId="0" nodeType="withEffect">
                                  <p:stCondLst>
                                    <p:cond delay="0"/>
                                  </p:stCondLst>
                                  <p:childTnLst>
                                    <p:set>
                                      <p:cBhvr>
                                        <p:cTn id="32" dur="1" fill="hold">
                                          <p:stCondLst>
                                            <p:cond delay="0"/>
                                          </p:stCondLst>
                                        </p:cTn>
                                        <p:tgtEl>
                                          <p:spTgt spid="22">
                                            <p:txEl>
                                              <p:pRg st="0" end="0"/>
                                            </p:txEl>
                                          </p:spTgt>
                                        </p:tgtEl>
                                        <p:attrNameLst>
                                          <p:attrName>style.visibility</p:attrName>
                                        </p:attrNameLst>
                                      </p:cBhvr>
                                      <p:to>
                                        <p:strVal val="visible"/>
                                      </p:to>
                                    </p:set>
                                    <p:animEffect transition="in" filter="wipe(right)">
                                      <p:cBhvr>
                                        <p:cTn id="33" dur="500"/>
                                        <p:tgtEl>
                                          <p:spTgt spid="22">
                                            <p:txEl>
                                              <p:pRg st="0" end="0"/>
                                            </p:txEl>
                                          </p:spTgt>
                                        </p:tgtEl>
                                      </p:cBhvr>
                                    </p:animEffect>
                                  </p:childTnLst>
                                </p:cTn>
                              </p:par>
                            </p:childTnLst>
                          </p:cTn>
                        </p:par>
                        <p:par>
                          <p:cTn id="34" fill="hold">
                            <p:stCondLst>
                              <p:cond delay="2750"/>
                            </p:stCondLst>
                            <p:childTnLst>
                              <p:par>
                                <p:cTn id="35" presetID="2" presetClass="entr" presetSubtype="2" decel="100000" fill="hold" grpId="0" nodeType="after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1+#ppt_w/2"/>
                                          </p:val>
                                        </p:tav>
                                        <p:tav tm="100000">
                                          <p:val>
                                            <p:strVal val="#ppt_x"/>
                                          </p:val>
                                        </p:tav>
                                      </p:tavLst>
                                    </p:anim>
                                    <p:anim calcmode="lin" valueType="num">
                                      <p:cBhvr additive="base">
                                        <p:cTn id="38" dur="500" fill="hold"/>
                                        <p:tgtEl>
                                          <p:spTgt spid="25"/>
                                        </p:tgtEl>
                                        <p:attrNameLst>
                                          <p:attrName>ppt_y</p:attrName>
                                        </p:attrNameLst>
                                      </p:cBhvr>
                                      <p:tavLst>
                                        <p:tav tm="0">
                                          <p:val>
                                            <p:strVal val="#ppt_y"/>
                                          </p:val>
                                        </p:tav>
                                        <p:tav tm="100000">
                                          <p:val>
                                            <p:strVal val="#ppt_y"/>
                                          </p:val>
                                        </p:tav>
                                      </p:tavLst>
                                    </p:anim>
                                  </p:childTnLst>
                                </p:cTn>
                              </p:par>
                              <p:par>
                                <p:cTn id="39" presetID="22" presetClass="entr" presetSubtype="2" fill="hold" grpId="0" nodeType="withEffect">
                                  <p:stCondLst>
                                    <p:cond delay="0"/>
                                  </p:stCondLst>
                                  <p:childTnLst>
                                    <p:set>
                                      <p:cBhvr>
                                        <p:cTn id="40" dur="1" fill="hold">
                                          <p:stCondLst>
                                            <p:cond delay="0"/>
                                          </p:stCondLst>
                                        </p:cTn>
                                        <p:tgtEl>
                                          <p:spTgt spid="26">
                                            <p:txEl>
                                              <p:pRg st="0" end="0"/>
                                            </p:txEl>
                                          </p:spTgt>
                                        </p:tgtEl>
                                        <p:attrNameLst>
                                          <p:attrName>style.visibility</p:attrName>
                                        </p:attrNameLst>
                                      </p:cBhvr>
                                      <p:to>
                                        <p:strVal val="visible"/>
                                      </p:to>
                                    </p:set>
                                    <p:animEffect transition="in" filter="wipe(right)">
                                      <p:cBhvr>
                                        <p:cTn id="41" dur="500"/>
                                        <p:tgtEl>
                                          <p:spTgt spid="26">
                                            <p:txEl>
                                              <p:pRg st="0" end="0"/>
                                            </p:txEl>
                                          </p:spTgt>
                                        </p:tgtEl>
                                      </p:cBhvr>
                                    </p:animEffect>
                                  </p:childTnLst>
                                </p:cTn>
                              </p:par>
                            </p:childTnLst>
                          </p:cTn>
                        </p:par>
                        <p:par>
                          <p:cTn id="42" fill="hold">
                            <p:stCondLst>
                              <p:cond delay="3250"/>
                            </p:stCondLst>
                            <p:childTnLst>
                              <p:par>
                                <p:cTn id="43" presetID="2" presetClass="entr" presetSubtype="2" decel="100000" fill="hold" grpId="0" nodeType="afterEffect">
                                  <p:stCondLst>
                                    <p:cond delay="0"/>
                                  </p:stCondLst>
                                  <p:childTnLst>
                                    <p:set>
                                      <p:cBhvr>
                                        <p:cTn id="44" dur="1" fill="hold">
                                          <p:stCondLst>
                                            <p:cond delay="0"/>
                                          </p:stCondLst>
                                        </p:cTn>
                                        <p:tgtEl>
                                          <p:spTgt spid="27"/>
                                        </p:tgtEl>
                                        <p:attrNameLst>
                                          <p:attrName>style.visibility</p:attrName>
                                        </p:attrNameLst>
                                      </p:cBhvr>
                                      <p:to>
                                        <p:strVal val="visible"/>
                                      </p:to>
                                    </p:set>
                                    <p:anim calcmode="lin" valueType="num">
                                      <p:cBhvr additive="base">
                                        <p:cTn id="45" dur="500" fill="hold"/>
                                        <p:tgtEl>
                                          <p:spTgt spid="27"/>
                                        </p:tgtEl>
                                        <p:attrNameLst>
                                          <p:attrName>ppt_x</p:attrName>
                                        </p:attrNameLst>
                                      </p:cBhvr>
                                      <p:tavLst>
                                        <p:tav tm="0">
                                          <p:val>
                                            <p:strVal val="1+#ppt_w/2"/>
                                          </p:val>
                                        </p:tav>
                                        <p:tav tm="100000">
                                          <p:val>
                                            <p:strVal val="#ppt_x"/>
                                          </p:val>
                                        </p:tav>
                                      </p:tavLst>
                                    </p:anim>
                                    <p:anim calcmode="lin" valueType="num">
                                      <p:cBhvr additive="base">
                                        <p:cTn id="46" dur="500" fill="hold"/>
                                        <p:tgtEl>
                                          <p:spTgt spid="27"/>
                                        </p:tgtEl>
                                        <p:attrNameLst>
                                          <p:attrName>ppt_y</p:attrName>
                                        </p:attrNameLst>
                                      </p:cBhvr>
                                      <p:tavLst>
                                        <p:tav tm="0">
                                          <p:val>
                                            <p:strVal val="#ppt_y"/>
                                          </p:val>
                                        </p:tav>
                                        <p:tav tm="100000">
                                          <p:val>
                                            <p:strVal val="#ppt_y"/>
                                          </p:val>
                                        </p:tav>
                                      </p:tavLst>
                                    </p:anim>
                                  </p:childTnLst>
                                </p:cTn>
                              </p:par>
                              <p:par>
                                <p:cTn id="47" presetID="22" presetClass="entr" presetSubtype="2" fill="hold" grpId="0" nodeType="withEffect">
                                  <p:stCondLst>
                                    <p:cond delay="0"/>
                                  </p:stCondLst>
                                  <p:childTnLst>
                                    <p:set>
                                      <p:cBhvr>
                                        <p:cTn id="48" dur="1" fill="hold">
                                          <p:stCondLst>
                                            <p:cond delay="0"/>
                                          </p:stCondLst>
                                        </p:cTn>
                                        <p:tgtEl>
                                          <p:spTgt spid="28">
                                            <p:txEl>
                                              <p:pRg st="0" end="0"/>
                                            </p:txEl>
                                          </p:spTgt>
                                        </p:tgtEl>
                                        <p:attrNameLst>
                                          <p:attrName>style.visibility</p:attrName>
                                        </p:attrNameLst>
                                      </p:cBhvr>
                                      <p:to>
                                        <p:strVal val="visible"/>
                                      </p:to>
                                    </p:set>
                                    <p:animEffect transition="in" filter="wipe(right)">
                                      <p:cBhvr>
                                        <p:cTn id="49" dur="500"/>
                                        <p:tgtEl>
                                          <p:spTgt spid="28">
                                            <p:txEl>
                                              <p:pRg st="0" end="0"/>
                                            </p:txEl>
                                          </p:spTgt>
                                        </p:tgtEl>
                                      </p:cBhvr>
                                    </p:animEffect>
                                  </p:childTnLst>
                                </p:cTn>
                              </p:par>
                            </p:childTnLst>
                          </p:cTn>
                        </p:par>
                        <p:par>
                          <p:cTn id="50" fill="hold">
                            <p:stCondLst>
                              <p:cond delay="3750"/>
                            </p:stCondLst>
                            <p:childTnLst>
                              <p:par>
                                <p:cTn id="51" presetID="10" presetClass="entr" presetSubtype="0" fill="hold" grpId="0" nodeType="afterEffect">
                                  <p:stCondLst>
                                    <p:cond delay="250"/>
                                  </p:stCondLst>
                                  <p:childTnLst>
                                    <p:set>
                                      <p:cBhvr>
                                        <p:cTn id="52" dur="1" fill="hold">
                                          <p:stCondLst>
                                            <p:cond delay="0"/>
                                          </p:stCondLst>
                                        </p:cTn>
                                        <p:tgtEl>
                                          <p:spTgt spid="7"/>
                                        </p:tgtEl>
                                        <p:attrNameLst>
                                          <p:attrName>style.visibility</p:attrName>
                                        </p:attrNameLst>
                                      </p:cBhvr>
                                      <p:to>
                                        <p:strVal val="visible"/>
                                      </p:to>
                                    </p:set>
                                    <p:animEffect transition="in" filter="fade">
                                      <p:cBhvr>
                                        <p:cTn id="5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tmplLst>
          <p:tmpl>
            <p:tnLst>
              <p:par>
                <p:cTn presetID="10" presetClass="entr" presetSubtype="0" fill="hold" nodeType="afterEffect">
                  <p:stCondLst>
                    <p:cond delay="25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8" grpId="0" animBg="1"/>
      <p:bldP spid="21" grpId="0" animBg="1"/>
      <p:bldP spid="22" grpId="0" build="p">
        <p:tmplLst>
          <p:tmpl lvl="1">
            <p:tnLst>
              <p:par>
                <p:cTn presetID="22" presetClass="entr" presetSubtype="2"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wipe(right)">
                      <p:cBhvr>
                        <p:cTn dur="500"/>
                        <p:tgtEl>
                          <p:spTgt spid="22"/>
                        </p:tgtEl>
                      </p:cBhvr>
                    </p:animEffect>
                  </p:childTnLst>
                </p:cTn>
              </p:par>
            </p:tnLst>
          </p:tmpl>
        </p:tmplLst>
      </p:bldP>
      <p:bldP spid="25" grpId="0" animBg="1"/>
      <p:bldP spid="26" grpId="0" build="p">
        <p:tmplLst>
          <p:tmpl lvl="1">
            <p:tnLst>
              <p:par>
                <p:cTn presetID="22" presetClass="entr" presetSubtype="2"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wipe(right)">
                      <p:cBhvr>
                        <p:cTn dur="500"/>
                        <p:tgtEl>
                          <p:spTgt spid="26"/>
                        </p:tgtEl>
                      </p:cBhvr>
                    </p:animEffect>
                  </p:childTnLst>
                </p:cTn>
              </p:par>
            </p:tnLst>
          </p:tmpl>
        </p:tmplLst>
      </p:bldP>
      <p:bldP spid="27" grpId="0" animBg="1"/>
      <p:bldP spid="28" grpId="0" build="p">
        <p:tmplLst>
          <p:tmpl lvl="1">
            <p:tnLst>
              <p:par>
                <p:cTn presetID="22" presetClass="entr" presetSubtype="2"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wipe(right)">
                      <p:cBhvr>
                        <p:cTn dur="500"/>
                        <p:tgtEl>
                          <p:spTgt spid="28"/>
                        </p:tgtEl>
                      </p:cBhvr>
                    </p:animEffect>
                  </p:childTnLst>
                </p:cTn>
              </p:par>
            </p:tnLst>
          </p:tmpl>
        </p:tmplLst>
      </p:bldP>
      <p:bldP spid="29" grpId="0" build="p">
        <p:tmplLst>
          <p:tmpl lvl="1">
            <p:tnLst>
              <p:par>
                <p:cTn presetID="2" presetClass="entr" presetSubtype="1" decel="100000" fill="hold" nodeType="afterEffect">
                  <p:stCondLst>
                    <p:cond delay="0"/>
                  </p:stCondLst>
                  <p:childTnLst>
                    <p:set>
                      <p:cBhvr>
                        <p:cTn dur="1" fill="hold">
                          <p:stCondLst>
                            <p:cond delay="0"/>
                          </p:stCondLst>
                        </p:cTn>
                        <p:tgtEl>
                          <p:spTgt spid="29"/>
                        </p:tgtEl>
                        <p:attrNameLst>
                          <p:attrName>style.visibility</p:attrName>
                        </p:attrNameLst>
                      </p:cBhvr>
                      <p:to>
                        <p:strVal val="visible"/>
                      </p:to>
                    </p:set>
                    <p:anim calcmode="lin" valueType="num">
                      <p:cBhvr additive="base">
                        <p:cTn dur="500" fill="hold"/>
                        <p:tgtEl>
                          <p:spTgt spid="29"/>
                        </p:tgtEl>
                        <p:attrNameLst>
                          <p:attrName>ppt_x</p:attrName>
                        </p:attrNameLst>
                      </p:cBhvr>
                      <p:tavLst>
                        <p:tav tm="0">
                          <p:val>
                            <p:strVal val="#ppt_x"/>
                          </p:val>
                        </p:tav>
                        <p:tav tm="100000">
                          <p:val>
                            <p:strVal val="#ppt_x"/>
                          </p:val>
                        </p:tav>
                      </p:tavLst>
                    </p:anim>
                    <p:anim calcmode="lin" valueType="num">
                      <p:cBhvr additive="base">
                        <p:cTn dur="500" fill="hold"/>
                        <p:tgtEl>
                          <p:spTgt spid="29"/>
                        </p:tgtEl>
                        <p:attrNameLst>
                          <p:attrName>ppt_y</p:attrName>
                        </p:attrNameLst>
                      </p:cBhvr>
                      <p:tavLst>
                        <p:tav tm="0">
                          <p:val>
                            <p:strVal val="0-#ppt_h/2"/>
                          </p:val>
                        </p:tav>
                        <p:tav tm="100000">
                          <p:val>
                            <p:strVal val="#ppt_y"/>
                          </p:val>
                        </p:tav>
                      </p:tavLst>
                    </p:anim>
                  </p:childTnLst>
                </p:cTn>
              </p:par>
            </p:tnLst>
          </p:tmpl>
        </p:tmplLst>
      </p:bldP>
    </p:bld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1.xml"/><Relationship Id="rId18" Type="http://schemas.openxmlformats.org/officeDocument/2006/relationships/slideLayout" Target="../slideLayouts/slideLayout56.xml"/><Relationship Id="rId26" Type="http://schemas.openxmlformats.org/officeDocument/2006/relationships/slideLayout" Target="../slideLayouts/slideLayout64.xml"/><Relationship Id="rId39" Type="http://schemas.openxmlformats.org/officeDocument/2006/relationships/image" Target="../media/image2.jpg"/><Relationship Id="rId21" Type="http://schemas.openxmlformats.org/officeDocument/2006/relationships/slideLayout" Target="../slideLayouts/slideLayout59.xml"/><Relationship Id="rId34" Type="http://schemas.openxmlformats.org/officeDocument/2006/relationships/slideLayout" Target="../slideLayouts/slideLayout72.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5" Type="http://schemas.openxmlformats.org/officeDocument/2006/relationships/slideLayout" Target="../slideLayouts/slideLayout63.xml"/><Relationship Id="rId33" Type="http://schemas.openxmlformats.org/officeDocument/2006/relationships/slideLayout" Target="../slideLayouts/slideLayout71.xml"/><Relationship Id="rId38" Type="http://schemas.openxmlformats.org/officeDocument/2006/relationships/image" Target="../media/image1.png"/><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slideLayout" Target="../slideLayouts/slideLayout58.xml"/><Relationship Id="rId29" Type="http://schemas.openxmlformats.org/officeDocument/2006/relationships/slideLayout" Target="../slideLayouts/slideLayout67.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24" Type="http://schemas.openxmlformats.org/officeDocument/2006/relationships/slideLayout" Target="../slideLayouts/slideLayout62.xml"/><Relationship Id="rId32" Type="http://schemas.openxmlformats.org/officeDocument/2006/relationships/slideLayout" Target="../slideLayouts/slideLayout70.xml"/><Relationship Id="rId37" Type="http://schemas.openxmlformats.org/officeDocument/2006/relationships/theme" Target="../theme/theme2.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23" Type="http://schemas.openxmlformats.org/officeDocument/2006/relationships/slideLayout" Target="../slideLayouts/slideLayout61.xml"/><Relationship Id="rId28" Type="http://schemas.openxmlformats.org/officeDocument/2006/relationships/slideLayout" Target="../slideLayouts/slideLayout66.xml"/><Relationship Id="rId36" Type="http://schemas.openxmlformats.org/officeDocument/2006/relationships/slideLayout" Target="../slideLayouts/slideLayout74.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31" Type="http://schemas.openxmlformats.org/officeDocument/2006/relationships/slideLayout" Target="../slideLayouts/slideLayout69.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 Id="rId22" Type="http://schemas.openxmlformats.org/officeDocument/2006/relationships/slideLayout" Target="../slideLayouts/slideLayout60.xml"/><Relationship Id="rId27" Type="http://schemas.openxmlformats.org/officeDocument/2006/relationships/slideLayout" Target="../slideLayouts/slideLayout65.xml"/><Relationship Id="rId30" Type="http://schemas.openxmlformats.org/officeDocument/2006/relationships/slideLayout" Target="../slideLayouts/slideLayout68.xml"/><Relationship Id="rId35" Type="http://schemas.openxmlformats.org/officeDocument/2006/relationships/slideLayout" Target="../slideLayouts/slideLayout73.xml"/><Relationship Id="rId8" Type="http://schemas.openxmlformats.org/officeDocument/2006/relationships/slideLayout" Target="../slideLayouts/slideLayout46.xml"/><Relationship Id="rId3"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77.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80.xml"/><Relationship Id="rId7" Type="http://schemas.openxmlformats.org/officeDocument/2006/relationships/theme" Target="../theme/theme4.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9" Type="http://schemas.openxmlformats.org/officeDocument/2006/relationships/image" Target="../media/image2.jp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86.xml"/><Relationship Id="rId7" Type="http://schemas.openxmlformats.org/officeDocument/2006/relationships/slideLayout" Target="../slideLayouts/slideLayout90.xml"/><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slideLayout" Target="../slideLayouts/slideLayout89.xml"/><Relationship Id="rId5" Type="http://schemas.openxmlformats.org/officeDocument/2006/relationships/slideLayout" Target="../slideLayouts/slideLayout88.xml"/><Relationship Id="rId10" Type="http://schemas.openxmlformats.org/officeDocument/2006/relationships/image" Target="../media/image2.jpg"/><Relationship Id="rId4" Type="http://schemas.openxmlformats.org/officeDocument/2006/relationships/slideLayout" Target="../slideLayouts/slideLayout87.xml"/><Relationship Id="rId9"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92.xml"/><Relationship Id="rId1" Type="http://schemas.openxmlformats.org/officeDocument/2006/relationships/slideLayout" Target="../slideLayouts/slideLayout9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0">
            <a:lum/>
          </a:blip>
          <a:srcRect/>
          <a:tile tx="0" ty="0" sx="100000" sy="100000" flip="none" algn="tl"/>
        </a:blipFill>
        <a:effectLst/>
      </p:bgPr>
    </p:bg>
    <p:spTree>
      <p:nvGrpSpPr>
        <p:cNvPr id="1" name=""/>
        <p:cNvGrpSpPr/>
        <p:nvPr/>
      </p:nvGrpSpPr>
      <p:grpSpPr>
        <a:xfrm>
          <a:off x="0" y="0"/>
          <a:ext cx="0" cy="0"/>
          <a:chOff x="0" y="0"/>
          <a:chExt cx="0" cy="0"/>
        </a:xfrm>
      </p:grpSpPr>
      <p:sp>
        <p:nvSpPr>
          <p:cNvPr id="8" name="正方形/長方形 7"/>
          <p:cNvSpPr/>
          <p:nvPr/>
        </p:nvSpPr>
        <p:spPr>
          <a:xfrm>
            <a:off x="0" y="9391972"/>
            <a:ext cx="18291176" cy="895028"/>
          </a:xfrm>
          <a:prstGeom prst="rect">
            <a:avLst/>
          </a:prstGeom>
          <a:blipFill dpi="0" rotWithShape="1">
            <a:blip r:embed="rId41"/>
            <a:srcRect/>
            <a:tile tx="0" ty="0" sx="100000" sy="100000" flip="none" algn="tl"/>
          </a:blip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2" name="タイトル プレースホルダー 1"/>
          <p:cNvSpPr>
            <a:spLocks noGrp="1"/>
          </p:cNvSpPr>
          <p:nvPr>
            <p:ph type="title"/>
          </p:nvPr>
        </p:nvSpPr>
        <p:spPr>
          <a:xfrm>
            <a:off x="914558" y="253186"/>
            <a:ext cx="16462058" cy="1368152"/>
          </a:xfrm>
          <a:prstGeom prst="rect">
            <a:avLst/>
          </a:prstGeom>
        </p:spPr>
        <p:txBody>
          <a:bodyPr vert="horz" lIns="144000" tIns="0" rIns="0" bIns="0" rtlCol="0" anchor="b">
            <a:no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720651" y="1871793"/>
            <a:ext cx="16655966" cy="7142090"/>
          </a:xfrm>
          <a:prstGeom prst="rect">
            <a:avLst/>
          </a:prstGeom>
        </p:spPr>
        <p:txBody>
          <a:bodyPr vert="horz" lIns="163303" tIns="81651" rIns="163303" bIns="81651" rtlCol="0">
            <a:normAutofit/>
          </a:bodyPr>
          <a:lstStyle/>
          <a:p>
            <a:pPr lvl="0"/>
            <a:r>
              <a:rPr kumimoji="1" lang="en-US" altLang="ja-JP" dirty="0"/>
              <a:t>Master Text</a:t>
            </a:r>
            <a:endParaRPr kumimoji="1" lang="ja-JP" altLang="en-US" dirty="0"/>
          </a:p>
        </p:txBody>
      </p:sp>
      <p:sp>
        <p:nvSpPr>
          <p:cNvPr id="5" name="フッター プレースホルダー 4"/>
          <p:cNvSpPr>
            <a:spLocks noGrp="1"/>
          </p:cNvSpPr>
          <p:nvPr>
            <p:ph type="ftr" sz="quarter" idx="3"/>
          </p:nvPr>
        </p:nvSpPr>
        <p:spPr>
          <a:xfrm>
            <a:off x="3372844" y="9534526"/>
            <a:ext cx="11545486" cy="547688"/>
          </a:xfrm>
          <a:prstGeom prst="rect">
            <a:avLst/>
          </a:prstGeom>
        </p:spPr>
        <p:txBody>
          <a:bodyPr vert="horz" lIns="163303" tIns="81651" rIns="163303" bIns="81651" rtlCol="0" anchor="ctr"/>
          <a:lstStyle>
            <a:lvl1pPr algn="ctr">
              <a:defRPr sz="2100">
                <a:solidFill>
                  <a:schemeClr val="bg1"/>
                </a:solidFill>
              </a:defRPr>
            </a:lvl1pPr>
          </a:lstStyle>
          <a:p>
            <a:r>
              <a:rPr lang="en-US" altLang="ja-JP"/>
              <a:t>The Power of PowerPoint - thepopp.com</a:t>
            </a:r>
            <a:endParaRPr lang="ja-JP" altLang="en-US" dirty="0"/>
          </a:p>
        </p:txBody>
      </p:sp>
      <p:sp>
        <p:nvSpPr>
          <p:cNvPr id="7" name="正方形/長方形 6"/>
          <p:cNvSpPr/>
          <p:nvPr/>
        </p:nvSpPr>
        <p:spPr>
          <a:xfrm>
            <a:off x="7291381" y="1520186"/>
            <a:ext cx="3708412" cy="84853"/>
          </a:xfrm>
          <a:prstGeom prst="rect">
            <a:avLst/>
          </a:prstGeom>
          <a:blipFill dpi="0" rotWithShape="1">
            <a:blip r:embed="rId41"/>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p:cNvCxnSpPr/>
          <p:nvPr/>
        </p:nvCxnSpPr>
        <p:spPr>
          <a:xfrm>
            <a:off x="72579" y="9498410"/>
            <a:ext cx="18218596"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10" name="グループ化 9"/>
          <p:cNvGrpSpPr/>
          <p:nvPr/>
        </p:nvGrpSpPr>
        <p:grpSpPr>
          <a:xfrm>
            <a:off x="16778435" y="339170"/>
            <a:ext cx="1150664" cy="1150664"/>
            <a:chOff x="7418859" y="2569953"/>
            <a:chExt cx="934639" cy="934639"/>
          </a:xfrm>
        </p:grpSpPr>
        <p:sp>
          <p:nvSpPr>
            <p:cNvPr id="11" name="涙形 10"/>
            <p:cNvSpPr/>
            <p:nvPr/>
          </p:nvSpPr>
          <p:spPr>
            <a:xfrm>
              <a:off x="7418859" y="2569953"/>
              <a:ext cx="934639" cy="934639"/>
            </a:xfrm>
            <a:prstGeom prst="teardrop">
              <a:avLst/>
            </a:prstGeom>
            <a:blipFill>
              <a:blip r:embed="rId41"/>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涙形 11"/>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Tree>
    <p:extLst>
      <p:ext uri="{BB962C8B-B14F-4D97-AF65-F5344CB8AC3E}">
        <p14:creationId xmlns:p14="http://schemas.microsoft.com/office/powerpoint/2010/main" val="2206444656"/>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62" r:id="rId3"/>
    <p:sldLayoutId id="2147483664" r:id="rId4"/>
    <p:sldLayoutId id="2147483663" r:id="rId5"/>
    <p:sldLayoutId id="2147483696" r:id="rId6"/>
    <p:sldLayoutId id="2147483697" r:id="rId7"/>
    <p:sldLayoutId id="2147483756" r:id="rId8"/>
    <p:sldLayoutId id="2147483665" r:id="rId9"/>
    <p:sldLayoutId id="2147483745" r:id="rId10"/>
    <p:sldLayoutId id="2147483666" r:id="rId11"/>
    <p:sldLayoutId id="2147483673" r:id="rId12"/>
    <p:sldLayoutId id="2147483653" r:id="rId13"/>
    <p:sldLayoutId id="2147483674" r:id="rId14"/>
    <p:sldLayoutId id="2147483759" r:id="rId15"/>
    <p:sldLayoutId id="2147483709" r:id="rId16"/>
    <p:sldLayoutId id="2147483770" r:id="rId17"/>
    <p:sldLayoutId id="2147483683" r:id="rId18"/>
    <p:sldLayoutId id="2147483713" r:id="rId19"/>
    <p:sldLayoutId id="2147483718" r:id="rId20"/>
    <p:sldLayoutId id="2147483726" r:id="rId21"/>
    <p:sldLayoutId id="2147483719" r:id="rId22"/>
    <p:sldLayoutId id="2147483735" r:id="rId23"/>
    <p:sldLayoutId id="2147483744" r:id="rId24"/>
    <p:sldLayoutId id="2147483748" r:id="rId25"/>
    <p:sldLayoutId id="2147483747" r:id="rId26"/>
    <p:sldLayoutId id="2147483749" r:id="rId27"/>
    <p:sldLayoutId id="2147483754" r:id="rId28"/>
    <p:sldLayoutId id="2147483755" r:id="rId29"/>
    <p:sldLayoutId id="2147483753" r:id="rId30"/>
    <p:sldLayoutId id="2147483757" r:id="rId31"/>
    <p:sldLayoutId id="2147483758" r:id="rId32"/>
    <p:sldLayoutId id="2147483760" r:id="rId33"/>
    <p:sldLayoutId id="2147483762" r:id="rId34"/>
    <p:sldLayoutId id="2147483763" r:id="rId35"/>
    <p:sldLayoutId id="2147483771" r:id="rId36"/>
    <p:sldLayoutId id="2147483777" r:id="rId37"/>
    <p:sldLayoutId id="2147483779" r:id="rId38"/>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1+#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1" presetClass="exit" presetSubtype="0" fill="hold" grpId="2" nodeType="with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0" presetClass="entr" presetSubtype="0" fill="hold" grpId="1" nodeType="withEffect">
                                  <p:stCondLst>
                                    <p:cond delay="25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2" presetClass="entr" presetSubtype="4" decel="100000" fill="hold" grpId="0" nodeType="withEffect">
                                  <p:stCondLst>
                                    <p:cond delay="25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par>
                                <p:cTn id="18" presetID="10" presetClass="entr" presetSubtype="0" fill="hold" grpId="1" nodeType="withEffect">
                                  <p:stCondLst>
                                    <p:cond delay="2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par>
                          <p:cTn id="21" fill="hold">
                            <p:stCondLst>
                              <p:cond delay="750"/>
                            </p:stCondLst>
                            <p:childTnLst>
                              <p:par>
                                <p:cTn id="22" presetID="2" presetClass="entr" presetSubtype="1" decel="10000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0-#ppt_h/2"/>
                                          </p:val>
                                        </p:tav>
                                        <p:tav tm="100000">
                                          <p:val>
                                            <p:strVal val="#ppt_y"/>
                                          </p:val>
                                        </p:tav>
                                      </p:tavLst>
                                    </p:anim>
                                  </p:childTnLst>
                                </p:cTn>
                              </p:par>
                              <p:par>
                                <p:cTn id="26" presetID="2" presetClass="entr" presetSubtype="1" decel="10000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0-#ppt_h/2"/>
                                          </p:val>
                                        </p:tav>
                                        <p:tav tm="100000">
                                          <p:val>
                                            <p:strVal val="#ppt_y"/>
                                          </p:val>
                                        </p:tav>
                                      </p:tavLst>
                                    </p:anim>
                                  </p:childTnLst>
                                </p:cTn>
                              </p:par>
                              <p:par>
                                <p:cTn id="30" presetID="16" presetClass="entr" presetSubtype="37"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arn(outVertical)">
                                      <p:cBhvr>
                                        <p:cTn id="32" dur="500"/>
                                        <p:tgtEl>
                                          <p:spTgt spid="8"/>
                                        </p:tgtEl>
                                      </p:cBhvr>
                                    </p:animEffect>
                                  </p:childTnLst>
                                </p:cTn>
                              </p:par>
                              <p:par>
                                <p:cTn id="33" presetID="16" presetClass="entr" presetSubtype="37"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barn(outVertical)">
                                      <p:cBhvr>
                                        <p:cTn id="35" dur="500"/>
                                        <p:tgtEl>
                                          <p:spTgt spid="5"/>
                                        </p:tgtEl>
                                      </p:cBhvr>
                                    </p:animEffect>
                                  </p:childTnLst>
                                </p:cTn>
                              </p:par>
                              <p:par>
                                <p:cTn id="36" presetID="16" presetClass="entr" presetSubtype="37"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arn(outVertical)">
                                      <p:cBhvr>
                                        <p:cTn id="3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2" grpId="1"/>
      <p:bldP spid="2" grpId="2"/>
      <p:bldP spid="5" grpId="0"/>
      <p:bldP spid="7" grpId="0" animBg="1"/>
      <p:bldP spid="7" grpId="1" animBg="1"/>
      <p:bldP spid="6" grpId="0"/>
    </p:bldLst>
  </p:timing>
  <p:hf hdr="0" dt="0"/>
  <p:txStyles>
    <p:titleStyle>
      <a:lvl1pPr algn="ctr" defTabSz="1633027" rtl="0" eaLnBrk="1" latinLnBrk="0" hangingPunct="1">
        <a:spcBef>
          <a:spcPct val="0"/>
        </a:spcBef>
        <a:buNone/>
        <a:defRPr kumimoji="1" sz="8800" kern="1200">
          <a:blipFill dpi="0" rotWithShape="1">
            <a:blip r:embed="rId41"/>
            <a:srcRect/>
            <a:tile tx="0" ty="0" sx="100000" sy="100000" flip="none" algn="tl"/>
          </a:blipFill>
          <a:effectLst>
            <a:innerShdw blurRad="63500" dist="50800" dir="18900000">
              <a:prstClr val="black">
                <a:alpha val="50000"/>
              </a:prstClr>
            </a:innerShdw>
          </a:effectLst>
          <a:latin typeface="Bebas Neue Bold" panose="020B0606020202050201" pitchFamily="34" charset="0"/>
          <a:ea typeface="+mj-ea"/>
          <a:cs typeface="+mj-cs"/>
        </a:defRPr>
      </a:lvl1pPr>
    </p:titleStyle>
    <p:bodyStyle>
      <a:lvl1pPr marL="0" indent="0" algn="l" defTabSz="1633027" rtl="0" eaLnBrk="1" latinLnBrk="0" hangingPunct="1">
        <a:lnSpc>
          <a:spcPct val="120000"/>
        </a:lnSpc>
        <a:spcBef>
          <a:spcPts val="1200"/>
        </a:spcBef>
        <a:buFontTx/>
        <a:buNone/>
        <a:defRPr kumimoji="1" sz="2800" kern="1200" baseline="0">
          <a:solidFill>
            <a:schemeClr val="tx2"/>
          </a:solidFill>
          <a:latin typeface="+mn-lt"/>
          <a:ea typeface="+mn-ea"/>
          <a:cs typeface="+mn-cs"/>
        </a:defRPr>
      </a:lvl1pPr>
      <a:lvl2pPr marL="816513" indent="0" algn="l" defTabSz="1633027" rtl="0" eaLnBrk="1" latinLnBrk="0" hangingPunct="1">
        <a:spcBef>
          <a:spcPct val="20000"/>
        </a:spcBef>
        <a:buFontTx/>
        <a:buNone/>
        <a:defRPr kumimoji="1" sz="2800" kern="1200">
          <a:solidFill>
            <a:schemeClr val="tx1"/>
          </a:solidFill>
          <a:latin typeface="+mn-lt"/>
          <a:ea typeface="+mn-ea"/>
          <a:cs typeface="+mn-cs"/>
        </a:defRPr>
      </a:lvl2pPr>
      <a:lvl3pPr marL="1633027" indent="0" algn="l" defTabSz="1633027" rtl="0" eaLnBrk="1" latinLnBrk="0" hangingPunct="1">
        <a:spcBef>
          <a:spcPct val="20000"/>
        </a:spcBef>
        <a:buFontTx/>
        <a:buNone/>
        <a:defRPr kumimoji="1" sz="2800" kern="1200">
          <a:solidFill>
            <a:schemeClr val="tx1"/>
          </a:solidFill>
          <a:latin typeface="+mn-lt"/>
          <a:ea typeface="+mn-ea"/>
          <a:cs typeface="+mn-cs"/>
        </a:defRPr>
      </a:lvl3pPr>
      <a:lvl4pPr marL="2449540" indent="0" algn="l" defTabSz="1633027" rtl="0" eaLnBrk="1" latinLnBrk="0" hangingPunct="1">
        <a:spcBef>
          <a:spcPct val="20000"/>
        </a:spcBef>
        <a:buFontTx/>
        <a:buNone/>
        <a:defRPr kumimoji="1" sz="2800" kern="1200">
          <a:solidFill>
            <a:schemeClr val="tx1"/>
          </a:solidFill>
          <a:latin typeface="+mn-lt"/>
          <a:ea typeface="+mn-ea"/>
          <a:cs typeface="+mn-cs"/>
        </a:defRPr>
      </a:lvl4pPr>
      <a:lvl5pPr marL="3266054" indent="0" algn="l" defTabSz="1633027" rtl="0" eaLnBrk="1" latinLnBrk="0" hangingPunct="1">
        <a:spcBef>
          <a:spcPct val="20000"/>
        </a:spcBef>
        <a:buFontTx/>
        <a:buNone/>
        <a:defRPr kumimoji="1" sz="2800" kern="1200">
          <a:solidFill>
            <a:schemeClr val="tx1"/>
          </a:solidFill>
          <a:latin typeface="+mn-lt"/>
          <a:ea typeface="+mn-ea"/>
          <a:cs typeface="+mn-cs"/>
        </a:defRPr>
      </a:lvl5pPr>
      <a:lvl6pPr marL="4490824"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6pPr>
      <a:lvl7pPr marL="5307338"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7pPr>
      <a:lvl8pPr marL="6123851"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8pPr>
      <a:lvl9pPr marL="6940365"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ja-JP"/>
      </a:defPPr>
      <a:lvl1pPr marL="0" algn="l" defTabSz="1633027" rtl="0" eaLnBrk="1" latinLnBrk="0" hangingPunct="1">
        <a:defRPr kumimoji="1" sz="3200" kern="1200">
          <a:solidFill>
            <a:schemeClr val="tx1"/>
          </a:solidFill>
          <a:latin typeface="+mn-lt"/>
          <a:ea typeface="+mn-ea"/>
          <a:cs typeface="+mn-cs"/>
        </a:defRPr>
      </a:lvl1pPr>
      <a:lvl2pPr marL="816513" algn="l" defTabSz="1633027" rtl="0" eaLnBrk="1" latinLnBrk="0" hangingPunct="1">
        <a:defRPr kumimoji="1" sz="3200" kern="1200">
          <a:solidFill>
            <a:schemeClr val="tx1"/>
          </a:solidFill>
          <a:latin typeface="+mn-lt"/>
          <a:ea typeface="+mn-ea"/>
          <a:cs typeface="+mn-cs"/>
        </a:defRPr>
      </a:lvl2pPr>
      <a:lvl3pPr marL="1633027" algn="l" defTabSz="1633027" rtl="0" eaLnBrk="1" latinLnBrk="0" hangingPunct="1">
        <a:defRPr kumimoji="1" sz="3200" kern="1200">
          <a:solidFill>
            <a:schemeClr val="tx1"/>
          </a:solidFill>
          <a:latin typeface="+mn-lt"/>
          <a:ea typeface="+mn-ea"/>
          <a:cs typeface="+mn-cs"/>
        </a:defRPr>
      </a:lvl3pPr>
      <a:lvl4pPr marL="2449540" algn="l" defTabSz="1633027" rtl="0" eaLnBrk="1" latinLnBrk="0" hangingPunct="1">
        <a:defRPr kumimoji="1" sz="3200" kern="1200">
          <a:solidFill>
            <a:schemeClr val="tx1"/>
          </a:solidFill>
          <a:latin typeface="+mn-lt"/>
          <a:ea typeface="+mn-ea"/>
          <a:cs typeface="+mn-cs"/>
        </a:defRPr>
      </a:lvl4pPr>
      <a:lvl5pPr marL="3266054" algn="l" defTabSz="1633027" rtl="0" eaLnBrk="1" latinLnBrk="0" hangingPunct="1">
        <a:defRPr kumimoji="1" sz="3200" kern="1200">
          <a:solidFill>
            <a:schemeClr val="tx1"/>
          </a:solidFill>
          <a:latin typeface="+mn-lt"/>
          <a:ea typeface="+mn-ea"/>
          <a:cs typeface="+mn-cs"/>
        </a:defRPr>
      </a:lvl5pPr>
      <a:lvl6pPr marL="4082567" algn="l" defTabSz="1633027" rtl="0" eaLnBrk="1" latinLnBrk="0" hangingPunct="1">
        <a:defRPr kumimoji="1" sz="3200" kern="1200">
          <a:solidFill>
            <a:schemeClr val="tx1"/>
          </a:solidFill>
          <a:latin typeface="+mn-lt"/>
          <a:ea typeface="+mn-ea"/>
          <a:cs typeface="+mn-cs"/>
        </a:defRPr>
      </a:lvl6pPr>
      <a:lvl7pPr marL="4899081" algn="l" defTabSz="1633027" rtl="0" eaLnBrk="1" latinLnBrk="0" hangingPunct="1">
        <a:defRPr kumimoji="1" sz="3200" kern="1200">
          <a:solidFill>
            <a:schemeClr val="tx1"/>
          </a:solidFill>
          <a:latin typeface="+mn-lt"/>
          <a:ea typeface="+mn-ea"/>
          <a:cs typeface="+mn-cs"/>
        </a:defRPr>
      </a:lvl7pPr>
      <a:lvl8pPr marL="5715594" algn="l" defTabSz="1633027" rtl="0" eaLnBrk="1" latinLnBrk="0" hangingPunct="1">
        <a:defRPr kumimoji="1" sz="3200" kern="1200">
          <a:solidFill>
            <a:schemeClr val="tx1"/>
          </a:solidFill>
          <a:latin typeface="+mn-lt"/>
          <a:ea typeface="+mn-ea"/>
          <a:cs typeface="+mn-cs"/>
        </a:defRPr>
      </a:lvl8pPr>
      <a:lvl9pPr marL="6532108" algn="l" defTabSz="1633027" rtl="0" eaLnBrk="1" latinLnBrk="0" hangingPunct="1">
        <a:defRPr kumimoji="1" sz="32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8">
            <a:lum/>
          </a:blip>
          <a:srcRect/>
          <a:tile tx="0" ty="0" sx="100000" sy="100000" flip="none" algn="tl"/>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174645"/>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656" r:id="rId3"/>
    <p:sldLayoutId id="2147483667" r:id="rId4"/>
    <p:sldLayoutId id="2147483774" r:id="rId5"/>
    <p:sldLayoutId id="2147483668" r:id="rId6"/>
    <p:sldLayoutId id="2147483669" r:id="rId7"/>
    <p:sldLayoutId id="2147483670" r:id="rId8"/>
    <p:sldLayoutId id="2147483672" r:id="rId9"/>
    <p:sldLayoutId id="2147483677" r:id="rId10"/>
    <p:sldLayoutId id="2147483691" r:id="rId11"/>
    <p:sldLayoutId id="2147483700" r:id="rId12"/>
    <p:sldLayoutId id="2147483692" r:id="rId13"/>
    <p:sldLayoutId id="2147483699" r:id="rId14"/>
    <p:sldLayoutId id="2147483694" r:id="rId15"/>
    <p:sldLayoutId id="2147483695" r:id="rId16"/>
    <p:sldLayoutId id="2147483702" r:id="rId17"/>
    <p:sldLayoutId id="2147483698" r:id="rId18"/>
    <p:sldLayoutId id="2147483710" r:id="rId19"/>
    <p:sldLayoutId id="2147483712" r:id="rId20"/>
    <p:sldLayoutId id="2147483714" r:id="rId21"/>
    <p:sldLayoutId id="2147483723" r:id="rId22"/>
    <p:sldLayoutId id="2147483715" r:id="rId23"/>
    <p:sldLayoutId id="2147483724" r:id="rId24"/>
    <p:sldLayoutId id="2147483746" r:id="rId25"/>
    <p:sldLayoutId id="2147483773" r:id="rId26"/>
    <p:sldLayoutId id="2147483716" r:id="rId27"/>
    <p:sldLayoutId id="2147483728" r:id="rId28"/>
    <p:sldLayoutId id="2147483729" r:id="rId29"/>
    <p:sldLayoutId id="2147483741" r:id="rId30"/>
    <p:sldLayoutId id="2147483730" r:id="rId31"/>
    <p:sldLayoutId id="2147483731" r:id="rId32"/>
    <p:sldLayoutId id="2147483733" r:id="rId33"/>
    <p:sldLayoutId id="2147483769" r:id="rId34"/>
    <p:sldLayoutId id="2147483772" r:id="rId35"/>
    <p:sldLayoutId id="2147483778" r:id="rId36"/>
  </p:sldLayoutIdLst>
  <p:hf hdr="0" dt="0"/>
  <p:txStyles>
    <p:titleStyle>
      <a:lvl1pPr algn="ctr" defTabSz="1633027" rtl="0" eaLnBrk="1" latinLnBrk="0" hangingPunct="1">
        <a:spcBef>
          <a:spcPct val="0"/>
        </a:spcBef>
        <a:buNone/>
        <a:defRPr kumimoji="1" sz="8800" kern="1200">
          <a:blipFill dpi="0" rotWithShape="1">
            <a:blip r:embed="rId39"/>
            <a:srcRect/>
            <a:tile tx="0" ty="0" sx="100000" sy="100000" flip="none" algn="tl"/>
          </a:blipFill>
          <a:effectLst>
            <a:innerShdw blurRad="63500" dist="50800" dir="18900000">
              <a:prstClr val="black">
                <a:alpha val="50000"/>
              </a:prstClr>
            </a:innerShdw>
          </a:effectLst>
          <a:latin typeface="Bebas Neue Bold" panose="020B0606020202050201" pitchFamily="34" charset="0"/>
          <a:ea typeface="+mj-ea"/>
          <a:cs typeface="+mj-cs"/>
        </a:defRPr>
      </a:lvl1pPr>
    </p:titleStyle>
    <p:bodyStyle>
      <a:lvl1pPr marL="0" indent="0" algn="l" defTabSz="1633027" rtl="0" eaLnBrk="1" latinLnBrk="0" hangingPunct="1">
        <a:lnSpc>
          <a:spcPct val="120000"/>
        </a:lnSpc>
        <a:spcBef>
          <a:spcPts val="1200"/>
        </a:spcBef>
        <a:buFontTx/>
        <a:buNone/>
        <a:defRPr kumimoji="1" sz="2800" kern="1200" baseline="0">
          <a:solidFill>
            <a:schemeClr val="tx2"/>
          </a:solidFill>
          <a:latin typeface="+mn-lt"/>
          <a:ea typeface="+mn-ea"/>
          <a:cs typeface="+mn-cs"/>
        </a:defRPr>
      </a:lvl1pPr>
      <a:lvl2pPr marL="816513" indent="0" algn="l" defTabSz="1633027" rtl="0" eaLnBrk="1" latinLnBrk="0" hangingPunct="1">
        <a:spcBef>
          <a:spcPct val="20000"/>
        </a:spcBef>
        <a:buFontTx/>
        <a:buNone/>
        <a:defRPr kumimoji="1" sz="2800" kern="1200">
          <a:solidFill>
            <a:schemeClr val="tx1"/>
          </a:solidFill>
          <a:latin typeface="+mn-lt"/>
          <a:ea typeface="+mn-ea"/>
          <a:cs typeface="+mn-cs"/>
        </a:defRPr>
      </a:lvl2pPr>
      <a:lvl3pPr marL="1633027" indent="0" algn="l" defTabSz="1633027" rtl="0" eaLnBrk="1" latinLnBrk="0" hangingPunct="1">
        <a:spcBef>
          <a:spcPct val="20000"/>
        </a:spcBef>
        <a:buFontTx/>
        <a:buNone/>
        <a:defRPr kumimoji="1" sz="2800" kern="1200">
          <a:solidFill>
            <a:schemeClr val="tx1"/>
          </a:solidFill>
          <a:latin typeface="+mn-lt"/>
          <a:ea typeface="+mn-ea"/>
          <a:cs typeface="+mn-cs"/>
        </a:defRPr>
      </a:lvl3pPr>
      <a:lvl4pPr marL="2449540" indent="0" algn="l" defTabSz="1633027" rtl="0" eaLnBrk="1" latinLnBrk="0" hangingPunct="1">
        <a:spcBef>
          <a:spcPct val="20000"/>
        </a:spcBef>
        <a:buFontTx/>
        <a:buNone/>
        <a:defRPr kumimoji="1" sz="2800" kern="1200">
          <a:solidFill>
            <a:schemeClr val="tx1"/>
          </a:solidFill>
          <a:latin typeface="+mn-lt"/>
          <a:ea typeface="+mn-ea"/>
          <a:cs typeface="+mn-cs"/>
        </a:defRPr>
      </a:lvl4pPr>
      <a:lvl5pPr marL="3266054" indent="0" algn="l" defTabSz="1633027" rtl="0" eaLnBrk="1" latinLnBrk="0" hangingPunct="1">
        <a:spcBef>
          <a:spcPct val="20000"/>
        </a:spcBef>
        <a:buFontTx/>
        <a:buNone/>
        <a:defRPr kumimoji="1" sz="2800" kern="1200">
          <a:solidFill>
            <a:schemeClr val="tx1"/>
          </a:solidFill>
          <a:latin typeface="+mn-lt"/>
          <a:ea typeface="+mn-ea"/>
          <a:cs typeface="+mn-cs"/>
        </a:defRPr>
      </a:lvl5pPr>
      <a:lvl6pPr marL="4490824"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6pPr>
      <a:lvl7pPr marL="5307338"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7pPr>
      <a:lvl8pPr marL="6123851"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8pPr>
      <a:lvl9pPr marL="6940365"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ja-JP"/>
      </a:defPPr>
      <a:lvl1pPr marL="0" algn="l" defTabSz="1633027" rtl="0" eaLnBrk="1" latinLnBrk="0" hangingPunct="1">
        <a:defRPr kumimoji="1" sz="3200" kern="1200">
          <a:solidFill>
            <a:schemeClr val="tx1"/>
          </a:solidFill>
          <a:latin typeface="+mn-lt"/>
          <a:ea typeface="+mn-ea"/>
          <a:cs typeface="+mn-cs"/>
        </a:defRPr>
      </a:lvl1pPr>
      <a:lvl2pPr marL="816513" algn="l" defTabSz="1633027" rtl="0" eaLnBrk="1" latinLnBrk="0" hangingPunct="1">
        <a:defRPr kumimoji="1" sz="3200" kern="1200">
          <a:solidFill>
            <a:schemeClr val="tx1"/>
          </a:solidFill>
          <a:latin typeface="+mn-lt"/>
          <a:ea typeface="+mn-ea"/>
          <a:cs typeface="+mn-cs"/>
        </a:defRPr>
      </a:lvl2pPr>
      <a:lvl3pPr marL="1633027" algn="l" defTabSz="1633027" rtl="0" eaLnBrk="1" latinLnBrk="0" hangingPunct="1">
        <a:defRPr kumimoji="1" sz="3200" kern="1200">
          <a:solidFill>
            <a:schemeClr val="tx1"/>
          </a:solidFill>
          <a:latin typeface="+mn-lt"/>
          <a:ea typeface="+mn-ea"/>
          <a:cs typeface="+mn-cs"/>
        </a:defRPr>
      </a:lvl3pPr>
      <a:lvl4pPr marL="2449540" algn="l" defTabSz="1633027" rtl="0" eaLnBrk="1" latinLnBrk="0" hangingPunct="1">
        <a:defRPr kumimoji="1" sz="3200" kern="1200">
          <a:solidFill>
            <a:schemeClr val="tx1"/>
          </a:solidFill>
          <a:latin typeface="+mn-lt"/>
          <a:ea typeface="+mn-ea"/>
          <a:cs typeface="+mn-cs"/>
        </a:defRPr>
      </a:lvl4pPr>
      <a:lvl5pPr marL="3266054" algn="l" defTabSz="1633027" rtl="0" eaLnBrk="1" latinLnBrk="0" hangingPunct="1">
        <a:defRPr kumimoji="1" sz="3200" kern="1200">
          <a:solidFill>
            <a:schemeClr val="tx1"/>
          </a:solidFill>
          <a:latin typeface="+mn-lt"/>
          <a:ea typeface="+mn-ea"/>
          <a:cs typeface="+mn-cs"/>
        </a:defRPr>
      </a:lvl5pPr>
      <a:lvl6pPr marL="4082567" algn="l" defTabSz="1633027" rtl="0" eaLnBrk="1" latinLnBrk="0" hangingPunct="1">
        <a:defRPr kumimoji="1" sz="3200" kern="1200">
          <a:solidFill>
            <a:schemeClr val="tx1"/>
          </a:solidFill>
          <a:latin typeface="+mn-lt"/>
          <a:ea typeface="+mn-ea"/>
          <a:cs typeface="+mn-cs"/>
        </a:defRPr>
      </a:lvl6pPr>
      <a:lvl7pPr marL="4899081" algn="l" defTabSz="1633027" rtl="0" eaLnBrk="1" latinLnBrk="0" hangingPunct="1">
        <a:defRPr kumimoji="1" sz="3200" kern="1200">
          <a:solidFill>
            <a:schemeClr val="tx1"/>
          </a:solidFill>
          <a:latin typeface="+mn-lt"/>
          <a:ea typeface="+mn-ea"/>
          <a:cs typeface="+mn-cs"/>
        </a:defRPr>
      </a:lvl7pPr>
      <a:lvl8pPr marL="5715594" algn="l" defTabSz="1633027" rtl="0" eaLnBrk="1" latinLnBrk="0" hangingPunct="1">
        <a:defRPr kumimoji="1" sz="3200" kern="1200">
          <a:solidFill>
            <a:schemeClr val="tx1"/>
          </a:solidFill>
          <a:latin typeface="+mn-lt"/>
          <a:ea typeface="+mn-ea"/>
          <a:cs typeface="+mn-cs"/>
        </a:defRPr>
      </a:lvl8pPr>
      <a:lvl9pPr marL="6532108" algn="l" defTabSz="1633027" rtl="0" eaLnBrk="1" latinLnBrk="0" hangingPunct="1">
        <a:defRPr kumimoji="1" sz="3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a:lum/>
          </a:blip>
          <a:srcRect/>
          <a:tile tx="0" ty="0" sx="100000" sy="100000" flip="none" algn="tl"/>
        </a:blip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0504" y="253186"/>
            <a:ext cx="16139325" cy="1368152"/>
          </a:xfrm>
          <a:prstGeom prst="rect">
            <a:avLst/>
          </a:prstGeom>
        </p:spPr>
        <p:txBody>
          <a:bodyPr vert="horz" lIns="144000" tIns="0" rIns="0" bIns="0" rtlCol="0" anchor="b">
            <a:no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720651" y="1871793"/>
            <a:ext cx="16655966" cy="7142090"/>
          </a:xfrm>
          <a:prstGeom prst="rect">
            <a:avLst/>
          </a:prstGeom>
        </p:spPr>
        <p:txBody>
          <a:bodyPr vert="horz" lIns="163303" tIns="81651" rIns="163303" bIns="81651" rtlCol="0">
            <a:normAutofit/>
          </a:bodyPr>
          <a:lstStyle/>
          <a:p>
            <a:pPr lvl="0"/>
            <a:r>
              <a:rPr kumimoji="1" lang="en-US" altLang="ja-JP" dirty="0"/>
              <a:t>Master Text</a:t>
            </a:r>
            <a:endParaRPr kumimoji="1" lang="ja-JP" altLang="en-US" dirty="0"/>
          </a:p>
        </p:txBody>
      </p:sp>
      <p:sp>
        <p:nvSpPr>
          <p:cNvPr id="7" name="正方形/長方形 6"/>
          <p:cNvSpPr/>
          <p:nvPr/>
        </p:nvSpPr>
        <p:spPr>
          <a:xfrm>
            <a:off x="629727" y="1520186"/>
            <a:ext cx="3708412" cy="84853"/>
          </a:xfrm>
          <a:prstGeom prst="rect">
            <a:avLst/>
          </a:prstGeom>
          <a:blipFill dpi="0" rotWithShape="1">
            <a:blip r:embed="rId6"/>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Tree>
    <p:extLst>
      <p:ext uri="{BB962C8B-B14F-4D97-AF65-F5344CB8AC3E}">
        <p14:creationId xmlns:p14="http://schemas.microsoft.com/office/powerpoint/2010/main" val="302174645"/>
      </p:ext>
    </p:extLst>
  </p:cSld>
  <p:clrMap bg1="lt1" tx1="dk1" bg2="lt2" tx2="dk2" accent1="accent1" accent2="accent2" accent3="accent3" accent4="accent4" accent5="accent5" accent6="accent6" hlink="hlink" folHlink="folHlink"/>
  <p:sldLayoutIdLst>
    <p:sldLayoutId id="2147483679" r:id="rId1"/>
    <p:sldLayoutId id="2147483717" r:id="rId2"/>
    <p:sldLayoutId id="2147483765" r:id="rId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1+#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1" presetClass="exit" presetSubtype="0" fill="hold" grpId="2" nodeType="with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0" presetClass="entr" presetSubtype="0" fill="hold" grpId="1" nodeType="withEffect">
                                  <p:stCondLst>
                                    <p:cond delay="25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2" presetClass="entr" presetSubtype="4" decel="100000" fill="hold" grpId="0" nodeType="withEffect">
                                  <p:stCondLst>
                                    <p:cond delay="25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par>
                                <p:cTn id="18" presetID="10" presetClass="entr" presetSubtype="0" fill="hold" grpId="1" nodeType="withEffect">
                                  <p:stCondLst>
                                    <p:cond delay="2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2" grpId="2"/>
      <p:bldP spid="7" grpId="0" animBg="1"/>
      <p:bldP spid="7" grpId="1" animBg="1"/>
    </p:bldLst>
  </p:timing>
  <p:hf hdr="0" dt="0"/>
  <p:txStyles>
    <p:titleStyle>
      <a:lvl1pPr algn="l" defTabSz="1633027" rtl="0" eaLnBrk="1" latinLnBrk="0" hangingPunct="1">
        <a:spcBef>
          <a:spcPct val="0"/>
        </a:spcBef>
        <a:buNone/>
        <a:defRPr kumimoji="1" sz="8800" kern="1200">
          <a:blipFill dpi="0" rotWithShape="1">
            <a:blip r:embed="rId6"/>
            <a:srcRect/>
            <a:tile tx="0" ty="0" sx="100000" sy="100000" flip="none" algn="tl"/>
          </a:blipFill>
          <a:effectLst>
            <a:innerShdw blurRad="63500" dist="50800" dir="18900000">
              <a:prstClr val="black">
                <a:alpha val="50000"/>
              </a:prstClr>
            </a:innerShdw>
          </a:effectLst>
          <a:latin typeface="Bebas Neue Bold" panose="020B0606020202050201" pitchFamily="34" charset="0"/>
          <a:ea typeface="+mj-ea"/>
          <a:cs typeface="+mj-cs"/>
        </a:defRPr>
      </a:lvl1pPr>
    </p:titleStyle>
    <p:bodyStyle>
      <a:lvl1pPr marL="0" indent="0" algn="l" defTabSz="1633027" rtl="0" eaLnBrk="1" latinLnBrk="0" hangingPunct="1">
        <a:lnSpc>
          <a:spcPct val="120000"/>
        </a:lnSpc>
        <a:spcBef>
          <a:spcPts val="1200"/>
        </a:spcBef>
        <a:buFontTx/>
        <a:buNone/>
        <a:defRPr kumimoji="1" sz="2800" kern="1200" baseline="0">
          <a:solidFill>
            <a:schemeClr val="tx2"/>
          </a:solidFill>
          <a:latin typeface="+mn-lt"/>
          <a:ea typeface="+mn-ea"/>
          <a:cs typeface="+mn-cs"/>
        </a:defRPr>
      </a:lvl1pPr>
      <a:lvl2pPr marL="816513" indent="0" algn="l" defTabSz="1633027" rtl="0" eaLnBrk="1" latinLnBrk="0" hangingPunct="1">
        <a:spcBef>
          <a:spcPct val="20000"/>
        </a:spcBef>
        <a:buFontTx/>
        <a:buNone/>
        <a:defRPr kumimoji="1" sz="2800" kern="1200">
          <a:solidFill>
            <a:schemeClr val="tx1"/>
          </a:solidFill>
          <a:latin typeface="+mn-lt"/>
          <a:ea typeface="+mn-ea"/>
          <a:cs typeface="+mn-cs"/>
        </a:defRPr>
      </a:lvl2pPr>
      <a:lvl3pPr marL="1633027" indent="0" algn="l" defTabSz="1633027" rtl="0" eaLnBrk="1" latinLnBrk="0" hangingPunct="1">
        <a:spcBef>
          <a:spcPct val="20000"/>
        </a:spcBef>
        <a:buFontTx/>
        <a:buNone/>
        <a:defRPr kumimoji="1" sz="2800" kern="1200">
          <a:solidFill>
            <a:schemeClr val="tx1"/>
          </a:solidFill>
          <a:latin typeface="+mn-lt"/>
          <a:ea typeface="+mn-ea"/>
          <a:cs typeface="+mn-cs"/>
        </a:defRPr>
      </a:lvl3pPr>
      <a:lvl4pPr marL="2449540" indent="0" algn="l" defTabSz="1633027" rtl="0" eaLnBrk="1" latinLnBrk="0" hangingPunct="1">
        <a:spcBef>
          <a:spcPct val="20000"/>
        </a:spcBef>
        <a:buFontTx/>
        <a:buNone/>
        <a:defRPr kumimoji="1" sz="2800" kern="1200">
          <a:solidFill>
            <a:schemeClr val="tx1"/>
          </a:solidFill>
          <a:latin typeface="+mn-lt"/>
          <a:ea typeface="+mn-ea"/>
          <a:cs typeface="+mn-cs"/>
        </a:defRPr>
      </a:lvl4pPr>
      <a:lvl5pPr marL="3266054" indent="0" algn="l" defTabSz="1633027" rtl="0" eaLnBrk="1" latinLnBrk="0" hangingPunct="1">
        <a:spcBef>
          <a:spcPct val="20000"/>
        </a:spcBef>
        <a:buFontTx/>
        <a:buNone/>
        <a:defRPr kumimoji="1" sz="2800" kern="1200">
          <a:solidFill>
            <a:schemeClr val="tx1"/>
          </a:solidFill>
          <a:latin typeface="+mn-lt"/>
          <a:ea typeface="+mn-ea"/>
          <a:cs typeface="+mn-cs"/>
        </a:defRPr>
      </a:lvl5pPr>
      <a:lvl6pPr marL="4490824"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6pPr>
      <a:lvl7pPr marL="5307338"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7pPr>
      <a:lvl8pPr marL="6123851"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8pPr>
      <a:lvl9pPr marL="6940365"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ja-JP"/>
      </a:defPPr>
      <a:lvl1pPr marL="0" algn="l" defTabSz="1633027" rtl="0" eaLnBrk="1" latinLnBrk="0" hangingPunct="1">
        <a:defRPr kumimoji="1" sz="3200" kern="1200">
          <a:solidFill>
            <a:schemeClr val="tx1"/>
          </a:solidFill>
          <a:latin typeface="+mn-lt"/>
          <a:ea typeface="+mn-ea"/>
          <a:cs typeface="+mn-cs"/>
        </a:defRPr>
      </a:lvl1pPr>
      <a:lvl2pPr marL="816513" algn="l" defTabSz="1633027" rtl="0" eaLnBrk="1" latinLnBrk="0" hangingPunct="1">
        <a:defRPr kumimoji="1" sz="3200" kern="1200">
          <a:solidFill>
            <a:schemeClr val="tx1"/>
          </a:solidFill>
          <a:latin typeface="+mn-lt"/>
          <a:ea typeface="+mn-ea"/>
          <a:cs typeface="+mn-cs"/>
        </a:defRPr>
      </a:lvl2pPr>
      <a:lvl3pPr marL="1633027" algn="l" defTabSz="1633027" rtl="0" eaLnBrk="1" latinLnBrk="0" hangingPunct="1">
        <a:defRPr kumimoji="1" sz="3200" kern="1200">
          <a:solidFill>
            <a:schemeClr val="tx1"/>
          </a:solidFill>
          <a:latin typeface="+mn-lt"/>
          <a:ea typeface="+mn-ea"/>
          <a:cs typeface="+mn-cs"/>
        </a:defRPr>
      </a:lvl3pPr>
      <a:lvl4pPr marL="2449540" algn="l" defTabSz="1633027" rtl="0" eaLnBrk="1" latinLnBrk="0" hangingPunct="1">
        <a:defRPr kumimoji="1" sz="3200" kern="1200">
          <a:solidFill>
            <a:schemeClr val="tx1"/>
          </a:solidFill>
          <a:latin typeface="+mn-lt"/>
          <a:ea typeface="+mn-ea"/>
          <a:cs typeface="+mn-cs"/>
        </a:defRPr>
      </a:lvl4pPr>
      <a:lvl5pPr marL="3266054" algn="l" defTabSz="1633027" rtl="0" eaLnBrk="1" latinLnBrk="0" hangingPunct="1">
        <a:defRPr kumimoji="1" sz="3200" kern="1200">
          <a:solidFill>
            <a:schemeClr val="tx1"/>
          </a:solidFill>
          <a:latin typeface="+mn-lt"/>
          <a:ea typeface="+mn-ea"/>
          <a:cs typeface="+mn-cs"/>
        </a:defRPr>
      </a:lvl5pPr>
      <a:lvl6pPr marL="4082567" algn="l" defTabSz="1633027" rtl="0" eaLnBrk="1" latinLnBrk="0" hangingPunct="1">
        <a:defRPr kumimoji="1" sz="3200" kern="1200">
          <a:solidFill>
            <a:schemeClr val="tx1"/>
          </a:solidFill>
          <a:latin typeface="+mn-lt"/>
          <a:ea typeface="+mn-ea"/>
          <a:cs typeface="+mn-cs"/>
        </a:defRPr>
      </a:lvl6pPr>
      <a:lvl7pPr marL="4899081" algn="l" defTabSz="1633027" rtl="0" eaLnBrk="1" latinLnBrk="0" hangingPunct="1">
        <a:defRPr kumimoji="1" sz="3200" kern="1200">
          <a:solidFill>
            <a:schemeClr val="tx1"/>
          </a:solidFill>
          <a:latin typeface="+mn-lt"/>
          <a:ea typeface="+mn-ea"/>
          <a:cs typeface="+mn-cs"/>
        </a:defRPr>
      </a:lvl7pPr>
      <a:lvl8pPr marL="5715594" algn="l" defTabSz="1633027" rtl="0" eaLnBrk="1" latinLnBrk="0" hangingPunct="1">
        <a:defRPr kumimoji="1" sz="3200" kern="1200">
          <a:solidFill>
            <a:schemeClr val="tx1"/>
          </a:solidFill>
          <a:latin typeface="+mn-lt"/>
          <a:ea typeface="+mn-ea"/>
          <a:cs typeface="+mn-cs"/>
        </a:defRPr>
      </a:lvl8pPr>
      <a:lvl9pPr marL="6532108" algn="l" defTabSz="1633027" rtl="0" eaLnBrk="1" latinLnBrk="0" hangingPunct="1">
        <a:defRPr kumimoji="1" sz="32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tile tx="0" ty="0" sx="100000" sy="100000" flip="none" algn="tl"/>
        </a:blip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9257" y="253186"/>
            <a:ext cx="8984343" cy="1368152"/>
          </a:xfrm>
          <a:prstGeom prst="rect">
            <a:avLst/>
          </a:prstGeom>
        </p:spPr>
        <p:txBody>
          <a:bodyPr vert="horz" lIns="144000" tIns="0" rIns="0" bIns="0" rtlCol="0" anchor="b">
            <a:no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720651" y="1871793"/>
            <a:ext cx="16655966" cy="7142090"/>
          </a:xfrm>
          <a:prstGeom prst="rect">
            <a:avLst/>
          </a:prstGeom>
        </p:spPr>
        <p:txBody>
          <a:bodyPr vert="horz" lIns="163303" tIns="81651" rIns="163303" bIns="81651" rtlCol="0">
            <a:normAutofit/>
          </a:bodyPr>
          <a:lstStyle/>
          <a:p>
            <a:pPr lvl="0"/>
            <a:r>
              <a:rPr kumimoji="1" lang="en-US" altLang="ja-JP" dirty="0"/>
              <a:t>Master Text</a:t>
            </a:r>
            <a:endParaRPr kumimoji="1" lang="ja-JP" altLang="en-US" dirty="0"/>
          </a:p>
        </p:txBody>
      </p:sp>
      <p:sp>
        <p:nvSpPr>
          <p:cNvPr id="7" name="正方形/長方形 6"/>
          <p:cNvSpPr/>
          <p:nvPr/>
        </p:nvSpPr>
        <p:spPr>
          <a:xfrm>
            <a:off x="8554528" y="1520186"/>
            <a:ext cx="3708412" cy="84853"/>
          </a:xfrm>
          <a:prstGeom prst="rect">
            <a:avLst/>
          </a:prstGeom>
          <a:blipFill dpi="0" rotWithShape="1">
            <a:blip r:embed="rId9"/>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spTree>
    <p:extLst>
      <p:ext uri="{BB962C8B-B14F-4D97-AF65-F5344CB8AC3E}">
        <p14:creationId xmlns:p14="http://schemas.microsoft.com/office/powerpoint/2010/main" val="737630083"/>
      </p:ext>
    </p:extLst>
  </p:cSld>
  <p:clrMap bg1="lt1" tx1="dk1" bg2="lt2" tx2="dk2" accent1="accent1" accent2="accent2" accent3="accent3" accent4="accent4" accent5="accent5" accent6="accent6" hlink="hlink" folHlink="folHlink"/>
  <p:sldLayoutIdLst>
    <p:sldLayoutId id="2147483686" r:id="rId1"/>
    <p:sldLayoutId id="2147483707" r:id="rId2"/>
    <p:sldLayoutId id="2147483708" r:id="rId3"/>
    <p:sldLayoutId id="2147483751" r:id="rId4"/>
    <p:sldLayoutId id="2147483761" r:id="rId5"/>
    <p:sldLayoutId id="2147483776" r:id="rId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1+#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1" presetClass="exit" presetSubtype="0" fill="hold" grpId="2" nodeType="with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0" presetClass="entr" presetSubtype="0" fill="hold" grpId="1" nodeType="withEffect">
                                  <p:stCondLst>
                                    <p:cond delay="25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2" presetClass="entr" presetSubtype="4" decel="100000" fill="hold" grpId="0" nodeType="withEffect">
                                  <p:stCondLst>
                                    <p:cond delay="25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par>
                                <p:cTn id="18" presetID="10" presetClass="entr" presetSubtype="0" fill="hold" grpId="1" nodeType="withEffect">
                                  <p:stCondLst>
                                    <p:cond delay="2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2" grpId="2"/>
      <p:bldP spid="7" grpId="0" animBg="1"/>
      <p:bldP spid="7" grpId="1" animBg="1"/>
    </p:bldLst>
  </p:timing>
  <p:hf hdr="0" dt="0"/>
  <p:txStyles>
    <p:titleStyle>
      <a:lvl1pPr algn="l" defTabSz="1633027" rtl="0" eaLnBrk="1" latinLnBrk="0" hangingPunct="1">
        <a:spcBef>
          <a:spcPct val="0"/>
        </a:spcBef>
        <a:buNone/>
        <a:defRPr kumimoji="1" sz="8800" kern="1200">
          <a:blipFill dpi="0" rotWithShape="1">
            <a:blip r:embed="rId9"/>
            <a:srcRect/>
            <a:tile tx="0" ty="0" sx="100000" sy="100000" flip="none" algn="tl"/>
          </a:blipFill>
          <a:effectLst>
            <a:innerShdw blurRad="63500" dist="50800" dir="18900000">
              <a:prstClr val="black">
                <a:alpha val="50000"/>
              </a:prstClr>
            </a:innerShdw>
          </a:effectLst>
          <a:latin typeface="Bebas Neue Bold" panose="020B0606020202050201" pitchFamily="34" charset="0"/>
          <a:ea typeface="+mj-ea"/>
          <a:cs typeface="+mj-cs"/>
        </a:defRPr>
      </a:lvl1pPr>
    </p:titleStyle>
    <p:bodyStyle>
      <a:lvl1pPr marL="0" indent="0" algn="l" defTabSz="1633027" rtl="0" eaLnBrk="1" latinLnBrk="0" hangingPunct="1">
        <a:lnSpc>
          <a:spcPct val="120000"/>
        </a:lnSpc>
        <a:spcBef>
          <a:spcPts val="1200"/>
        </a:spcBef>
        <a:buFontTx/>
        <a:buNone/>
        <a:defRPr kumimoji="1" sz="2800" kern="1200" baseline="0">
          <a:solidFill>
            <a:schemeClr val="tx2"/>
          </a:solidFill>
          <a:latin typeface="+mn-lt"/>
          <a:ea typeface="+mn-ea"/>
          <a:cs typeface="+mn-cs"/>
        </a:defRPr>
      </a:lvl1pPr>
      <a:lvl2pPr marL="816513" indent="0" algn="l" defTabSz="1633027" rtl="0" eaLnBrk="1" latinLnBrk="0" hangingPunct="1">
        <a:spcBef>
          <a:spcPct val="20000"/>
        </a:spcBef>
        <a:buFontTx/>
        <a:buNone/>
        <a:defRPr kumimoji="1" sz="2800" kern="1200">
          <a:solidFill>
            <a:schemeClr val="tx1"/>
          </a:solidFill>
          <a:latin typeface="+mn-lt"/>
          <a:ea typeface="+mn-ea"/>
          <a:cs typeface="+mn-cs"/>
        </a:defRPr>
      </a:lvl2pPr>
      <a:lvl3pPr marL="1633027" indent="0" algn="l" defTabSz="1633027" rtl="0" eaLnBrk="1" latinLnBrk="0" hangingPunct="1">
        <a:spcBef>
          <a:spcPct val="20000"/>
        </a:spcBef>
        <a:buFontTx/>
        <a:buNone/>
        <a:defRPr kumimoji="1" sz="2800" kern="1200">
          <a:solidFill>
            <a:schemeClr val="tx1"/>
          </a:solidFill>
          <a:latin typeface="+mn-lt"/>
          <a:ea typeface="+mn-ea"/>
          <a:cs typeface="+mn-cs"/>
        </a:defRPr>
      </a:lvl3pPr>
      <a:lvl4pPr marL="2449540" indent="0" algn="l" defTabSz="1633027" rtl="0" eaLnBrk="1" latinLnBrk="0" hangingPunct="1">
        <a:spcBef>
          <a:spcPct val="20000"/>
        </a:spcBef>
        <a:buFontTx/>
        <a:buNone/>
        <a:defRPr kumimoji="1" sz="2800" kern="1200">
          <a:solidFill>
            <a:schemeClr val="tx1"/>
          </a:solidFill>
          <a:latin typeface="+mn-lt"/>
          <a:ea typeface="+mn-ea"/>
          <a:cs typeface="+mn-cs"/>
        </a:defRPr>
      </a:lvl4pPr>
      <a:lvl5pPr marL="3266054" indent="0" algn="l" defTabSz="1633027" rtl="0" eaLnBrk="1" latinLnBrk="0" hangingPunct="1">
        <a:spcBef>
          <a:spcPct val="20000"/>
        </a:spcBef>
        <a:buFontTx/>
        <a:buNone/>
        <a:defRPr kumimoji="1" sz="2800" kern="1200">
          <a:solidFill>
            <a:schemeClr val="tx1"/>
          </a:solidFill>
          <a:latin typeface="+mn-lt"/>
          <a:ea typeface="+mn-ea"/>
          <a:cs typeface="+mn-cs"/>
        </a:defRPr>
      </a:lvl5pPr>
      <a:lvl6pPr marL="4490824"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6pPr>
      <a:lvl7pPr marL="5307338"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7pPr>
      <a:lvl8pPr marL="6123851"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8pPr>
      <a:lvl9pPr marL="6940365"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ja-JP"/>
      </a:defPPr>
      <a:lvl1pPr marL="0" algn="l" defTabSz="1633027" rtl="0" eaLnBrk="1" latinLnBrk="0" hangingPunct="1">
        <a:defRPr kumimoji="1" sz="3200" kern="1200">
          <a:solidFill>
            <a:schemeClr val="tx1"/>
          </a:solidFill>
          <a:latin typeface="+mn-lt"/>
          <a:ea typeface="+mn-ea"/>
          <a:cs typeface="+mn-cs"/>
        </a:defRPr>
      </a:lvl1pPr>
      <a:lvl2pPr marL="816513" algn="l" defTabSz="1633027" rtl="0" eaLnBrk="1" latinLnBrk="0" hangingPunct="1">
        <a:defRPr kumimoji="1" sz="3200" kern="1200">
          <a:solidFill>
            <a:schemeClr val="tx1"/>
          </a:solidFill>
          <a:latin typeface="+mn-lt"/>
          <a:ea typeface="+mn-ea"/>
          <a:cs typeface="+mn-cs"/>
        </a:defRPr>
      </a:lvl2pPr>
      <a:lvl3pPr marL="1633027" algn="l" defTabSz="1633027" rtl="0" eaLnBrk="1" latinLnBrk="0" hangingPunct="1">
        <a:defRPr kumimoji="1" sz="3200" kern="1200">
          <a:solidFill>
            <a:schemeClr val="tx1"/>
          </a:solidFill>
          <a:latin typeface="+mn-lt"/>
          <a:ea typeface="+mn-ea"/>
          <a:cs typeface="+mn-cs"/>
        </a:defRPr>
      </a:lvl3pPr>
      <a:lvl4pPr marL="2449540" algn="l" defTabSz="1633027" rtl="0" eaLnBrk="1" latinLnBrk="0" hangingPunct="1">
        <a:defRPr kumimoji="1" sz="3200" kern="1200">
          <a:solidFill>
            <a:schemeClr val="tx1"/>
          </a:solidFill>
          <a:latin typeface="+mn-lt"/>
          <a:ea typeface="+mn-ea"/>
          <a:cs typeface="+mn-cs"/>
        </a:defRPr>
      </a:lvl4pPr>
      <a:lvl5pPr marL="3266054" algn="l" defTabSz="1633027" rtl="0" eaLnBrk="1" latinLnBrk="0" hangingPunct="1">
        <a:defRPr kumimoji="1" sz="3200" kern="1200">
          <a:solidFill>
            <a:schemeClr val="tx1"/>
          </a:solidFill>
          <a:latin typeface="+mn-lt"/>
          <a:ea typeface="+mn-ea"/>
          <a:cs typeface="+mn-cs"/>
        </a:defRPr>
      </a:lvl5pPr>
      <a:lvl6pPr marL="4082567" algn="l" defTabSz="1633027" rtl="0" eaLnBrk="1" latinLnBrk="0" hangingPunct="1">
        <a:defRPr kumimoji="1" sz="3200" kern="1200">
          <a:solidFill>
            <a:schemeClr val="tx1"/>
          </a:solidFill>
          <a:latin typeface="+mn-lt"/>
          <a:ea typeface="+mn-ea"/>
          <a:cs typeface="+mn-cs"/>
        </a:defRPr>
      </a:lvl6pPr>
      <a:lvl7pPr marL="4899081" algn="l" defTabSz="1633027" rtl="0" eaLnBrk="1" latinLnBrk="0" hangingPunct="1">
        <a:defRPr kumimoji="1" sz="3200" kern="1200">
          <a:solidFill>
            <a:schemeClr val="tx1"/>
          </a:solidFill>
          <a:latin typeface="+mn-lt"/>
          <a:ea typeface="+mn-ea"/>
          <a:cs typeface="+mn-cs"/>
        </a:defRPr>
      </a:lvl7pPr>
      <a:lvl8pPr marL="5715594" algn="l" defTabSz="1633027" rtl="0" eaLnBrk="1" latinLnBrk="0" hangingPunct="1">
        <a:defRPr kumimoji="1" sz="3200" kern="1200">
          <a:solidFill>
            <a:schemeClr val="tx1"/>
          </a:solidFill>
          <a:latin typeface="+mn-lt"/>
          <a:ea typeface="+mn-ea"/>
          <a:cs typeface="+mn-cs"/>
        </a:defRPr>
      </a:lvl8pPr>
      <a:lvl9pPr marL="6532108" algn="l" defTabSz="1633027" rtl="0" eaLnBrk="1" latinLnBrk="0" hangingPunct="1">
        <a:defRPr kumimoji="1" sz="32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9">
            <a:lum/>
          </a:blip>
          <a:srcRect/>
          <a:tile tx="0" ty="0" sx="100000" sy="100000" flip="none" algn="tl"/>
        </a:blipFill>
        <a:effectLst/>
      </p:bgPr>
    </p:bg>
    <p:spTree>
      <p:nvGrpSpPr>
        <p:cNvPr id="1" name=""/>
        <p:cNvGrpSpPr/>
        <p:nvPr/>
      </p:nvGrpSpPr>
      <p:grpSpPr>
        <a:xfrm>
          <a:off x="0" y="0"/>
          <a:ext cx="0" cy="0"/>
          <a:chOff x="0" y="0"/>
          <a:chExt cx="0" cy="0"/>
        </a:xfrm>
      </p:grpSpPr>
      <p:sp>
        <p:nvSpPr>
          <p:cNvPr id="8" name="正方形/長方形 7"/>
          <p:cNvSpPr/>
          <p:nvPr/>
        </p:nvSpPr>
        <p:spPr>
          <a:xfrm>
            <a:off x="0" y="9391972"/>
            <a:ext cx="18291176" cy="895028"/>
          </a:xfrm>
          <a:prstGeom prst="rect">
            <a:avLst/>
          </a:prstGeom>
          <a:blipFill dpi="0" rotWithShape="1">
            <a:blip r:embed="rId10"/>
            <a:srcRect/>
            <a:tile tx="0" ty="0" sx="100000" sy="100000" flip="none" algn="tl"/>
          </a:blip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3" name="テキスト プレースホルダー 2"/>
          <p:cNvSpPr>
            <a:spLocks noGrp="1"/>
          </p:cNvSpPr>
          <p:nvPr>
            <p:ph type="body" idx="1"/>
          </p:nvPr>
        </p:nvSpPr>
        <p:spPr>
          <a:xfrm>
            <a:off x="720651" y="1871793"/>
            <a:ext cx="16655966" cy="7142090"/>
          </a:xfrm>
          <a:prstGeom prst="rect">
            <a:avLst/>
          </a:prstGeom>
        </p:spPr>
        <p:txBody>
          <a:bodyPr vert="horz" lIns="163303" tIns="81651" rIns="163303" bIns="81651" rtlCol="0">
            <a:normAutofit/>
          </a:bodyPr>
          <a:lstStyle/>
          <a:p>
            <a:pPr lvl="0"/>
            <a:r>
              <a:rPr kumimoji="1" lang="en-US" altLang="ja-JP" dirty="0"/>
              <a:t>Master Text</a:t>
            </a:r>
            <a:endParaRPr kumimoji="1" lang="ja-JP" altLang="en-US" dirty="0"/>
          </a:p>
        </p:txBody>
      </p:sp>
      <p:sp>
        <p:nvSpPr>
          <p:cNvPr id="5" name="フッター プレースホルダー 4"/>
          <p:cNvSpPr>
            <a:spLocks noGrp="1"/>
          </p:cNvSpPr>
          <p:nvPr>
            <p:ph type="ftr" sz="quarter" idx="3"/>
          </p:nvPr>
        </p:nvSpPr>
        <p:spPr>
          <a:xfrm>
            <a:off x="3372844" y="9534526"/>
            <a:ext cx="11545486" cy="547688"/>
          </a:xfrm>
          <a:prstGeom prst="rect">
            <a:avLst/>
          </a:prstGeom>
        </p:spPr>
        <p:txBody>
          <a:bodyPr vert="horz" lIns="163303" tIns="81651" rIns="163303" bIns="81651" rtlCol="0" anchor="ctr"/>
          <a:lstStyle>
            <a:lvl1pPr algn="ctr">
              <a:defRPr sz="2100">
                <a:solidFill>
                  <a:schemeClr val="bg1"/>
                </a:solidFill>
              </a:defRPr>
            </a:lvl1pPr>
          </a:lstStyle>
          <a:p>
            <a:r>
              <a:rPr lang="en-US" altLang="ja-JP"/>
              <a:t>The Power of PowerPoint - thepopp.com</a:t>
            </a:r>
            <a:endParaRPr lang="ja-JP" altLang="en-US" dirty="0"/>
          </a:p>
        </p:txBody>
      </p:sp>
      <p:cxnSp>
        <p:nvCxnSpPr>
          <p:cNvPr id="9" name="直線コネクタ 8"/>
          <p:cNvCxnSpPr/>
          <p:nvPr/>
        </p:nvCxnSpPr>
        <p:spPr>
          <a:xfrm>
            <a:off x="72579" y="9498410"/>
            <a:ext cx="18074008" cy="0"/>
          </a:xfrm>
          <a:prstGeom prst="line">
            <a:avLst/>
          </a:prstGeom>
          <a:ln w="28575">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963759"/>
      </p:ext>
    </p:extLst>
  </p:cSld>
  <p:clrMap bg1="lt1" tx1="dk1" bg2="lt2" tx2="dk2" accent1="accent1" accent2="accent2" accent3="accent3" accent4="accent4" accent5="accent5" accent6="accent6" hlink="hlink" folHlink="folHlink"/>
  <p:sldLayoutIdLst>
    <p:sldLayoutId id="2147483678" r:id="rId1"/>
    <p:sldLayoutId id="2147483701" r:id="rId2"/>
    <p:sldLayoutId id="2147483703" r:id="rId3"/>
    <p:sldLayoutId id="2147483704" r:id="rId4"/>
    <p:sldLayoutId id="2147483705" r:id="rId5"/>
    <p:sldLayoutId id="2147483736" r:id="rId6"/>
    <p:sldLayoutId id="2147483752" r:id="rId7"/>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outVertical)">
                                      <p:cBhvr>
                                        <p:cTn id="7" dur="500"/>
                                        <p:tgtEl>
                                          <p:spTgt spid="8"/>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outVertical)">
                                      <p:cBhvr>
                                        <p:cTn id="10" dur="500"/>
                                        <p:tgtEl>
                                          <p:spTgt spid="5"/>
                                        </p:tgtEl>
                                      </p:cBhvr>
                                    </p:animEffect>
                                  </p:childTnLst>
                                </p:cTn>
                              </p:par>
                              <p:par>
                                <p:cTn id="11" presetID="16" presetClass="entr" presetSubtype="37"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outVertical)">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5" grpId="0"/>
    </p:bldLst>
  </p:timing>
  <p:hf hdr="0" dt="0"/>
  <p:txStyles>
    <p:titleStyle>
      <a:lvl1pPr algn="ctr" defTabSz="1633027" rtl="0" eaLnBrk="1" latinLnBrk="0" hangingPunct="1">
        <a:spcBef>
          <a:spcPct val="0"/>
        </a:spcBef>
        <a:buNone/>
        <a:defRPr kumimoji="1" sz="8800" kern="1200">
          <a:blipFill dpi="0" rotWithShape="1">
            <a:blip r:embed="rId10"/>
            <a:srcRect/>
            <a:tile tx="0" ty="0" sx="100000" sy="100000" flip="none" algn="tl"/>
          </a:blipFill>
          <a:effectLst>
            <a:innerShdw blurRad="63500" dist="50800" dir="18900000">
              <a:prstClr val="black">
                <a:alpha val="50000"/>
              </a:prstClr>
            </a:innerShdw>
          </a:effectLst>
          <a:latin typeface="Bebas Neue Bold" panose="020B0606020202050201" pitchFamily="34" charset="0"/>
          <a:ea typeface="+mj-ea"/>
          <a:cs typeface="+mj-cs"/>
        </a:defRPr>
      </a:lvl1pPr>
    </p:titleStyle>
    <p:bodyStyle>
      <a:lvl1pPr marL="0" indent="0" algn="l" defTabSz="1633027" rtl="0" eaLnBrk="1" latinLnBrk="0" hangingPunct="1">
        <a:lnSpc>
          <a:spcPct val="120000"/>
        </a:lnSpc>
        <a:spcBef>
          <a:spcPts val="1200"/>
        </a:spcBef>
        <a:buFontTx/>
        <a:buNone/>
        <a:defRPr kumimoji="1" sz="2800" kern="1200" baseline="0">
          <a:solidFill>
            <a:schemeClr val="tx2"/>
          </a:solidFill>
          <a:latin typeface="+mn-lt"/>
          <a:ea typeface="+mn-ea"/>
          <a:cs typeface="+mn-cs"/>
        </a:defRPr>
      </a:lvl1pPr>
      <a:lvl2pPr marL="816513" indent="0" algn="l" defTabSz="1633027" rtl="0" eaLnBrk="1" latinLnBrk="0" hangingPunct="1">
        <a:spcBef>
          <a:spcPct val="20000"/>
        </a:spcBef>
        <a:buFontTx/>
        <a:buNone/>
        <a:defRPr kumimoji="1" sz="2800" kern="1200">
          <a:solidFill>
            <a:schemeClr val="tx1"/>
          </a:solidFill>
          <a:latin typeface="+mn-lt"/>
          <a:ea typeface="+mn-ea"/>
          <a:cs typeface="+mn-cs"/>
        </a:defRPr>
      </a:lvl2pPr>
      <a:lvl3pPr marL="1633027" indent="0" algn="l" defTabSz="1633027" rtl="0" eaLnBrk="1" latinLnBrk="0" hangingPunct="1">
        <a:spcBef>
          <a:spcPct val="20000"/>
        </a:spcBef>
        <a:buFontTx/>
        <a:buNone/>
        <a:defRPr kumimoji="1" sz="2800" kern="1200">
          <a:solidFill>
            <a:schemeClr val="tx1"/>
          </a:solidFill>
          <a:latin typeface="+mn-lt"/>
          <a:ea typeface="+mn-ea"/>
          <a:cs typeface="+mn-cs"/>
        </a:defRPr>
      </a:lvl3pPr>
      <a:lvl4pPr marL="2449540" indent="0" algn="l" defTabSz="1633027" rtl="0" eaLnBrk="1" latinLnBrk="0" hangingPunct="1">
        <a:spcBef>
          <a:spcPct val="20000"/>
        </a:spcBef>
        <a:buFontTx/>
        <a:buNone/>
        <a:defRPr kumimoji="1" sz="2800" kern="1200">
          <a:solidFill>
            <a:schemeClr val="tx1"/>
          </a:solidFill>
          <a:latin typeface="+mn-lt"/>
          <a:ea typeface="+mn-ea"/>
          <a:cs typeface="+mn-cs"/>
        </a:defRPr>
      </a:lvl4pPr>
      <a:lvl5pPr marL="3266054" indent="0" algn="l" defTabSz="1633027" rtl="0" eaLnBrk="1" latinLnBrk="0" hangingPunct="1">
        <a:spcBef>
          <a:spcPct val="20000"/>
        </a:spcBef>
        <a:buFontTx/>
        <a:buNone/>
        <a:defRPr kumimoji="1" sz="2800" kern="1200">
          <a:solidFill>
            <a:schemeClr val="tx1"/>
          </a:solidFill>
          <a:latin typeface="+mn-lt"/>
          <a:ea typeface="+mn-ea"/>
          <a:cs typeface="+mn-cs"/>
        </a:defRPr>
      </a:lvl5pPr>
      <a:lvl6pPr marL="4490824"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6pPr>
      <a:lvl7pPr marL="5307338"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7pPr>
      <a:lvl8pPr marL="6123851"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8pPr>
      <a:lvl9pPr marL="6940365"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ja-JP"/>
      </a:defPPr>
      <a:lvl1pPr marL="0" algn="l" defTabSz="1633027" rtl="0" eaLnBrk="1" latinLnBrk="0" hangingPunct="1">
        <a:defRPr kumimoji="1" sz="3200" kern="1200">
          <a:solidFill>
            <a:schemeClr val="tx1"/>
          </a:solidFill>
          <a:latin typeface="+mn-lt"/>
          <a:ea typeface="+mn-ea"/>
          <a:cs typeface="+mn-cs"/>
        </a:defRPr>
      </a:lvl1pPr>
      <a:lvl2pPr marL="816513" algn="l" defTabSz="1633027" rtl="0" eaLnBrk="1" latinLnBrk="0" hangingPunct="1">
        <a:defRPr kumimoji="1" sz="3200" kern="1200">
          <a:solidFill>
            <a:schemeClr val="tx1"/>
          </a:solidFill>
          <a:latin typeface="+mn-lt"/>
          <a:ea typeface="+mn-ea"/>
          <a:cs typeface="+mn-cs"/>
        </a:defRPr>
      </a:lvl2pPr>
      <a:lvl3pPr marL="1633027" algn="l" defTabSz="1633027" rtl="0" eaLnBrk="1" latinLnBrk="0" hangingPunct="1">
        <a:defRPr kumimoji="1" sz="3200" kern="1200">
          <a:solidFill>
            <a:schemeClr val="tx1"/>
          </a:solidFill>
          <a:latin typeface="+mn-lt"/>
          <a:ea typeface="+mn-ea"/>
          <a:cs typeface="+mn-cs"/>
        </a:defRPr>
      </a:lvl3pPr>
      <a:lvl4pPr marL="2449540" algn="l" defTabSz="1633027" rtl="0" eaLnBrk="1" latinLnBrk="0" hangingPunct="1">
        <a:defRPr kumimoji="1" sz="3200" kern="1200">
          <a:solidFill>
            <a:schemeClr val="tx1"/>
          </a:solidFill>
          <a:latin typeface="+mn-lt"/>
          <a:ea typeface="+mn-ea"/>
          <a:cs typeface="+mn-cs"/>
        </a:defRPr>
      </a:lvl4pPr>
      <a:lvl5pPr marL="3266054" algn="l" defTabSz="1633027" rtl="0" eaLnBrk="1" latinLnBrk="0" hangingPunct="1">
        <a:defRPr kumimoji="1" sz="3200" kern="1200">
          <a:solidFill>
            <a:schemeClr val="tx1"/>
          </a:solidFill>
          <a:latin typeface="+mn-lt"/>
          <a:ea typeface="+mn-ea"/>
          <a:cs typeface="+mn-cs"/>
        </a:defRPr>
      </a:lvl5pPr>
      <a:lvl6pPr marL="4082567" algn="l" defTabSz="1633027" rtl="0" eaLnBrk="1" latinLnBrk="0" hangingPunct="1">
        <a:defRPr kumimoji="1" sz="3200" kern="1200">
          <a:solidFill>
            <a:schemeClr val="tx1"/>
          </a:solidFill>
          <a:latin typeface="+mn-lt"/>
          <a:ea typeface="+mn-ea"/>
          <a:cs typeface="+mn-cs"/>
        </a:defRPr>
      </a:lvl6pPr>
      <a:lvl7pPr marL="4899081" algn="l" defTabSz="1633027" rtl="0" eaLnBrk="1" latinLnBrk="0" hangingPunct="1">
        <a:defRPr kumimoji="1" sz="3200" kern="1200">
          <a:solidFill>
            <a:schemeClr val="tx1"/>
          </a:solidFill>
          <a:latin typeface="+mn-lt"/>
          <a:ea typeface="+mn-ea"/>
          <a:cs typeface="+mn-cs"/>
        </a:defRPr>
      </a:lvl7pPr>
      <a:lvl8pPr marL="5715594" algn="l" defTabSz="1633027" rtl="0" eaLnBrk="1" latinLnBrk="0" hangingPunct="1">
        <a:defRPr kumimoji="1" sz="3200" kern="1200">
          <a:solidFill>
            <a:schemeClr val="tx1"/>
          </a:solidFill>
          <a:latin typeface="+mn-lt"/>
          <a:ea typeface="+mn-ea"/>
          <a:cs typeface="+mn-cs"/>
        </a:defRPr>
      </a:lvl8pPr>
      <a:lvl9pPr marL="6532108" algn="l" defTabSz="1633027" rtl="0" eaLnBrk="1" latinLnBrk="0" hangingPunct="1">
        <a:defRPr kumimoji="1" sz="32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tile tx="0" ty="0" sx="100000" sy="100000" flip="none" algn="tl"/>
        </a:blip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914558" y="253186"/>
            <a:ext cx="16462058" cy="1368152"/>
          </a:xfrm>
          <a:prstGeom prst="rect">
            <a:avLst/>
          </a:prstGeom>
        </p:spPr>
        <p:txBody>
          <a:bodyPr vert="horz" lIns="144000" tIns="0" rIns="0" bIns="0" rtlCol="0" anchor="b">
            <a:noAutofit/>
          </a:bodyPr>
          <a:lstStyle/>
          <a:p>
            <a:r>
              <a:rPr kumimoji="1" lang="en-US" altLang="ja-JP" dirty="0"/>
              <a:t>MASTER TITLE</a:t>
            </a:r>
            <a:endParaRPr kumimoji="1" lang="ja-JP" altLang="en-US" dirty="0"/>
          </a:p>
        </p:txBody>
      </p:sp>
      <p:sp>
        <p:nvSpPr>
          <p:cNvPr id="3" name="テキスト プレースホルダー 2"/>
          <p:cNvSpPr>
            <a:spLocks noGrp="1"/>
          </p:cNvSpPr>
          <p:nvPr>
            <p:ph type="body" idx="1"/>
          </p:nvPr>
        </p:nvSpPr>
        <p:spPr>
          <a:xfrm>
            <a:off x="720651" y="1871793"/>
            <a:ext cx="16655966" cy="7142090"/>
          </a:xfrm>
          <a:prstGeom prst="rect">
            <a:avLst/>
          </a:prstGeom>
        </p:spPr>
        <p:txBody>
          <a:bodyPr vert="horz" lIns="163303" tIns="81651" rIns="163303" bIns="81651" rtlCol="0">
            <a:normAutofit/>
          </a:bodyPr>
          <a:lstStyle/>
          <a:p>
            <a:pPr lvl="0"/>
            <a:r>
              <a:rPr kumimoji="1" lang="en-US" altLang="ja-JP" dirty="0"/>
              <a:t>Master Text</a:t>
            </a:r>
            <a:endParaRPr kumimoji="1" lang="ja-JP" altLang="en-US" dirty="0"/>
          </a:p>
        </p:txBody>
      </p:sp>
      <p:sp>
        <p:nvSpPr>
          <p:cNvPr id="7" name="正方形/長方形 6"/>
          <p:cNvSpPr/>
          <p:nvPr/>
        </p:nvSpPr>
        <p:spPr>
          <a:xfrm>
            <a:off x="7291381" y="1520186"/>
            <a:ext cx="3708412" cy="84853"/>
          </a:xfrm>
          <a:prstGeom prst="rect">
            <a:avLst/>
          </a:prstGeom>
          <a:blipFill dpi="0" rotWithShape="1">
            <a:blip r:embed="rId5"/>
            <a:srcRect/>
            <a:tile tx="0" ty="0" sx="100000" sy="100000" flip="none" algn="tl"/>
          </a:blip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p:cNvGrpSpPr/>
          <p:nvPr/>
        </p:nvGrpSpPr>
        <p:grpSpPr>
          <a:xfrm>
            <a:off x="16778435" y="339170"/>
            <a:ext cx="1150664" cy="1150664"/>
            <a:chOff x="7418859" y="2569953"/>
            <a:chExt cx="934639" cy="934639"/>
          </a:xfrm>
        </p:grpSpPr>
        <p:sp>
          <p:nvSpPr>
            <p:cNvPr id="11" name="涙形 10"/>
            <p:cNvSpPr/>
            <p:nvPr/>
          </p:nvSpPr>
          <p:spPr>
            <a:xfrm>
              <a:off x="7418859" y="2569953"/>
              <a:ext cx="934639" cy="934639"/>
            </a:xfrm>
            <a:prstGeom prst="teardrop">
              <a:avLst/>
            </a:prstGeom>
            <a:blipFill>
              <a:blip r:embed="rId5"/>
              <a:stretch>
                <a:fillRect/>
              </a:stretch>
            </a:blip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涙形 11"/>
            <p:cNvSpPr/>
            <p:nvPr/>
          </p:nvSpPr>
          <p:spPr>
            <a:xfrm>
              <a:off x="7527805" y="2678899"/>
              <a:ext cx="716746" cy="716746"/>
            </a:xfrm>
            <a:prstGeom prst="teardrop">
              <a:avLst/>
            </a:prstGeom>
            <a:noFill/>
            <a:ln>
              <a:solidFill>
                <a:schemeClr val="bg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 name="スライド番号プレースホルダー 5"/>
          <p:cNvSpPr>
            <a:spLocks noGrp="1"/>
          </p:cNvSpPr>
          <p:nvPr>
            <p:ph type="sldNum" sz="quarter" idx="4"/>
          </p:nvPr>
        </p:nvSpPr>
        <p:spPr>
          <a:xfrm>
            <a:off x="16987628" y="645146"/>
            <a:ext cx="759574" cy="547688"/>
          </a:xfrm>
          <a:prstGeom prst="rect">
            <a:avLst/>
          </a:prstGeom>
        </p:spPr>
        <p:txBody>
          <a:bodyPr vert="horz" lIns="163303" tIns="81651" rIns="163303" bIns="81651" rtlCol="0" anchor="ctr"/>
          <a:lstStyle>
            <a:lvl1pPr algn="ctr">
              <a:defRPr sz="4000">
                <a:solidFill>
                  <a:schemeClr val="bg1"/>
                </a:solidFill>
                <a:effectLst>
                  <a:innerShdw blurRad="63500" dist="50800" dir="18900000">
                    <a:prstClr val="black">
                      <a:alpha val="50000"/>
                    </a:prstClr>
                  </a:innerShdw>
                </a:effectLst>
                <a:latin typeface="+mj-lt"/>
              </a:defRPr>
            </a:lvl1pPr>
          </a:lstStyle>
          <a:p>
            <a:fld id="{FADD65F2-3061-4838-8922-F719F7BAC906}" type="slidenum">
              <a:rPr lang="ja-JP" altLang="en-US" smtClean="0"/>
              <a:pPr/>
              <a:t>‹#›</a:t>
            </a:fld>
            <a:endParaRPr lang="ja-JP" altLang="en-US" dirty="0"/>
          </a:p>
        </p:txBody>
      </p:sp>
    </p:spTree>
    <p:extLst>
      <p:ext uri="{BB962C8B-B14F-4D97-AF65-F5344CB8AC3E}">
        <p14:creationId xmlns:p14="http://schemas.microsoft.com/office/powerpoint/2010/main" val="2188596353"/>
      </p:ext>
    </p:extLst>
  </p:cSld>
  <p:clrMap bg1="lt1" tx1="dk1" bg2="lt2" tx2="dk2" accent1="accent1" accent2="accent2" accent3="accent3" accent4="accent4" accent5="accent5" accent6="accent6" hlink="hlink" folHlink="folHlink"/>
  <p:sldLayoutIdLst>
    <p:sldLayoutId id="2147483766" r:id="rId1"/>
    <p:sldLayoutId id="2147483722"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1+#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1" presetClass="exit" presetSubtype="0" fill="hold" grpId="2" nodeType="with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0" presetClass="entr" presetSubtype="0" fill="hold" grpId="1" nodeType="withEffect">
                                  <p:stCondLst>
                                    <p:cond delay="25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2" presetClass="entr" presetSubtype="4" decel="100000" fill="hold" grpId="0" nodeType="withEffect">
                                  <p:stCondLst>
                                    <p:cond delay="25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par>
                                <p:cTn id="18" presetID="10" presetClass="entr" presetSubtype="0" fill="hold" grpId="1" nodeType="withEffect">
                                  <p:stCondLst>
                                    <p:cond delay="25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par>
                          <p:cTn id="21" fill="hold">
                            <p:stCondLst>
                              <p:cond delay="750"/>
                            </p:stCondLst>
                            <p:childTnLst>
                              <p:par>
                                <p:cTn id="22" presetID="2" presetClass="entr" presetSubtype="1" decel="10000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0-#ppt_h/2"/>
                                          </p:val>
                                        </p:tav>
                                        <p:tav tm="100000">
                                          <p:val>
                                            <p:strVal val="#ppt_y"/>
                                          </p:val>
                                        </p:tav>
                                      </p:tavLst>
                                    </p:anim>
                                  </p:childTnLst>
                                </p:cTn>
                              </p:par>
                              <p:par>
                                <p:cTn id="26" presetID="2" presetClass="entr" presetSubtype="1" decel="10000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2" grpId="2"/>
      <p:bldP spid="7" grpId="0" animBg="1"/>
      <p:bldP spid="7" grpId="1" animBg="1"/>
      <p:bldP spid="6" grpId="0"/>
    </p:bldLst>
  </p:timing>
  <p:hf hdr="0" dt="0"/>
  <p:txStyles>
    <p:titleStyle>
      <a:lvl1pPr algn="ctr" defTabSz="1633027" rtl="0" eaLnBrk="1" latinLnBrk="0" hangingPunct="1">
        <a:spcBef>
          <a:spcPct val="0"/>
        </a:spcBef>
        <a:buNone/>
        <a:defRPr kumimoji="1" sz="8800" kern="1200">
          <a:blipFill dpi="0" rotWithShape="1">
            <a:blip r:embed="rId5"/>
            <a:srcRect/>
            <a:tile tx="0" ty="0" sx="100000" sy="100000" flip="none" algn="tl"/>
          </a:blipFill>
          <a:effectLst>
            <a:innerShdw blurRad="63500" dist="50800" dir="18900000">
              <a:prstClr val="black">
                <a:alpha val="50000"/>
              </a:prstClr>
            </a:innerShdw>
          </a:effectLst>
          <a:latin typeface="Bebas Neue Bold" panose="020B0606020202050201" pitchFamily="34" charset="0"/>
          <a:ea typeface="+mj-ea"/>
          <a:cs typeface="+mj-cs"/>
        </a:defRPr>
      </a:lvl1pPr>
    </p:titleStyle>
    <p:bodyStyle>
      <a:lvl1pPr marL="0" indent="0" algn="l" defTabSz="1633027" rtl="0" eaLnBrk="1" latinLnBrk="0" hangingPunct="1">
        <a:lnSpc>
          <a:spcPct val="120000"/>
        </a:lnSpc>
        <a:spcBef>
          <a:spcPts val="1200"/>
        </a:spcBef>
        <a:buFontTx/>
        <a:buNone/>
        <a:defRPr kumimoji="1" sz="2800" kern="1200" baseline="0">
          <a:solidFill>
            <a:schemeClr val="tx2"/>
          </a:solidFill>
          <a:latin typeface="+mn-lt"/>
          <a:ea typeface="+mn-ea"/>
          <a:cs typeface="+mn-cs"/>
        </a:defRPr>
      </a:lvl1pPr>
      <a:lvl2pPr marL="816513" indent="0" algn="l" defTabSz="1633027" rtl="0" eaLnBrk="1" latinLnBrk="0" hangingPunct="1">
        <a:spcBef>
          <a:spcPct val="20000"/>
        </a:spcBef>
        <a:buFontTx/>
        <a:buNone/>
        <a:defRPr kumimoji="1" sz="2800" kern="1200">
          <a:solidFill>
            <a:schemeClr val="tx1"/>
          </a:solidFill>
          <a:latin typeface="+mn-lt"/>
          <a:ea typeface="+mn-ea"/>
          <a:cs typeface="+mn-cs"/>
        </a:defRPr>
      </a:lvl2pPr>
      <a:lvl3pPr marL="1633027" indent="0" algn="l" defTabSz="1633027" rtl="0" eaLnBrk="1" latinLnBrk="0" hangingPunct="1">
        <a:spcBef>
          <a:spcPct val="20000"/>
        </a:spcBef>
        <a:buFontTx/>
        <a:buNone/>
        <a:defRPr kumimoji="1" sz="2800" kern="1200">
          <a:solidFill>
            <a:schemeClr val="tx1"/>
          </a:solidFill>
          <a:latin typeface="+mn-lt"/>
          <a:ea typeface="+mn-ea"/>
          <a:cs typeface="+mn-cs"/>
        </a:defRPr>
      </a:lvl3pPr>
      <a:lvl4pPr marL="2449540" indent="0" algn="l" defTabSz="1633027" rtl="0" eaLnBrk="1" latinLnBrk="0" hangingPunct="1">
        <a:spcBef>
          <a:spcPct val="20000"/>
        </a:spcBef>
        <a:buFontTx/>
        <a:buNone/>
        <a:defRPr kumimoji="1" sz="2800" kern="1200">
          <a:solidFill>
            <a:schemeClr val="tx1"/>
          </a:solidFill>
          <a:latin typeface="+mn-lt"/>
          <a:ea typeface="+mn-ea"/>
          <a:cs typeface="+mn-cs"/>
        </a:defRPr>
      </a:lvl4pPr>
      <a:lvl5pPr marL="3266054" indent="0" algn="l" defTabSz="1633027" rtl="0" eaLnBrk="1" latinLnBrk="0" hangingPunct="1">
        <a:spcBef>
          <a:spcPct val="20000"/>
        </a:spcBef>
        <a:buFontTx/>
        <a:buNone/>
        <a:defRPr kumimoji="1" sz="2800" kern="1200">
          <a:solidFill>
            <a:schemeClr val="tx1"/>
          </a:solidFill>
          <a:latin typeface="+mn-lt"/>
          <a:ea typeface="+mn-ea"/>
          <a:cs typeface="+mn-cs"/>
        </a:defRPr>
      </a:lvl5pPr>
      <a:lvl6pPr marL="4490824"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6pPr>
      <a:lvl7pPr marL="5307338"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7pPr>
      <a:lvl8pPr marL="6123851"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8pPr>
      <a:lvl9pPr marL="6940365" indent="-408257" algn="l" defTabSz="1633027" rtl="0" eaLnBrk="1" latinLnBrk="0" hangingPunct="1">
        <a:spcBef>
          <a:spcPct val="20000"/>
        </a:spcBef>
        <a:buFont typeface="Arial" panose="020B0604020202020204" pitchFamily="34" charset="0"/>
        <a:buChar char="•"/>
        <a:defRPr kumimoji="1" sz="3600" kern="1200">
          <a:solidFill>
            <a:schemeClr val="tx1"/>
          </a:solidFill>
          <a:latin typeface="+mn-lt"/>
          <a:ea typeface="+mn-ea"/>
          <a:cs typeface="+mn-cs"/>
        </a:defRPr>
      </a:lvl9pPr>
    </p:bodyStyle>
    <p:otherStyle>
      <a:defPPr>
        <a:defRPr lang="ja-JP"/>
      </a:defPPr>
      <a:lvl1pPr marL="0" algn="l" defTabSz="1633027" rtl="0" eaLnBrk="1" latinLnBrk="0" hangingPunct="1">
        <a:defRPr kumimoji="1" sz="3200" kern="1200">
          <a:solidFill>
            <a:schemeClr val="tx1"/>
          </a:solidFill>
          <a:latin typeface="+mn-lt"/>
          <a:ea typeface="+mn-ea"/>
          <a:cs typeface="+mn-cs"/>
        </a:defRPr>
      </a:lvl1pPr>
      <a:lvl2pPr marL="816513" algn="l" defTabSz="1633027" rtl="0" eaLnBrk="1" latinLnBrk="0" hangingPunct="1">
        <a:defRPr kumimoji="1" sz="3200" kern="1200">
          <a:solidFill>
            <a:schemeClr val="tx1"/>
          </a:solidFill>
          <a:latin typeface="+mn-lt"/>
          <a:ea typeface="+mn-ea"/>
          <a:cs typeface="+mn-cs"/>
        </a:defRPr>
      </a:lvl2pPr>
      <a:lvl3pPr marL="1633027" algn="l" defTabSz="1633027" rtl="0" eaLnBrk="1" latinLnBrk="0" hangingPunct="1">
        <a:defRPr kumimoji="1" sz="3200" kern="1200">
          <a:solidFill>
            <a:schemeClr val="tx1"/>
          </a:solidFill>
          <a:latin typeface="+mn-lt"/>
          <a:ea typeface="+mn-ea"/>
          <a:cs typeface="+mn-cs"/>
        </a:defRPr>
      </a:lvl3pPr>
      <a:lvl4pPr marL="2449540" algn="l" defTabSz="1633027" rtl="0" eaLnBrk="1" latinLnBrk="0" hangingPunct="1">
        <a:defRPr kumimoji="1" sz="3200" kern="1200">
          <a:solidFill>
            <a:schemeClr val="tx1"/>
          </a:solidFill>
          <a:latin typeface="+mn-lt"/>
          <a:ea typeface="+mn-ea"/>
          <a:cs typeface="+mn-cs"/>
        </a:defRPr>
      </a:lvl4pPr>
      <a:lvl5pPr marL="3266054" algn="l" defTabSz="1633027" rtl="0" eaLnBrk="1" latinLnBrk="0" hangingPunct="1">
        <a:defRPr kumimoji="1" sz="3200" kern="1200">
          <a:solidFill>
            <a:schemeClr val="tx1"/>
          </a:solidFill>
          <a:latin typeface="+mn-lt"/>
          <a:ea typeface="+mn-ea"/>
          <a:cs typeface="+mn-cs"/>
        </a:defRPr>
      </a:lvl5pPr>
      <a:lvl6pPr marL="4082567" algn="l" defTabSz="1633027" rtl="0" eaLnBrk="1" latinLnBrk="0" hangingPunct="1">
        <a:defRPr kumimoji="1" sz="3200" kern="1200">
          <a:solidFill>
            <a:schemeClr val="tx1"/>
          </a:solidFill>
          <a:latin typeface="+mn-lt"/>
          <a:ea typeface="+mn-ea"/>
          <a:cs typeface="+mn-cs"/>
        </a:defRPr>
      </a:lvl6pPr>
      <a:lvl7pPr marL="4899081" algn="l" defTabSz="1633027" rtl="0" eaLnBrk="1" latinLnBrk="0" hangingPunct="1">
        <a:defRPr kumimoji="1" sz="3200" kern="1200">
          <a:solidFill>
            <a:schemeClr val="tx1"/>
          </a:solidFill>
          <a:latin typeface="+mn-lt"/>
          <a:ea typeface="+mn-ea"/>
          <a:cs typeface="+mn-cs"/>
        </a:defRPr>
      </a:lvl7pPr>
      <a:lvl8pPr marL="5715594" algn="l" defTabSz="1633027" rtl="0" eaLnBrk="1" latinLnBrk="0" hangingPunct="1">
        <a:defRPr kumimoji="1" sz="3200" kern="1200">
          <a:solidFill>
            <a:schemeClr val="tx1"/>
          </a:solidFill>
          <a:latin typeface="+mn-lt"/>
          <a:ea typeface="+mn-ea"/>
          <a:cs typeface="+mn-cs"/>
        </a:defRPr>
      </a:lvl8pPr>
      <a:lvl9pPr marL="6532108" algn="l" defTabSz="1633027" rtl="0" eaLnBrk="1" latinLnBrk="0" hangingPunct="1">
        <a:defRPr kumimoji="1" sz="3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1"/>
          </p:nvPr>
        </p:nvSpPr>
        <p:spPr/>
        <p:txBody>
          <a:bodyPr/>
          <a:lstStyle/>
          <a:p>
            <a:fld id="{FADD65F2-3061-4838-8922-F719F7BAC906}" type="slidenum">
              <a:rPr lang="ja-JP" altLang="en-US" smtClean="0"/>
              <a:pPr/>
              <a:t>1</a:t>
            </a:fld>
            <a:endParaRPr lang="ja-JP" altLang="en-US"/>
          </a:p>
        </p:txBody>
      </p:sp>
      <p:sp>
        <p:nvSpPr>
          <p:cNvPr id="12" name="文字版面配置區 11"/>
          <p:cNvSpPr>
            <a:spLocks noGrp="1"/>
          </p:cNvSpPr>
          <p:nvPr>
            <p:ph type="body" sz="quarter" idx="12"/>
          </p:nvPr>
        </p:nvSpPr>
        <p:spPr/>
        <p:txBody>
          <a:bodyPr>
            <a:normAutofit/>
          </a:bodyPr>
          <a:lstStyle/>
          <a:p>
            <a:endParaRPr lang="zh-TW" altLang="en-US" dirty="0"/>
          </a:p>
        </p:txBody>
      </p:sp>
      <p:sp>
        <p:nvSpPr>
          <p:cNvPr id="16" name="矩形 15"/>
          <p:cNvSpPr/>
          <p:nvPr/>
        </p:nvSpPr>
        <p:spPr>
          <a:xfrm>
            <a:off x="1892822" y="3376138"/>
            <a:ext cx="5511445" cy="1323439"/>
          </a:xfrm>
          <a:prstGeom prst="rect">
            <a:avLst/>
          </a:prstGeom>
        </p:spPr>
        <p:txBody>
          <a:bodyPr wrap="none">
            <a:spAutoFit/>
          </a:bodyPr>
          <a:lstStyle/>
          <a:p>
            <a:r>
              <a:rPr lang="en-US" altLang="zh-TW" sz="8000" b="1" dirty="0">
                <a:solidFill>
                  <a:schemeClr val="bg1"/>
                </a:solidFill>
                <a:latin typeface="TimesNewRoman"/>
              </a:rPr>
              <a:t>Cell Pattern</a:t>
            </a:r>
            <a:endParaRPr lang="zh-TW" altLang="en-US" sz="8000" b="1" dirty="0">
              <a:solidFill>
                <a:schemeClr val="bg1"/>
              </a:solidFill>
            </a:endParaRPr>
          </a:p>
        </p:txBody>
      </p:sp>
    </p:spTree>
    <p:extLst>
      <p:ext uri="{BB962C8B-B14F-4D97-AF65-F5344CB8AC3E}">
        <p14:creationId xmlns:p14="http://schemas.microsoft.com/office/powerpoint/2010/main" val="1463603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標題 21"/>
          <p:cNvSpPr>
            <a:spLocks noGrp="1"/>
          </p:cNvSpPr>
          <p:nvPr>
            <p:ph type="title"/>
          </p:nvPr>
        </p:nvSpPr>
        <p:spPr/>
        <p:txBody>
          <a:bodyPr/>
          <a:lstStyle/>
          <a:p>
            <a:r>
              <a:rPr lang="en-US" altLang="zh-TW" dirty="0"/>
              <a:t>Introduction</a:t>
            </a:r>
            <a:endParaRPr lang="zh-TW" altLang="en-US" dirty="0"/>
          </a:p>
        </p:txBody>
      </p:sp>
      <p:sp>
        <p:nvSpPr>
          <p:cNvPr id="3" name="投影片編號版面配置區 2"/>
          <p:cNvSpPr>
            <a:spLocks noGrp="1"/>
          </p:cNvSpPr>
          <p:nvPr>
            <p:ph type="sldNum" sz="quarter" idx="11"/>
          </p:nvPr>
        </p:nvSpPr>
        <p:spPr/>
        <p:txBody>
          <a:bodyPr/>
          <a:lstStyle/>
          <a:p>
            <a:fld id="{FADD65F2-3061-4838-8922-F719F7BAC906}" type="slidenum">
              <a:rPr lang="ja-JP" altLang="en-US" smtClean="0"/>
              <a:pPr/>
              <a:t>2</a:t>
            </a:fld>
            <a:endParaRPr lang="ja-JP" altLang="en-US" dirty="0"/>
          </a:p>
        </p:txBody>
      </p:sp>
      <p:sp>
        <p:nvSpPr>
          <p:cNvPr id="23" name="文字版面配置區 22"/>
          <p:cNvSpPr>
            <a:spLocks noGrp="1"/>
          </p:cNvSpPr>
          <p:nvPr>
            <p:ph type="body" sz="quarter" idx="12"/>
          </p:nvPr>
        </p:nvSpPr>
        <p:spPr/>
        <p:txBody>
          <a:bodyPr anchor="t">
            <a:normAutofit fontScale="92500" lnSpcReduction="10000"/>
          </a:bodyPr>
          <a:lstStyle/>
          <a:p>
            <a:pPr algn="l"/>
            <a:r>
              <a:rPr lang="en-US" altLang="zh-TW" sz="3200" dirty="0"/>
              <a:t>Space and HAPS systems typically feature larger cells compared to cellular networks. In addition, the cells may be moving (without a fixed earth reference point) in case of NGSO (Non Geostationary Satellite Orbit) satellite or HAPS system.</a:t>
            </a:r>
          </a:p>
          <a:p>
            <a:pPr algn="l"/>
            <a:endParaRPr lang="en-US" altLang="zh-TW" sz="3200" dirty="0"/>
          </a:p>
          <a:p>
            <a:pPr algn="l"/>
            <a:r>
              <a:rPr lang="en-US" altLang="zh-TW" sz="3200" dirty="0"/>
              <a:t>These large cells especially at low operational elevation angles will create a significant differential propagation delay between a UE at cell </a:t>
            </a:r>
            <a:r>
              <a:rPr lang="en-US" altLang="zh-TW" sz="3200" dirty="0" err="1"/>
              <a:t>centre</a:t>
            </a:r>
            <a:r>
              <a:rPr lang="en-US" altLang="zh-TW" sz="3200" dirty="0"/>
              <a:t> and UE at cell edge and the ratio of the differential increases as the altitude of the satellite and HAPS decreases. In other words, the ratio between propagation delays at cell </a:t>
            </a:r>
            <a:r>
              <a:rPr lang="en-US" altLang="zh-TW" sz="3200" dirty="0" err="1"/>
              <a:t>centre</a:t>
            </a:r>
            <a:r>
              <a:rPr lang="en-US" altLang="zh-TW" sz="3200" dirty="0"/>
              <a:t> and cell edge is likely to be higher in the context of HAPS as compared to geostationary satellite systems.</a:t>
            </a:r>
          </a:p>
          <a:p>
            <a:pPr algn="l"/>
            <a:endParaRPr lang="en-US" altLang="zh-TW" sz="3600" dirty="0"/>
          </a:p>
          <a:p>
            <a:pPr algn="l"/>
            <a:endParaRPr lang="zh-TW" altLang="en-US" sz="3600" dirty="0"/>
          </a:p>
        </p:txBody>
      </p:sp>
      <p:sp>
        <p:nvSpPr>
          <p:cNvPr id="24" name="文字版面配置區 23"/>
          <p:cNvSpPr>
            <a:spLocks noGrp="1"/>
          </p:cNvSpPr>
          <p:nvPr>
            <p:ph type="body" sz="quarter" idx="13"/>
          </p:nvPr>
        </p:nvSpPr>
        <p:spPr/>
        <p:txBody>
          <a:bodyPr/>
          <a:lstStyle/>
          <a:p>
            <a:endParaRPr lang="zh-TW" altLang="en-US"/>
          </a:p>
        </p:txBody>
      </p:sp>
      <p:pic>
        <p:nvPicPr>
          <p:cNvPr id="25" name="圖片 24"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722" y="10627099"/>
            <a:ext cx="6420746" cy="3381847"/>
          </a:xfrm>
          <a:prstGeom prst="rect">
            <a:avLst/>
          </a:prstGeom>
        </p:spPr>
      </p:pic>
    </p:spTree>
    <p:extLst>
      <p:ext uri="{BB962C8B-B14F-4D97-AF65-F5344CB8AC3E}">
        <p14:creationId xmlns:p14="http://schemas.microsoft.com/office/powerpoint/2010/main" val="3910243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312305-E85E-4C7F-A44F-F9586C7861C1}"/>
              </a:ext>
            </a:extLst>
          </p:cNvPr>
          <p:cNvSpPr>
            <a:spLocks noGrp="1"/>
          </p:cNvSpPr>
          <p:nvPr>
            <p:ph type="title"/>
          </p:nvPr>
        </p:nvSpPr>
        <p:spPr/>
        <p:txBody>
          <a:bodyPr/>
          <a:lstStyle/>
          <a:p>
            <a:endParaRPr lang="zh-TW" altLang="en-US" dirty="0"/>
          </a:p>
        </p:txBody>
      </p:sp>
      <p:sp>
        <p:nvSpPr>
          <p:cNvPr id="3" name="頁尾版面配置區 2">
            <a:extLst>
              <a:ext uri="{FF2B5EF4-FFF2-40B4-BE49-F238E27FC236}">
                <a16:creationId xmlns:a16="http://schemas.microsoft.com/office/drawing/2014/main" id="{BE28C3A7-3B24-47FD-A62A-A5301FF99C30}"/>
              </a:ext>
            </a:extLst>
          </p:cNvPr>
          <p:cNvSpPr>
            <a:spLocks noGrp="1"/>
          </p:cNvSpPr>
          <p:nvPr>
            <p:ph type="ftr" sz="quarter" idx="10"/>
          </p:nvPr>
        </p:nvSpPr>
        <p:spPr/>
        <p:txBody>
          <a:bodyPr/>
          <a:lstStyle/>
          <a:p>
            <a:r>
              <a:rPr lang="en-US" altLang="ja-JP"/>
              <a:t>The Power of PowerPoint - thepopp.com</a:t>
            </a:r>
            <a:endParaRPr lang="ja-JP" altLang="en-US" dirty="0"/>
          </a:p>
        </p:txBody>
      </p:sp>
      <p:sp>
        <p:nvSpPr>
          <p:cNvPr id="4" name="投影片編號版面配置區 3">
            <a:extLst>
              <a:ext uri="{FF2B5EF4-FFF2-40B4-BE49-F238E27FC236}">
                <a16:creationId xmlns:a16="http://schemas.microsoft.com/office/drawing/2014/main" id="{91BD5FC4-E527-461D-A837-F693B124C480}"/>
              </a:ext>
            </a:extLst>
          </p:cNvPr>
          <p:cNvSpPr>
            <a:spLocks noGrp="1"/>
          </p:cNvSpPr>
          <p:nvPr>
            <p:ph type="sldNum" sz="quarter" idx="11"/>
          </p:nvPr>
        </p:nvSpPr>
        <p:spPr/>
        <p:txBody>
          <a:bodyPr/>
          <a:lstStyle/>
          <a:p>
            <a:fld id="{FADD65F2-3061-4838-8922-F719F7BAC906}" type="slidenum">
              <a:rPr lang="ja-JP" altLang="en-US" smtClean="0"/>
              <a:pPr/>
              <a:t>3</a:t>
            </a:fld>
            <a:endParaRPr lang="ja-JP" altLang="en-US" dirty="0"/>
          </a:p>
        </p:txBody>
      </p:sp>
      <p:sp>
        <p:nvSpPr>
          <p:cNvPr id="6" name="文字版面配置區 5">
            <a:extLst>
              <a:ext uri="{FF2B5EF4-FFF2-40B4-BE49-F238E27FC236}">
                <a16:creationId xmlns:a16="http://schemas.microsoft.com/office/drawing/2014/main" id="{B16083B3-F4BD-48D9-89A5-ACAE21B7187C}"/>
              </a:ext>
            </a:extLst>
          </p:cNvPr>
          <p:cNvSpPr>
            <a:spLocks noGrp="1"/>
          </p:cNvSpPr>
          <p:nvPr>
            <p:ph type="body" sz="quarter" idx="13"/>
          </p:nvPr>
        </p:nvSpPr>
        <p:spPr/>
        <p:txBody>
          <a:bodyPr/>
          <a:lstStyle/>
          <a:p>
            <a:endParaRPr lang="zh-TW" altLang="en-US"/>
          </a:p>
        </p:txBody>
      </p:sp>
      <p:pic>
        <p:nvPicPr>
          <p:cNvPr id="1026" name="Picture 2" descr="「satellite png」的圖片搜尋結果">
            <a:extLst>
              <a:ext uri="{FF2B5EF4-FFF2-40B4-BE49-F238E27FC236}">
                <a16:creationId xmlns:a16="http://schemas.microsoft.com/office/drawing/2014/main" id="{3A76377D-BDC7-4C3F-9B52-6D6AC99E5E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424" y="675067"/>
            <a:ext cx="2470935" cy="2470935"/>
          </a:xfrm>
          <a:prstGeom prst="rect">
            <a:avLst/>
          </a:prstGeom>
          <a:noFill/>
          <a:extLst>
            <a:ext uri="{909E8E84-426E-40DD-AFC4-6F175D3DCCD1}">
              <a14:hiddenFill xmlns:a14="http://schemas.microsoft.com/office/drawing/2010/main">
                <a:solidFill>
                  <a:srgbClr val="FFFFFF"/>
                </a:solidFill>
              </a14:hiddenFill>
            </a:ext>
          </a:extLst>
        </p:spPr>
      </p:pic>
      <p:sp>
        <p:nvSpPr>
          <p:cNvPr id="7" name="梯形 6">
            <a:extLst>
              <a:ext uri="{FF2B5EF4-FFF2-40B4-BE49-F238E27FC236}">
                <a16:creationId xmlns:a16="http://schemas.microsoft.com/office/drawing/2014/main" id="{1B0E0307-2534-45C7-8F0F-1EF40BF4A197}"/>
              </a:ext>
            </a:extLst>
          </p:cNvPr>
          <p:cNvSpPr/>
          <p:nvPr/>
        </p:nvSpPr>
        <p:spPr>
          <a:xfrm rot="21066073">
            <a:off x="163979" y="2817977"/>
            <a:ext cx="7649025" cy="6279075"/>
          </a:xfrm>
          <a:custGeom>
            <a:avLst/>
            <a:gdLst>
              <a:gd name="connsiteX0" fmla="*/ 0 w 7943908"/>
              <a:gd name="connsiteY0" fmla="*/ 6294743 h 6294743"/>
              <a:gd name="connsiteX1" fmla="*/ 3631060 w 7943908"/>
              <a:gd name="connsiteY1" fmla="*/ 0 h 6294743"/>
              <a:gd name="connsiteX2" fmla="*/ 4312848 w 7943908"/>
              <a:gd name="connsiteY2" fmla="*/ 0 h 6294743"/>
              <a:gd name="connsiteX3" fmla="*/ 7943908 w 7943908"/>
              <a:gd name="connsiteY3" fmla="*/ 6294743 h 6294743"/>
              <a:gd name="connsiteX4" fmla="*/ 0 w 7943908"/>
              <a:gd name="connsiteY4" fmla="*/ 6294743 h 6294743"/>
              <a:gd name="connsiteX0" fmla="*/ 0 w 7649025"/>
              <a:gd name="connsiteY0" fmla="*/ 5460158 h 6294743"/>
              <a:gd name="connsiteX1" fmla="*/ 3336177 w 7649025"/>
              <a:gd name="connsiteY1" fmla="*/ 0 h 6294743"/>
              <a:gd name="connsiteX2" fmla="*/ 4017965 w 7649025"/>
              <a:gd name="connsiteY2" fmla="*/ 0 h 6294743"/>
              <a:gd name="connsiteX3" fmla="*/ 7649025 w 7649025"/>
              <a:gd name="connsiteY3" fmla="*/ 6294743 h 6294743"/>
              <a:gd name="connsiteX4" fmla="*/ 0 w 7649025"/>
              <a:gd name="connsiteY4" fmla="*/ 5460158 h 6294743"/>
              <a:gd name="connsiteX0" fmla="*/ 0 w 7649025"/>
              <a:gd name="connsiteY0" fmla="*/ 5460158 h 6294743"/>
              <a:gd name="connsiteX1" fmla="*/ 2582539 w 7649025"/>
              <a:gd name="connsiteY1" fmla="*/ 46209 h 6294743"/>
              <a:gd name="connsiteX2" fmla="*/ 4017965 w 7649025"/>
              <a:gd name="connsiteY2" fmla="*/ 0 h 6294743"/>
              <a:gd name="connsiteX3" fmla="*/ 7649025 w 7649025"/>
              <a:gd name="connsiteY3" fmla="*/ 6294743 h 6294743"/>
              <a:gd name="connsiteX4" fmla="*/ 0 w 7649025"/>
              <a:gd name="connsiteY4" fmla="*/ 5460158 h 6294743"/>
              <a:gd name="connsiteX0" fmla="*/ 0 w 7649025"/>
              <a:gd name="connsiteY0" fmla="*/ 5444490 h 6279075"/>
              <a:gd name="connsiteX1" fmla="*/ 2582539 w 7649025"/>
              <a:gd name="connsiteY1" fmla="*/ 30541 h 6279075"/>
              <a:gd name="connsiteX2" fmla="*/ 3164612 w 7649025"/>
              <a:gd name="connsiteY2" fmla="*/ 0 h 6279075"/>
              <a:gd name="connsiteX3" fmla="*/ 7649025 w 7649025"/>
              <a:gd name="connsiteY3" fmla="*/ 6279075 h 6279075"/>
              <a:gd name="connsiteX4" fmla="*/ 0 w 7649025"/>
              <a:gd name="connsiteY4" fmla="*/ 5444490 h 627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49025" h="6279075">
                <a:moveTo>
                  <a:pt x="0" y="5444490"/>
                </a:moveTo>
                <a:lnTo>
                  <a:pt x="2582539" y="30541"/>
                </a:lnTo>
                <a:lnTo>
                  <a:pt x="3164612" y="0"/>
                </a:lnTo>
                <a:lnTo>
                  <a:pt x="7649025" y="6279075"/>
                </a:lnTo>
                <a:lnTo>
                  <a:pt x="0" y="5444490"/>
                </a:lnTo>
                <a:close/>
              </a:path>
            </a:pathLst>
          </a:cu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橢圓 7">
            <a:extLst>
              <a:ext uri="{FF2B5EF4-FFF2-40B4-BE49-F238E27FC236}">
                <a16:creationId xmlns:a16="http://schemas.microsoft.com/office/drawing/2014/main" id="{94E794A3-FB78-4E08-88DD-6DFBDB576F5A}"/>
              </a:ext>
            </a:extLst>
          </p:cNvPr>
          <p:cNvSpPr/>
          <p:nvPr/>
        </p:nvSpPr>
        <p:spPr>
          <a:xfrm>
            <a:off x="372659" y="8227445"/>
            <a:ext cx="8050266" cy="899652"/>
          </a:xfrm>
          <a:prstGeom prst="ellips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TW" altLang="en-US"/>
          </a:p>
        </p:txBody>
      </p:sp>
      <p:pic>
        <p:nvPicPr>
          <p:cNvPr id="10" name="Picture 2" descr="「satellite png」的圖片搜尋結果">
            <a:extLst>
              <a:ext uri="{FF2B5EF4-FFF2-40B4-BE49-F238E27FC236}">
                <a16:creationId xmlns:a16="http://schemas.microsoft.com/office/drawing/2014/main" id="{B6B13B76-D47E-4532-8448-29924CCD45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2596" y="436631"/>
            <a:ext cx="2470935" cy="2470935"/>
          </a:xfrm>
          <a:prstGeom prst="rect">
            <a:avLst/>
          </a:prstGeom>
          <a:noFill/>
          <a:extLst>
            <a:ext uri="{909E8E84-426E-40DD-AFC4-6F175D3DCCD1}">
              <a14:hiddenFill xmlns:a14="http://schemas.microsoft.com/office/drawing/2010/main">
                <a:solidFill>
                  <a:srgbClr val="FFFFFF"/>
                </a:solidFill>
              </a14:hiddenFill>
            </a:ext>
          </a:extLst>
        </p:spPr>
      </p:pic>
      <p:sp>
        <p:nvSpPr>
          <p:cNvPr id="13" name="梯形 12">
            <a:extLst>
              <a:ext uri="{FF2B5EF4-FFF2-40B4-BE49-F238E27FC236}">
                <a16:creationId xmlns:a16="http://schemas.microsoft.com/office/drawing/2014/main" id="{CB8CF5C4-02C7-4C64-86B1-5D1E503D329F}"/>
              </a:ext>
            </a:extLst>
          </p:cNvPr>
          <p:cNvSpPr/>
          <p:nvPr/>
        </p:nvSpPr>
        <p:spPr>
          <a:xfrm>
            <a:off x="8861533" y="2789577"/>
            <a:ext cx="9798514" cy="5863824"/>
          </a:xfrm>
          <a:custGeom>
            <a:avLst/>
            <a:gdLst>
              <a:gd name="connsiteX0" fmla="*/ 0 w 7285703"/>
              <a:gd name="connsiteY0" fmla="*/ 4473981 h 4473981"/>
              <a:gd name="connsiteX1" fmla="*/ 1118495 w 7285703"/>
              <a:gd name="connsiteY1" fmla="*/ 0 h 4473981"/>
              <a:gd name="connsiteX2" fmla="*/ 6167208 w 7285703"/>
              <a:gd name="connsiteY2" fmla="*/ 0 h 4473981"/>
              <a:gd name="connsiteX3" fmla="*/ 7285703 w 7285703"/>
              <a:gd name="connsiteY3" fmla="*/ 4473981 h 4473981"/>
              <a:gd name="connsiteX4" fmla="*/ 0 w 7285703"/>
              <a:gd name="connsiteY4" fmla="*/ 4473981 h 4473981"/>
              <a:gd name="connsiteX0" fmla="*/ 0 w 7285703"/>
              <a:gd name="connsiteY0" fmla="*/ 4473981 h 4473981"/>
              <a:gd name="connsiteX1" fmla="*/ 1118495 w 7285703"/>
              <a:gd name="connsiteY1" fmla="*/ 0 h 4473981"/>
              <a:gd name="connsiteX2" fmla="*/ 1727944 w 7285703"/>
              <a:gd name="connsiteY2" fmla="*/ 88491 h 4473981"/>
              <a:gd name="connsiteX3" fmla="*/ 7285703 w 7285703"/>
              <a:gd name="connsiteY3" fmla="*/ 4473981 h 4473981"/>
              <a:gd name="connsiteX4" fmla="*/ 0 w 7285703"/>
              <a:gd name="connsiteY4" fmla="*/ 4473981 h 4473981"/>
              <a:gd name="connsiteX0" fmla="*/ 0 w 7285703"/>
              <a:gd name="connsiteY0" fmla="*/ 4400239 h 4400239"/>
              <a:gd name="connsiteX1" fmla="*/ 461284 w 7285703"/>
              <a:gd name="connsiteY1" fmla="*/ 0 h 4400239"/>
              <a:gd name="connsiteX2" fmla="*/ 1727944 w 7285703"/>
              <a:gd name="connsiteY2" fmla="*/ 14749 h 4400239"/>
              <a:gd name="connsiteX3" fmla="*/ 7285703 w 7285703"/>
              <a:gd name="connsiteY3" fmla="*/ 4400239 h 4400239"/>
              <a:gd name="connsiteX4" fmla="*/ 0 w 7285703"/>
              <a:gd name="connsiteY4" fmla="*/ 4400239 h 4400239"/>
              <a:gd name="connsiteX0" fmla="*/ 0 w 7285703"/>
              <a:gd name="connsiteY0" fmla="*/ 4400239 h 4400239"/>
              <a:gd name="connsiteX1" fmla="*/ 461284 w 7285703"/>
              <a:gd name="connsiteY1" fmla="*/ 0 h 4400239"/>
              <a:gd name="connsiteX2" fmla="*/ 939655 w 7285703"/>
              <a:gd name="connsiteY2" fmla="*/ 14749 h 4400239"/>
              <a:gd name="connsiteX3" fmla="*/ 7285703 w 7285703"/>
              <a:gd name="connsiteY3" fmla="*/ 4400239 h 4400239"/>
              <a:gd name="connsiteX4" fmla="*/ 0 w 7285703"/>
              <a:gd name="connsiteY4" fmla="*/ 4400239 h 4400239"/>
              <a:gd name="connsiteX0" fmla="*/ 649487 w 7935190"/>
              <a:gd name="connsiteY0" fmla="*/ 5800888 h 5800888"/>
              <a:gd name="connsiteX1" fmla="*/ 0 w 7935190"/>
              <a:gd name="connsiteY1" fmla="*/ 0 h 5800888"/>
              <a:gd name="connsiteX2" fmla="*/ 1589142 w 7935190"/>
              <a:gd name="connsiteY2" fmla="*/ 1415398 h 5800888"/>
              <a:gd name="connsiteX3" fmla="*/ 7935190 w 7935190"/>
              <a:gd name="connsiteY3" fmla="*/ 5800888 h 5800888"/>
              <a:gd name="connsiteX4" fmla="*/ 649487 w 7935190"/>
              <a:gd name="connsiteY4" fmla="*/ 5800888 h 5800888"/>
              <a:gd name="connsiteX0" fmla="*/ 649487 w 7935190"/>
              <a:gd name="connsiteY0" fmla="*/ 5800888 h 5800888"/>
              <a:gd name="connsiteX1" fmla="*/ 0 w 7935190"/>
              <a:gd name="connsiteY1" fmla="*/ 0 h 5800888"/>
              <a:gd name="connsiteX2" fmla="*/ 323102 w 7935190"/>
              <a:gd name="connsiteY2" fmla="*/ 14749 h 5800888"/>
              <a:gd name="connsiteX3" fmla="*/ 7935190 w 7935190"/>
              <a:gd name="connsiteY3" fmla="*/ 5800888 h 5800888"/>
              <a:gd name="connsiteX4" fmla="*/ 649487 w 7935190"/>
              <a:gd name="connsiteY4" fmla="*/ 5800888 h 58008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5190" h="5800888">
                <a:moveTo>
                  <a:pt x="649487" y="5800888"/>
                </a:moveTo>
                <a:lnTo>
                  <a:pt x="0" y="0"/>
                </a:lnTo>
                <a:lnTo>
                  <a:pt x="323102" y="14749"/>
                </a:lnTo>
                <a:lnTo>
                  <a:pt x="7935190" y="5800888"/>
                </a:lnTo>
                <a:lnTo>
                  <a:pt x="649487" y="5800888"/>
                </a:lnTo>
                <a:close/>
              </a:path>
            </a:pathLst>
          </a:custGeom>
          <a:gradFill flip="none" rotWithShape="1">
            <a:gsLst>
              <a:gs pos="0">
                <a:schemeClr val="accent2">
                  <a:tint val="66000"/>
                  <a:satMod val="160000"/>
                  <a:alpha val="50000"/>
                </a:schemeClr>
              </a:gs>
              <a:gs pos="50000">
                <a:schemeClr val="accent2">
                  <a:tint val="44500"/>
                  <a:satMod val="160000"/>
                </a:schemeClr>
              </a:gs>
              <a:gs pos="100000">
                <a:schemeClr val="accent2">
                  <a:tint val="23500"/>
                  <a:satMod val="160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TW" altLang="en-US"/>
          </a:p>
        </p:txBody>
      </p:sp>
      <p:sp>
        <p:nvSpPr>
          <p:cNvPr id="12" name="橢圓 11">
            <a:extLst>
              <a:ext uri="{FF2B5EF4-FFF2-40B4-BE49-F238E27FC236}">
                <a16:creationId xmlns:a16="http://schemas.microsoft.com/office/drawing/2014/main" id="{4E79D942-80AB-4118-8836-D6BECA4C435E}"/>
              </a:ext>
            </a:extLst>
          </p:cNvPr>
          <p:cNvSpPr/>
          <p:nvPr/>
        </p:nvSpPr>
        <p:spPr>
          <a:xfrm>
            <a:off x="9521114" y="8467651"/>
            <a:ext cx="9138933" cy="899652"/>
          </a:xfrm>
          <a:prstGeom prst="ellips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TW" altLang="en-US"/>
          </a:p>
        </p:txBody>
      </p:sp>
      <p:pic>
        <p:nvPicPr>
          <p:cNvPr id="1028" name="Picture 4" descr="「火柴人 png」的圖片搜尋結果">
            <a:extLst>
              <a:ext uri="{FF2B5EF4-FFF2-40B4-BE49-F238E27FC236}">
                <a16:creationId xmlns:a16="http://schemas.microsoft.com/office/drawing/2014/main" id="{F89ABCC9-32B0-44F6-ABE3-AA5E6C4BF6F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77233" y="7536280"/>
            <a:ext cx="362220" cy="1215107"/>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火柴人 png」的圖片搜尋結果">
            <a:extLst>
              <a:ext uri="{FF2B5EF4-FFF2-40B4-BE49-F238E27FC236}">
                <a16:creationId xmlns:a16="http://schemas.microsoft.com/office/drawing/2014/main" id="{F83D8D64-DB8B-4FC0-A07C-1C33EB9844E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478229" y="7879065"/>
            <a:ext cx="362220" cy="1215107"/>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直線單箭頭接點 18">
            <a:extLst>
              <a:ext uri="{FF2B5EF4-FFF2-40B4-BE49-F238E27FC236}">
                <a16:creationId xmlns:a16="http://schemas.microsoft.com/office/drawing/2014/main" id="{36322AF8-A64D-4E69-9894-2340F2C3272F}"/>
              </a:ext>
            </a:extLst>
          </p:cNvPr>
          <p:cNvCxnSpPr>
            <a:cxnSpLocks/>
          </p:cNvCxnSpPr>
          <p:nvPr/>
        </p:nvCxnSpPr>
        <p:spPr>
          <a:xfrm>
            <a:off x="9521114" y="3215521"/>
            <a:ext cx="7616512" cy="5157488"/>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a:extLst>
              <a:ext uri="{FF2B5EF4-FFF2-40B4-BE49-F238E27FC236}">
                <a16:creationId xmlns:a16="http://schemas.microsoft.com/office/drawing/2014/main" id="{B1C74C12-D4B0-45F7-972A-FBA2892010BC}"/>
              </a:ext>
            </a:extLst>
          </p:cNvPr>
          <p:cNvCxnSpPr>
            <a:cxnSpLocks/>
          </p:cNvCxnSpPr>
          <p:nvPr/>
        </p:nvCxnSpPr>
        <p:spPr>
          <a:xfrm>
            <a:off x="2763105" y="3505364"/>
            <a:ext cx="4332720" cy="443225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30" name="Picture 6" descr="「火柴人 png」的圖片搜尋結果">
            <a:extLst>
              <a:ext uri="{FF2B5EF4-FFF2-40B4-BE49-F238E27FC236}">
                <a16:creationId xmlns:a16="http://schemas.microsoft.com/office/drawing/2014/main" id="{4D1B3AC4-64DA-48DF-A626-41E40DEFA32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9874" y="7094213"/>
            <a:ext cx="1628764" cy="162876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6" descr="「火柴人 png」的圖片搜尋結果">
            <a:extLst>
              <a:ext uri="{FF2B5EF4-FFF2-40B4-BE49-F238E27FC236}">
                <a16:creationId xmlns:a16="http://schemas.microsoft.com/office/drawing/2014/main" id="{E8B9D3D8-ADA7-4372-B77A-B1A2282ADD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97705" y="7183225"/>
            <a:ext cx="1628764" cy="1628764"/>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直線單箭頭接點 25">
            <a:extLst>
              <a:ext uri="{FF2B5EF4-FFF2-40B4-BE49-F238E27FC236}">
                <a16:creationId xmlns:a16="http://schemas.microsoft.com/office/drawing/2014/main" id="{60DF86B2-7B8C-410C-ACE9-58C2B7E0F949}"/>
              </a:ext>
            </a:extLst>
          </p:cNvPr>
          <p:cNvCxnSpPr/>
          <p:nvPr/>
        </p:nvCxnSpPr>
        <p:spPr>
          <a:xfrm flipH="1">
            <a:off x="2157118" y="3667698"/>
            <a:ext cx="159195" cy="3443359"/>
          </a:xfrm>
          <a:prstGeom prst="straightConnector1">
            <a:avLst/>
          </a:prstGeom>
          <a:ln w="57150">
            <a:solidFill>
              <a:schemeClr val="accent2">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a:extLst>
              <a:ext uri="{FF2B5EF4-FFF2-40B4-BE49-F238E27FC236}">
                <a16:creationId xmlns:a16="http://schemas.microsoft.com/office/drawing/2014/main" id="{0AC060A7-34B1-478B-A11C-81272CFF8DB8}"/>
              </a:ext>
            </a:extLst>
          </p:cNvPr>
          <p:cNvCxnSpPr>
            <a:cxnSpLocks/>
          </p:cNvCxnSpPr>
          <p:nvPr/>
        </p:nvCxnSpPr>
        <p:spPr>
          <a:xfrm>
            <a:off x="9319971" y="3593133"/>
            <a:ext cx="402286" cy="3558617"/>
          </a:xfrm>
          <a:prstGeom prst="straightConnector1">
            <a:avLst/>
          </a:prstGeom>
          <a:ln w="57150">
            <a:solidFill>
              <a:schemeClr val="accent2">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直線接點 29">
            <a:extLst>
              <a:ext uri="{FF2B5EF4-FFF2-40B4-BE49-F238E27FC236}">
                <a16:creationId xmlns:a16="http://schemas.microsoft.com/office/drawing/2014/main" id="{9EB494C6-919C-470E-88D3-AE0F2592E1B3}"/>
              </a:ext>
            </a:extLst>
          </p:cNvPr>
          <p:cNvCxnSpPr/>
          <p:nvPr/>
        </p:nvCxnSpPr>
        <p:spPr>
          <a:xfrm>
            <a:off x="9663531" y="3840480"/>
            <a:ext cx="4540149" cy="4836791"/>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接點 34">
            <a:extLst>
              <a:ext uri="{FF2B5EF4-FFF2-40B4-BE49-F238E27FC236}">
                <a16:creationId xmlns:a16="http://schemas.microsoft.com/office/drawing/2014/main" id="{E1F0D006-8FE2-415F-9741-699016F50C59}"/>
              </a:ext>
            </a:extLst>
          </p:cNvPr>
          <p:cNvCxnSpPr>
            <a:cxnSpLocks/>
          </p:cNvCxnSpPr>
          <p:nvPr/>
        </p:nvCxnSpPr>
        <p:spPr>
          <a:xfrm>
            <a:off x="2541484" y="3427553"/>
            <a:ext cx="2021688" cy="5286617"/>
          </a:xfrm>
          <a:prstGeom prst="line">
            <a:avLst/>
          </a:prstGeom>
          <a:ln w="28575">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3" name="弧形 32">
            <a:extLst>
              <a:ext uri="{FF2B5EF4-FFF2-40B4-BE49-F238E27FC236}">
                <a16:creationId xmlns:a16="http://schemas.microsoft.com/office/drawing/2014/main" id="{B8C43A08-2C66-48CE-9BA6-703E8DC06013}"/>
              </a:ext>
            </a:extLst>
          </p:cNvPr>
          <p:cNvSpPr/>
          <p:nvPr/>
        </p:nvSpPr>
        <p:spPr>
          <a:xfrm flipH="1">
            <a:off x="3620225" y="7984952"/>
            <a:ext cx="1334208" cy="1654073"/>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8" name="弧形 37">
            <a:extLst>
              <a:ext uri="{FF2B5EF4-FFF2-40B4-BE49-F238E27FC236}">
                <a16:creationId xmlns:a16="http://schemas.microsoft.com/office/drawing/2014/main" id="{16B6CF89-6851-423F-8CB5-C4B542A07917}"/>
              </a:ext>
            </a:extLst>
          </p:cNvPr>
          <p:cNvSpPr/>
          <p:nvPr/>
        </p:nvSpPr>
        <p:spPr>
          <a:xfrm flipH="1">
            <a:off x="12869472" y="7997607"/>
            <a:ext cx="1334208" cy="1378331"/>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4" name="文字方塊 33">
            <a:extLst>
              <a:ext uri="{FF2B5EF4-FFF2-40B4-BE49-F238E27FC236}">
                <a16:creationId xmlns:a16="http://schemas.microsoft.com/office/drawing/2014/main" id="{FE23C4D1-531E-43EF-9B1D-051574962B8D}"/>
              </a:ext>
            </a:extLst>
          </p:cNvPr>
          <p:cNvSpPr txBox="1"/>
          <p:nvPr/>
        </p:nvSpPr>
        <p:spPr>
          <a:xfrm>
            <a:off x="12156910" y="7643108"/>
            <a:ext cx="797742" cy="584775"/>
          </a:xfrm>
          <a:prstGeom prst="rect">
            <a:avLst/>
          </a:prstGeom>
          <a:noFill/>
        </p:spPr>
        <p:txBody>
          <a:bodyPr wrap="square" rtlCol="0">
            <a:spAutoFit/>
          </a:bodyPr>
          <a:lstStyle/>
          <a:p>
            <a:r>
              <a:rPr lang="en-US" altLang="zh-TW" dirty="0"/>
              <a:t>45°</a:t>
            </a:r>
            <a:endParaRPr lang="zh-TW" altLang="en-US" dirty="0"/>
          </a:p>
        </p:txBody>
      </p:sp>
      <p:sp>
        <p:nvSpPr>
          <p:cNvPr id="40" name="文字方塊 39">
            <a:extLst>
              <a:ext uri="{FF2B5EF4-FFF2-40B4-BE49-F238E27FC236}">
                <a16:creationId xmlns:a16="http://schemas.microsoft.com/office/drawing/2014/main" id="{2525F81E-1793-4E2F-9573-D7418B276DA0}"/>
              </a:ext>
            </a:extLst>
          </p:cNvPr>
          <p:cNvSpPr txBox="1"/>
          <p:nvPr/>
        </p:nvSpPr>
        <p:spPr>
          <a:xfrm>
            <a:off x="3154680" y="7688680"/>
            <a:ext cx="797742" cy="584775"/>
          </a:xfrm>
          <a:prstGeom prst="rect">
            <a:avLst/>
          </a:prstGeom>
          <a:noFill/>
        </p:spPr>
        <p:txBody>
          <a:bodyPr wrap="square" rtlCol="0">
            <a:spAutoFit/>
          </a:bodyPr>
          <a:lstStyle/>
          <a:p>
            <a:r>
              <a:rPr lang="en-US" altLang="zh-TW" dirty="0"/>
              <a:t>70°</a:t>
            </a:r>
            <a:endParaRPr lang="zh-TW" altLang="en-US" dirty="0"/>
          </a:p>
        </p:txBody>
      </p:sp>
      <p:sp>
        <p:nvSpPr>
          <p:cNvPr id="41" name="文字方塊 40">
            <a:extLst>
              <a:ext uri="{FF2B5EF4-FFF2-40B4-BE49-F238E27FC236}">
                <a16:creationId xmlns:a16="http://schemas.microsoft.com/office/drawing/2014/main" id="{3E41ACBD-C229-452D-BC33-AF0E6999ED98}"/>
              </a:ext>
            </a:extLst>
          </p:cNvPr>
          <p:cNvSpPr txBox="1"/>
          <p:nvPr/>
        </p:nvSpPr>
        <p:spPr>
          <a:xfrm>
            <a:off x="4397791" y="2400116"/>
            <a:ext cx="1848773" cy="584775"/>
          </a:xfrm>
          <a:prstGeom prst="rect">
            <a:avLst/>
          </a:prstGeom>
          <a:noFill/>
        </p:spPr>
        <p:txBody>
          <a:bodyPr wrap="square" rtlCol="0">
            <a:spAutoFit/>
          </a:bodyPr>
          <a:lstStyle/>
          <a:p>
            <a:r>
              <a:rPr lang="zh-TW" altLang="en-US" dirty="0"/>
              <a:t>高仰角</a:t>
            </a:r>
          </a:p>
        </p:txBody>
      </p:sp>
      <p:sp>
        <p:nvSpPr>
          <p:cNvPr id="42" name="文字方塊 41">
            <a:extLst>
              <a:ext uri="{FF2B5EF4-FFF2-40B4-BE49-F238E27FC236}">
                <a16:creationId xmlns:a16="http://schemas.microsoft.com/office/drawing/2014/main" id="{419B2AA7-F6B4-4FCD-8B6D-356AC79F4737}"/>
              </a:ext>
            </a:extLst>
          </p:cNvPr>
          <p:cNvSpPr txBox="1"/>
          <p:nvPr/>
        </p:nvSpPr>
        <p:spPr>
          <a:xfrm>
            <a:off x="12555781" y="2552516"/>
            <a:ext cx="1848773" cy="584775"/>
          </a:xfrm>
          <a:prstGeom prst="rect">
            <a:avLst/>
          </a:prstGeom>
          <a:noFill/>
        </p:spPr>
        <p:txBody>
          <a:bodyPr wrap="square" rtlCol="0">
            <a:spAutoFit/>
          </a:bodyPr>
          <a:lstStyle/>
          <a:p>
            <a:r>
              <a:rPr lang="zh-TW" altLang="en-US" dirty="0"/>
              <a:t>低仰角</a:t>
            </a:r>
          </a:p>
        </p:txBody>
      </p:sp>
    </p:spTree>
    <p:extLst>
      <p:ext uri="{BB962C8B-B14F-4D97-AF65-F5344CB8AC3E}">
        <p14:creationId xmlns:p14="http://schemas.microsoft.com/office/powerpoint/2010/main" val="2177806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頁尾版面配置區 2"/>
          <p:cNvSpPr>
            <a:spLocks noGrp="1"/>
          </p:cNvSpPr>
          <p:nvPr>
            <p:ph type="ftr" sz="quarter" idx="10"/>
          </p:nvPr>
        </p:nvSpPr>
        <p:spPr/>
        <p:txBody>
          <a:bodyPr/>
          <a:lstStyle/>
          <a:p>
            <a:r>
              <a:rPr lang="en-US" altLang="ja-JP"/>
              <a:t>The Power of PowerPoint - thepopp.com</a:t>
            </a:r>
            <a:endParaRPr lang="ja-JP" altLang="en-US" dirty="0"/>
          </a:p>
        </p:txBody>
      </p:sp>
      <p:sp>
        <p:nvSpPr>
          <p:cNvPr id="4" name="投影片編號版面配置區 3"/>
          <p:cNvSpPr>
            <a:spLocks noGrp="1"/>
          </p:cNvSpPr>
          <p:nvPr>
            <p:ph type="sldNum" sz="quarter" idx="11"/>
          </p:nvPr>
        </p:nvSpPr>
        <p:spPr/>
        <p:txBody>
          <a:bodyPr/>
          <a:lstStyle/>
          <a:p>
            <a:fld id="{FADD65F2-3061-4838-8922-F719F7BAC906}" type="slidenum">
              <a:rPr lang="ja-JP" altLang="en-US" smtClean="0"/>
              <a:pPr/>
              <a:t>4</a:t>
            </a:fld>
            <a:endParaRPr lang="ja-JP" altLang="en-US" dirty="0"/>
          </a:p>
        </p:txBody>
      </p:sp>
      <p:sp>
        <p:nvSpPr>
          <p:cNvPr id="5" name="文字版面配置區 4"/>
          <p:cNvSpPr>
            <a:spLocks noGrp="1"/>
          </p:cNvSpPr>
          <p:nvPr>
            <p:ph type="body" sz="quarter" idx="12"/>
          </p:nvPr>
        </p:nvSpPr>
        <p:spPr>
          <a:xfrm>
            <a:off x="1137443" y="647706"/>
            <a:ext cx="16016288" cy="7324723"/>
          </a:xfrm>
        </p:spPr>
        <p:txBody>
          <a:bodyPr anchor="t">
            <a:normAutofit/>
          </a:bodyPr>
          <a:lstStyle/>
          <a:p>
            <a:r>
              <a:rPr lang="en-US" altLang="zh-TW" sz="4400" dirty="0"/>
              <a:t>Near-far effect</a:t>
            </a:r>
          </a:p>
          <a:p>
            <a:pPr algn="l"/>
            <a:r>
              <a:rPr lang="en-US" altLang="zh-TW" dirty="0"/>
              <a:t>The differential delay due to large cell size may create near far effect between UEs during the initial access procedure when the UEs positions are not known. This may require an extended acquisition window to improve performance.</a:t>
            </a:r>
            <a:endParaRPr lang="zh-TW" altLang="en-US" sz="4000" dirty="0"/>
          </a:p>
        </p:txBody>
      </p:sp>
      <p:sp>
        <p:nvSpPr>
          <p:cNvPr id="6" name="橢圓 5">
            <a:extLst>
              <a:ext uri="{FF2B5EF4-FFF2-40B4-BE49-F238E27FC236}">
                <a16:creationId xmlns:a16="http://schemas.microsoft.com/office/drawing/2014/main" id="{7C5DFD98-B58F-475D-850E-7A6C6DB65C40}"/>
              </a:ext>
            </a:extLst>
          </p:cNvPr>
          <p:cNvSpPr/>
          <p:nvPr/>
        </p:nvSpPr>
        <p:spPr>
          <a:xfrm>
            <a:off x="1546138" y="7972429"/>
            <a:ext cx="14631983" cy="899652"/>
          </a:xfrm>
          <a:prstGeom prst="ellips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TW" altLang="en-US"/>
          </a:p>
        </p:txBody>
      </p:sp>
      <p:pic>
        <p:nvPicPr>
          <p:cNvPr id="7" name="Picture 2" descr="「satellite png」的圖片搜尋結果">
            <a:extLst>
              <a:ext uri="{FF2B5EF4-FFF2-40B4-BE49-F238E27FC236}">
                <a16:creationId xmlns:a16="http://schemas.microsoft.com/office/drawing/2014/main" id="{61EF8EE8-6AF6-49C1-AB26-96B4B96038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1985" y="2636520"/>
            <a:ext cx="1286722" cy="128672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火柴人 png」的圖片搜尋結果">
            <a:extLst>
              <a:ext uri="{FF2B5EF4-FFF2-40B4-BE49-F238E27FC236}">
                <a16:creationId xmlns:a16="http://schemas.microsoft.com/office/drawing/2014/main" id="{43DB61D2-E66F-4958-9ADE-3395C771F1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7603" y="7006110"/>
            <a:ext cx="1628764" cy="162876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火柴人 png」的圖片搜尋結果">
            <a:extLst>
              <a:ext uri="{FF2B5EF4-FFF2-40B4-BE49-F238E27FC236}">
                <a16:creationId xmlns:a16="http://schemas.microsoft.com/office/drawing/2014/main" id="{9CFD3996-DD66-44A7-AAFE-AC4DC6C4F0A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556110" y="7148097"/>
            <a:ext cx="362220" cy="1215107"/>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直線單箭頭接點 9">
            <a:extLst>
              <a:ext uri="{FF2B5EF4-FFF2-40B4-BE49-F238E27FC236}">
                <a16:creationId xmlns:a16="http://schemas.microsoft.com/office/drawing/2014/main" id="{1C91EFE0-35D1-45AB-87FD-114E11B8AC9B}"/>
              </a:ext>
            </a:extLst>
          </p:cNvPr>
          <p:cNvCxnSpPr>
            <a:cxnSpLocks/>
          </p:cNvCxnSpPr>
          <p:nvPr/>
        </p:nvCxnSpPr>
        <p:spPr>
          <a:xfrm>
            <a:off x="5192320" y="3781137"/>
            <a:ext cx="8172311" cy="336696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CBDD2232-8A0F-4259-BE73-7D1A8306BAD5}"/>
              </a:ext>
            </a:extLst>
          </p:cNvPr>
          <p:cNvCxnSpPr>
            <a:cxnSpLocks/>
          </p:cNvCxnSpPr>
          <p:nvPr/>
        </p:nvCxnSpPr>
        <p:spPr>
          <a:xfrm>
            <a:off x="3188399" y="4260326"/>
            <a:ext cx="1" cy="2508577"/>
          </a:xfrm>
          <a:prstGeom prst="straightConnector1">
            <a:avLst/>
          </a:prstGeom>
          <a:ln w="57150">
            <a:solidFill>
              <a:schemeClr val="accent2">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827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頁尾版面配置區 2"/>
          <p:cNvSpPr>
            <a:spLocks noGrp="1"/>
          </p:cNvSpPr>
          <p:nvPr>
            <p:ph type="ftr" sz="quarter" idx="10"/>
          </p:nvPr>
        </p:nvSpPr>
        <p:spPr/>
        <p:txBody>
          <a:bodyPr/>
          <a:lstStyle/>
          <a:p>
            <a:r>
              <a:rPr lang="en-US" altLang="ja-JP"/>
              <a:t>The Power of PowerPoint - thepopp.com</a:t>
            </a:r>
            <a:endParaRPr lang="ja-JP" altLang="en-US" dirty="0"/>
          </a:p>
        </p:txBody>
      </p:sp>
      <p:sp>
        <p:nvSpPr>
          <p:cNvPr id="4" name="投影片編號版面配置區 3"/>
          <p:cNvSpPr>
            <a:spLocks noGrp="1"/>
          </p:cNvSpPr>
          <p:nvPr>
            <p:ph type="sldNum" sz="quarter" idx="11"/>
          </p:nvPr>
        </p:nvSpPr>
        <p:spPr/>
        <p:txBody>
          <a:bodyPr/>
          <a:lstStyle/>
          <a:p>
            <a:fld id="{FADD65F2-3061-4838-8922-F719F7BAC906}" type="slidenum">
              <a:rPr lang="ja-JP" altLang="en-US" smtClean="0"/>
              <a:pPr/>
              <a:t>5</a:t>
            </a:fld>
            <a:endParaRPr lang="ja-JP" altLang="en-US" dirty="0"/>
          </a:p>
        </p:txBody>
      </p:sp>
      <p:sp>
        <p:nvSpPr>
          <p:cNvPr id="5" name="文字版面配置區 4"/>
          <p:cNvSpPr>
            <a:spLocks noGrp="1"/>
          </p:cNvSpPr>
          <p:nvPr>
            <p:ph type="body" sz="quarter" idx="12"/>
          </p:nvPr>
        </p:nvSpPr>
        <p:spPr>
          <a:xfrm>
            <a:off x="1137443" y="647706"/>
            <a:ext cx="16016288" cy="7324723"/>
          </a:xfrm>
        </p:spPr>
        <p:txBody>
          <a:bodyPr anchor="t">
            <a:normAutofit/>
          </a:bodyPr>
          <a:lstStyle/>
          <a:p>
            <a:r>
              <a:rPr lang="en-US" altLang="zh-TW" sz="4000" dirty="0"/>
              <a:t>Attention:</a:t>
            </a:r>
          </a:p>
        </p:txBody>
      </p:sp>
      <p:sp>
        <p:nvSpPr>
          <p:cNvPr id="2" name="文字方塊 1">
            <a:extLst>
              <a:ext uri="{FF2B5EF4-FFF2-40B4-BE49-F238E27FC236}">
                <a16:creationId xmlns:a16="http://schemas.microsoft.com/office/drawing/2014/main" id="{65B84ABB-DDB7-4D77-BCD7-1BBE976F8BA3}"/>
              </a:ext>
            </a:extLst>
          </p:cNvPr>
          <p:cNvSpPr txBox="1"/>
          <p:nvPr/>
        </p:nvSpPr>
        <p:spPr>
          <a:xfrm>
            <a:off x="990600" y="2499360"/>
            <a:ext cx="16916400" cy="6001643"/>
          </a:xfrm>
          <a:prstGeom prst="rect">
            <a:avLst/>
          </a:prstGeom>
          <a:noFill/>
        </p:spPr>
        <p:txBody>
          <a:bodyPr wrap="square" rtlCol="0">
            <a:spAutoFit/>
          </a:bodyPr>
          <a:lstStyle/>
          <a:p>
            <a:r>
              <a:rPr lang="en-US" altLang="zh-TW" dirty="0"/>
              <a:t>The mobility management should accommodate the specific cell patterns (size and position) of NTN networks. Moreover, cells in the non-terrestrial network may cross borders between countries.</a:t>
            </a:r>
          </a:p>
          <a:p>
            <a:endParaRPr lang="en-US" altLang="zh-TW" dirty="0"/>
          </a:p>
          <a:p>
            <a:pPr marL="457200" indent="-457200">
              <a:buFont typeface="Arial" panose="020B0604020202020204" pitchFamily="34" charset="0"/>
              <a:buChar char="•"/>
            </a:pPr>
            <a:r>
              <a:rPr lang="en-US" altLang="zh-TW" dirty="0"/>
              <a:t>cells</a:t>
            </a:r>
            <a:r>
              <a:rPr lang="zh-TW" altLang="en-US" dirty="0"/>
              <a:t>的識別方法</a:t>
            </a:r>
            <a:endParaRPr lang="en-US" altLang="zh-TW" dirty="0"/>
          </a:p>
          <a:p>
            <a:pPr marL="457200" indent="-457200">
              <a:buFont typeface="Arial" panose="020B0604020202020204" pitchFamily="34" charset="0"/>
              <a:buChar char="•"/>
            </a:pPr>
            <a:endParaRPr lang="zh-TW" altLang="en-US" dirty="0"/>
          </a:p>
          <a:p>
            <a:pPr marL="457200" indent="-457200">
              <a:buFont typeface="Arial" panose="020B0604020202020204" pitchFamily="34" charset="0"/>
              <a:buChar char="•"/>
            </a:pPr>
            <a:r>
              <a:rPr lang="zh-TW" altLang="en-US" dirty="0"/>
              <a:t>追蹤與位置區域的設計</a:t>
            </a:r>
            <a:endParaRPr lang="en-US" altLang="zh-TW" dirty="0"/>
          </a:p>
          <a:p>
            <a:endParaRPr lang="zh-TW" altLang="en-US" dirty="0"/>
          </a:p>
          <a:p>
            <a:pPr marL="457200" indent="-457200">
              <a:buFont typeface="Arial" panose="020B0604020202020204" pitchFamily="34" charset="0"/>
              <a:buChar char="•"/>
            </a:pPr>
            <a:r>
              <a:rPr lang="zh-TW" altLang="en-US" dirty="0"/>
              <a:t>漫遊</a:t>
            </a:r>
            <a:endParaRPr lang="en-US" altLang="zh-TW" dirty="0"/>
          </a:p>
          <a:p>
            <a:pPr marL="457200" indent="-457200">
              <a:buFont typeface="Arial" panose="020B0604020202020204" pitchFamily="34" charset="0"/>
              <a:buChar char="•"/>
            </a:pPr>
            <a:endParaRPr lang="zh-TW" altLang="en-US" dirty="0"/>
          </a:p>
          <a:p>
            <a:pPr marL="457200" indent="-457200">
              <a:buFont typeface="Arial" panose="020B0604020202020204" pitchFamily="34" charset="0"/>
              <a:buChar char="•"/>
            </a:pPr>
            <a:r>
              <a:rPr lang="zh-TW" altLang="en-US" dirty="0"/>
              <a:t>或基於位置的服務</a:t>
            </a:r>
          </a:p>
          <a:p>
            <a:endParaRPr lang="zh-TW" altLang="en-US" dirty="0"/>
          </a:p>
        </p:txBody>
      </p:sp>
    </p:spTree>
    <p:extLst>
      <p:ext uri="{BB962C8B-B14F-4D97-AF65-F5344CB8AC3E}">
        <p14:creationId xmlns:p14="http://schemas.microsoft.com/office/powerpoint/2010/main" val="2375617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頁尾版面配置區 2"/>
          <p:cNvSpPr>
            <a:spLocks noGrp="1"/>
          </p:cNvSpPr>
          <p:nvPr>
            <p:ph type="ftr" sz="quarter" idx="10"/>
          </p:nvPr>
        </p:nvSpPr>
        <p:spPr/>
        <p:txBody>
          <a:bodyPr/>
          <a:lstStyle/>
          <a:p>
            <a:r>
              <a:rPr lang="en-US" altLang="ja-JP"/>
              <a:t>The Power of PowerPoint - thepopp.com</a:t>
            </a:r>
            <a:endParaRPr lang="ja-JP" altLang="en-US" dirty="0"/>
          </a:p>
        </p:txBody>
      </p:sp>
      <p:sp>
        <p:nvSpPr>
          <p:cNvPr id="4" name="投影片編號版面配置區 3"/>
          <p:cNvSpPr>
            <a:spLocks noGrp="1"/>
          </p:cNvSpPr>
          <p:nvPr>
            <p:ph type="sldNum" sz="quarter" idx="11"/>
          </p:nvPr>
        </p:nvSpPr>
        <p:spPr/>
        <p:txBody>
          <a:bodyPr/>
          <a:lstStyle/>
          <a:p>
            <a:fld id="{FADD65F2-3061-4838-8922-F719F7BAC906}" type="slidenum">
              <a:rPr lang="ja-JP" altLang="en-US" smtClean="0"/>
              <a:pPr/>
              <a:t>6</a:t>
            </a:fld>
            <a:endParaRPr lang="ja-JP" altLang="en-US" dirty="0"/>
          </a:p>
        </p:txBody>
      </p:sp>
      <p:sp>
        <p:nvSpPr>
          <p:cNvPr id="5" name="文字版面配置區 4"/>
          <p:cNvSpPr>
            <a:spLocks noGrp="1"/>
          </p:cNvSpPr>
          <p:nvPr>
            <p:ph type="body" sz="quarter" idx="12"/>
          </p:nvPr>
        </p:nvSpPr>
        <p:spPr>
          <a:xfrm>
            <a:off x="971980" y="2209803"/>
            <a:ext cx="16016288" cy="7324723"/>
          </a:xfrm>
        </p:spPr>
        <p:txBody>
          <a:bodyPr anchor="t">
            <a:normAutofit/>
          </a:bodyPr>
          <a:lstStyle/>
          <a:p>
            <a:pPr algn="l"/>
            <a:r>
              <a:rPr lang="en-US" altLang="zh-TW" sz="4400" dirty="0"/>
              <a:t>	</a:t>
            </a:r>
            <a:r>
              <a:rPr lang="en-US" altLang="zh-TW" sz="3600" dirty="0"/>
              <a:t>Furthermore, NGSO and HAPS systems generate cells which move around. This causes hand-over to occur not only for mobile units but also for fixed UEs. However, the hand-over caused by such NTN may be anticipated, by exploiting trajectory models such as satellite ephemeris.</a:t>
            </a:r>
          </a:p>
          <a:p>
            <a:pPr algn="l"/>
            <a:endParaRPr lang="en-US" altLang="zh-TW" sz="3600" dirty="0"/>
          </a:p>
          <a:p>
            <a:pPr algn="l"/>
            <a:r>
              <a:rPr lang="en-US" altLang="zh-TW" sz="4000" dirty="0"/>
              <a:t>Paging and Hand-over procedures should be adapted to take into account the relative motion of the cell pattern with respect to the tracking area. Further analysis on tracking area design may need to be carried out. Mobility management is also to be considered.</a:t>
            </a:r>
            <a:endParaRPr lang="zh-TW" altLang="en-US" sz="4000" dirty="0"/>
          </a:p>
        </p:txBody>
      </p:sp>
    </p:spTree>
    <p:extLst>
      <p:ext uri="{BB962C8B-B14F-4D97-AF65-F5344CB8AC3E}">
        <p14:creationId xmlns:p14="http://schemas.microsoft.com/office/powerpoint/2010/main" val="3101203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6"/>
          </p:nvPr>
        </p:nvSpPr>
        <p:spPr>
          <a:xfrm>
            <a:off x="5335587" y="2989943"/>
            <a:ext cx="7620000" cy="3272289"/>
          </a:xfrm>
        </p:spPr>
        <p:txBody>
          <a:bodyPr/>
          <a:lstStyle/>
          <a:p>
            <a:r>
              <a:rPr lang="en-US" altLang="zh-TW" dirty="0"/>
              <a:t>Thank you</a:t>
            </a:r>
            <a:endParaRPr lang="ja-JP" altLang="en-US" dirty="0"/>
          </a:p>
        </p:txBody>
      </p:sp>
    </p:spTree>
    <p:extLst>
      <p:ext uri="{BB962C8B-B14F-4D97-AF65-F5344CB8AC3E}">
        <p14:creationId xmlns:p14="http://schemas.microsoft.com/office/powerpoint/2010/main" val="3747944473"/>
      </p:ext>
    </p:extLst>
  </p:cSld>
  <p:clrMapOvr>
    <a:masterClrMapping/>
  </p:clrMapOvr>
  <mc:AlternateContent xmlns:mc="http://schemas.openxmlformats.org/markup-compatibility/2006" xmlns:p14="http://schemas.microsoft.com/office/powerpoint/2010/main">
    <mc:Choice Requires="p14">
      <p:transition spd="med" p14:dur="700" advTm="8214">
        <p:fade/>
      </p:transition>
    </mc:Choice>
    <mc:Fallback xmlns="">
      <p:transition spd="med" advTm="8214">
        <p:fade/>
      </p:transition>
    </mc:Fallback>
  </mc:AlternateContent>
</p:sld>
</file>

<file path=ppt/theme/_rels/theme2.xml.rels><?xml version="1.0" encoding="UTF-8" standalone="yes"?>
<Relationships xmlns="http://schemas.openxmlformats.org/package/2006/relationships"><Relationship Id="rId1" Type="http://schemas.openxmlformats.org/officeDocument/2006/relationships/image" Target="../media/image7.jpg"/></Relationships>
</file>

<file path=ppt/theme/theme1.xml><?xml version="1.0" encoding="utf-8"?>
<a:theme xmlns:a="http://schemas.openxmlformats.org/drawingml/2006/main" name="Aldebaran - Contents">
  <a:themeElements>
    <a:clrScheme name="Aldebaran">
      <a:dk1>
        <a:srgbClr val="262626"/>
      </a:dk1>
      <a:lt1>
        <a:srgbClr val="EEECE1"/>
      </a:lt1>
      <a:dk2>
        <a:srgbClr val="0B1A2E"/>
      </a:dk2>
      <a:lt2>
        <a:srgbClr val="FFFFFF"/>
      </a:lt2>
      <a:accent1>
        <a:srgbClr val="B0413E"/>
      </a:accent1>
      <a:accent2>
        <a:srgbClr val="1F497D"/>
      </a:accent2>
      <a:accent3>
        <a:srgbClr val="76923C"/>
      </a:accent3>
      <a:accent4>
        <a:srgbClr val="8064A2"/>
      </a:accent4>
      <a:accent5>
        <a:srgbClr val="4BACC6"/>
      </a:accent5>
      <a:accent6>
        <a:srgbClr val="F79646"/>
      </a:accent6>
      <a:hlink>
        <a:srgbClr val="1F497D"/>
      </a:hlink>
      <a:folHlink>
        <a:srgbClr val="17365D"/>
      </a:folHlink>
    </a:clrScheme>
    <a:fontScheme name="Aldebaran">
      <a:majorFont>
        <a:latin typeface="Bebas Neue Bold"/>
        <a:ea typeface="Spica Neue"/>
        <a:cs typeface=""/>
      </a:majorFont>
      <a:minorFont>
        <a:latin typeface="Roboto"/>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Aldebaran - Contents without Title and Footer">
  <a:themeElements>
    <a:clrScheme name="Aldebaran">
      <a:dk1>
        <a:srgbClr val="262626"/>
      </a:dk1>
      <a:lt1>
        <a:srgbClr val="EEECE1"/>
      </a:lt1>
      <a:dk2>
        <a:srgbClr val="0B1A2E"/>
      </a:dk2>
      <a:lt2>
        <a:srgbClr val="FFFFFF"/>
      </a:lt2>
      <a:accent1>
        <a:srgbClr val="B0413E"/>
      </a:accent1>
      <a:accent2>
        <a:srgbClr val="1F497D"/>
      </a:accent2>
      <a:accent3>
        <a:srgbClr val="76923C"/>
      </a:accent3>
      <a:accent4>
        <a:srgbClr val="8064A2"/>
      </a:accent4>
      <a:accent5>
        <a:srgbClr val="4BACC6"/>
      </a:accent5>
      <a:accent6>
        <a:srgbClr val="F79646"/>
      </a:accent6>
      <a:hlink>
        <a:srgbClr val="1F497D"/>
      </a:hlink>
      <a:folHlink>
        <a:srgbClr val="17365D"/>
      </a:folHlink>
    </a:clrScheme>
    <a:fontScheme name="Aldebaran">
      <a:majorFont>
        <a:latin typeface="Bebas Neue Bold"/>
        <a:ea typeface="Spica Neue"/>
        <a:cs typeface=""/>
      </a:majorFont>
      <a:minorFont>
        <a:latin typeface="Roboto"/>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dpi="0" rotWithShape="0">
          <a:blip xmlns:r="http://schemas.openxmlformats.org/officeDocument/2006/relationships" r:embed="rId1"/>
          <a:srcRect/>
          <a:tile tx="0" ty="0" sx="100000" sy="100000" flip="none" algn="tl"/>
        </a:blipFill>
        <a:ln>
          <a:noFill/>
        </a:ln>
        <a:effectLst>
          <a:outerShdw blurRad="88900" dist="76200" dir="5400000" algn="t" rotWithShape="0">
            <a:prstClr val="black">
              <a:alpha val="40000"/>
            </a:prstClr>
          </a:outerShdw>
          <a:softEdge rad="31750"/>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Aldebaran - Left Title without Footer">
  <a:themeElements>
    <a:clrScheme name="Aldebaran">
      <a:dk1>
        <a:srgbClr val="262626"/>
      </a:dk1>
      <a:lt1>
        <a:srgbClr val="EEECE1"/>
      </a:lt1>
      <a:dk2>
        <a:srgbClr val="0B1A2E"/>
      </a:dk2>
      <a:lt2>
        <a:srgbClr val="FFFFFF"/>
      </a:lt2>
      <a:accent1>
        <a:srgbClr val="B0413E"/>
      </a:accent1>
      <a:accent2>
        <a:srgbClr val="1F497D"/>
      </a:accent2>
      <a:accent3>
        <a:srgbClr val="76923C"/>
      </a:accent3>
      <a:accent4>
        <a:srgbClr val="8064A2"/>
      </a:accent4>
      <a:accent5>
        <a:srgbClr val="4BACC6"/>
      </a:accent5>
      <a:accent6>
        <a:srgbClr val="F79646"/>
      </a:accent6>
      <a:hlink>
        <a:srgbClr val="1F497D"/>
      </a:hlink>
      <a:folHlink>
        <a:srgbClr val="17365D"/>
      </a:folHlink>
    </a:clrScheme>
    <a:fontScheme name="Aldebaran">
      <a:majorFont>
        <a:latin typeface="Bebas Neue Bold"/>
        <a:ea typeface="Spica Neue"/>
        <a:cs typeface=""/>
      </a:majorFont>
      <a:minorFont>
        <a:latin typeface="Roboto"/>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Aldebaran - Right Title without Footer">
  <a:themeElements>
    <a:clrScheme name="Aldebaran">
      <a:dk1>
        <a:srgbClr val="262626"/>
      </a:dk1>
      <a:lt1>
        <a:srgbClr val="EEECE1"/>
      </a:lt1>
      <a:dk2>
        <a:srgbClr val="0B1A2E"/>
      </a:dk2>
      <a:lt2>
        <a:srgbClr val="FFFFFF"/>
      </a:lt2>
      <a:accent1>
        <a:srgbClr val="B0413E"/>
      </a:accent1>
      <a:accent2>
        <a:srgbClr val="1F497D"/>
      </a:accent2>
      <a:accent3>
        <a:srgbClr val="76923C"/>
      </a:accent3>
      <a:accent4>
        <a:srgbClr val="8064A2"/>
      </a:accent4>
      <a:accent5>
        <a:srgbClr val="4BACC6"/>
      </a:accent5>
      <a:accent6>
        <a:srgbClr val="F79646"/>
      </a:accent6>
      <a:hlink>
        <a:srgbClr val="1F497D"/>
      </a:hlink>
      <a:folHlink>
        <a:srgbClr val="17365D"/>
      </a:folHlink>
    </a:clrScheme>
    <a:fontScheme name="Aldebaran">
      <a:majorFont>
        <a:latin typeface="Bebas Neue Bold"/>
        <a:ea typeface="Spica Neue"/>
        <a:cs typeface=""/>
      </a:majorFont>
      <a:minorFont>
        <a:latin typeface="Roboto"/>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Aldebaran - Free Title Position">
  <a:themeElements>
    <a:clrScheme name="Aldebaran">
      <a:dk1>
        <a:srgbClr val="262626"/>
      </a:dk1>
      <a:lt1>
        <a:srgbClr val="EEECE1"/>
      </a:lt1>
      <a:dk2>
        <a:srgbClr val="0B1A2E"/>
      </a:dk2>
      <a:lt2>
        <a:srgbClr val="FFFFFF"/>
      </a:lt2>
      <a:accent1>
        <a:srgbClr val="B0413E"/>
      </a:accent1>
      <a:accent2>
        <a:srgbClr val="1F497D"/>
      </a:accent2>
      <a:accent3>
        <a:srgbClr val="76923C"/>
      </a:accent3>
      <a:accent4>
        <a:srgbClr val="8064A2"/>
      </a:accent4>
      <a:accent5>
        <a:srgbClr val="4BACC6"/>
      </a:accent5>
      <a:accent6>
        <a:srgbClr val="F79646"/>
      </a:accent6>
      <a:hlink>
        <a:srgbClr val="1F497D"/>
      </a:hlink>
      <a:folHlink>
        <a:srgbClr val="17365D"/>
      </a:folHlink>
    </a:clrScheme>
    <a:fontScheme name="Aldebaran">
      <a:majorFont>
        <a:latin typeface="Bebas Neue Bold"/>
        <a:ea typeface="Spica Neue"/>
        <a:cs typeface=""/>
      </a:majorFont>
      <a:minorFont>
        <a:latin typeface="Roboto"/>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Aldebaran - Contents without Footer">
  <a:themeElements>
    <a:clrScheme name="Aldebaran">
      <a:dk1>
        <a:srgbClr val="262626"/>
      </a:dk1>
      <a:lt1>
        <a:srgbClr val="EEECE1"/>
      </a:lt1>
      <a:dk2>
        <a:srgbClr val="0B1A2E"/>
      </a:dk2>
      <a:lt2>
        <a:srgbClr val="FFFFFF"/>
      </a:lt2>
      <a:accent1>
        <a:srgbClr val="B0413E"/>
      </a:accent1>
      <a:accent2>
        <a:srgbClr val="1F497D"/>
      </a:accent2>
      <a:accent3>
        <a:srgbClr val="76923C"/>
      </a:accent3>
      <a:accent4>
        <a:srgbClr val="8064A2"/>
      </a:accent4>
      <a:accent5>
        <a:srgbClr val="4BACC6"/>
      </a:accent5>
      <a:accent6>
        <a:srgbClr val="F79646"/>
      </a:accent6>
      <a:hlink>
        <a:srgbClr val="1F497D"/>
      </a:hlink>
      <a:folHlink>
        <a:srgbClr val="17365D"/>
      </a:folHlink>
    </a:clrScheme>
    <a:fontScheme name="Aldebaran">
      <a:majorFont>
        <a:latin typeface="Bebas Neue Bold"/>
        <a:ea typeface="Spica Neue"/>
        <a:cs typeface=""/>
      </a:majorFont>
      <a:minorFont>
        <a:latin typeface="Roboto"/>
        <a:ea typeface="Spica Neu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26418</TotalTime>
  <Words>637</Words>
  <Application>Microsoft Office PowerPoint</Application>
  <PresentationFormat>自訂</PresentationFormat>
  <Paragraphs>54</Paragraphs>
  <Slides>7</Slides>
  <Notes>5</Notes>
  <HiddenSlides>0</HiddenSlides>
  <MMClips>0</MMClips>
  <ScaleCrop>false</ScaleCrop>
  <HeadingPairs>
    <vt:vector size="6" baseType="variant">
      <vt:variant>
        <vt:lpstr>使用字型</vt:lpstr>
      </vt:variant>
      <vt:variant>
        <vt:i4>9</vt:i4>
      </vt:variant>
      <vt:variant>
        <vt:lpstr>佈景主題</vt:lpstr>
      </vt:variant>
      <vt:variant>
        <vt:i4>6</vt:i4>
      </vt:variant>
      <vt:variant>
        <vt:lpstr>投影片標題</vt:lpstr>
      </vt:variant>
      <vt:variant>
        <vt:i4>7</vt:i4>
      </vt:variant>
    </vt:vector>
  </HeadingPairs>
  <TitlesOfParts>
    <vt:vector size="22" baseType="lpstr">
      <vt:lpstr>Bebas Neue Bold</vt:lpstr>
      <vt:lpstr>Bebas Neue Regular</vt:lpstr>
      <vt:lpstr>ＭＳ Ｐゴシック</vt:lpstr>
      <vt:lpstr>Roboto</vt:lpstr>
      <vt:lpstr>Spica Neue</vt:lpstr>
      <vt:lpstr>TimesNewRoman</vt:lpstr>
      <vt:lpstr>新細明體</vt:lpstr>
      <vt:lpstr>Arial</vt:lpstr>
      <vt:lpstr>Calibri</vt:lpstr>
      <vt:lpstr>Aldebaran - Contents</vt:lpstr>
      <vt:lpstr>Aldebaran - Contents without Title and Footer</vt:lpstr>
      <vt:lpstr>Aldebaran - Left Title without Footer</vt:lpstr>
      <vt:lpstr>Aldebaran - Right Title without Footer</vt:lpstr>
      <vt:lpstr>Aldebaran - Free Title Position</vt:lpstr>
      <vt:lpstr>Aldebaran - Contents without Footer</vt:lpstr>
      <vt:lpstr>PowerPoint 簡報</vt:lpstr>
      <vt:lpstr>Introduction</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Aldebaran</dc:title>
  <dc:creator>Jun</dc:creator>
  <cp:keywords>Aldebaran</cp:keywords>
  <cp:lastModifiedBy>Albert</cp:lastModifiedBy>
  <cp:revision>463</cp:revision>
  <dcterms:created xsi:type="dcterms:W3CDTF">2016-01-14T16:51:07Z</dcterms:created>
  <dcterms:modified xsi:type="dcterms:W3CDTF">2020-01-21T01:59:58Z</dcterms:modified>
</cp:coreProperties>
</file>